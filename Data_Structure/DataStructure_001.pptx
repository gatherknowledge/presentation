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57" r:id="rId4"/>
    <p:sldId id="258" r:id="rId5"/>
    <p:sldId id="260" r:id="rId6"/>
    <p:sldId id="262" r:id="rId7"/>
    <p:sldId id="263" r:id="rId8"/>
    <p:sldId id="256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사용자" initials="W사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44" autoAdjust="0"/>
    <p:restoredTop sz="94660" autoAdjust="0"/>
  </p:normalViewPr>
  <p:slideViewPr>
    <p:cSldViewPr>
      <p:cViewPr varScale="1">
        <p:scale>
          <a:sx n="80" d="100"/>
          <a:sy n="80" d="100"/>
        </p:scale>
        <p:origin x="-84" y="-9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7-09-05T14:00:36.202" idx="3">
    <p:pos x="17" y="10"/>
    <p:text>내용이 목차와 맞는지 확인해야 함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7-09-05T14:26:23.967" idx="6">
    <p:pos x="10" y="10"/>
    <p:text>과거 메모리가 중요했던 시대의 이야기를 추가
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7-09-05T14:16:08.526" idx="4">
    <p:pos x="10" y="10"/>
    <p:text>각각의 비트에는 각 각 1 또는 0으로 저장 돼 있다. 이 비트 8개를 묶음으로 사용하는 것이 바이트 단위인데 ASCII 코드의 단위이기도 하다.
*ASCII; american standard character information interchange --&gt; 8비트... 딱 알파벳 겨우 표현 할 정도인데 다른 나라 말을 표현하려면.,.. ? 8비트로 표현 할 수 있는 문자의 수는 몇 가지 일까?
</p:text>
  </p:cm>
  <p:cm authorId="0" dt="2017-09-05T14:23:00.029" idx="5">
    <p:pos x="146" y="146"/>
    <p:text>1KB의 크기 2^10개
1Byte : 1글자 = 2^10 : x
1024글자
그렇다면 영화 한 편 사이즈가 1GB라면 
1,073,741,824글자가 영화 한 편을 저장 할 수 있는 양만큼의 글자가 저장돼 있다.
책 한 권에 들어있는 글자의 수가 120,000글자라고 하는데 평균. 영화 한 편을 보는 것은 
약 9천권 가량의 책을 읽을 때의 정보량과 맞먹는다 !!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479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197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488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786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380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68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109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904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791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077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388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16C30-9557-4FA6-B997-D92ECAB7D75E}" type="datetimeFigureOut">
              <a:rPr lang="ko-KR" altLang="en-US" smtClean="0"/>
              <a:t>2017-09-05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068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 txBox="1">
            <a:spLocks/>
          </p:cNvSpPr>
          <p:nvPr/>
        </p:nvSpPr>
        <p:spPr>
          <a:xfrm>
            <a:off x="1401067" y="2420888"/>
            <a:ext cx="7740352" cy="3312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7200" b="1" dirty="0" smtClean="0"/>
              <a:t>자료구조</a:t>
            </a:r>
            <a:r>
              <a:rPr lang="en-US" altLang="ko-KR" sz="7200" b="1" dirty="0" smtClean="0"/>
              <a:t>-</a:t>
            </a:r>
            <a:r>
              <a:rPr lang="ko-KR" altLang="en-US" sz="7200" b="1" dirty="0" smtClean="0"/>
              <a:t>기초</a:t>
            </a:r>
            <a:endParaRPr lang="ko-KR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11771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403648" y="1916832"/>
            <a:ext cx="6840760" cy="4464496"/>
          </a:xfrm>
        </p:spPr>
        <p:txBody>
          <a:bodyPr/>
          <a:lstStyle/>
          <a:p>
            <a:r>
              <a:rPr lang="ko-KR" altLang="en-US" b="1" dirty="0" smtClean="0"/>
              <a:t>자료구조란 무엇일까</a:t>
            </a:r>
            <a:r>
              <a:rPr lang="en-US" altLang="ko-KR" b="1" dirty="0" smtClean="0"/>
              <a:t>?</a:t>
            </a:r>
          </a:p>
          <a:p>
            <a:pPr lvl="1"/>
            <a:r>
              <a:rPr lang="ko-KR" altLang="en-US" b="1" dirty="0" smtClean="0"/>
              <a:t>자료구조가 필요한 이유</a:t>
            </a:r>
            <a:endParaRPr lang="en-US" altLang="ko-KR" b="1" dirty="0"/>
          </a:p>
          <a:p>
            <a:r>
              <a:rPr lang="ko-KR" altLang="en-US" b="1" dirty="0" smtClean="0"/>
              <a:t>다양한 자료구조가 필요한 이유</a:t>
            </a:r>
            <a:r>
              <a:rPr lang="en-US" altLang="ko-KR" b="1" dirty="0" smtClean="0"/>
              <a:t>?</a:t>
            </a:r>
            <a:endParaRPr lang="en-US" altLang="ko-KR" b="1" dirty="0"/>
          </a:p>
          <a:p>
            <a:r>
              <a:rPr lang="ko-KR" altLang="en-US" b="1" dirty="0" smtClean="0"/>
              <a:t>배열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자료의 기초</a:t>
            </a:r>
            <a:endParaRPr lang="ko-KR" altLang="en-US" b="1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1403648" y="1124744"/>
            <a:ext cx="1296144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 smtClean="0"/>
              <a:t>목차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9640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CZ-shmun-N1\Downloads\images\8e79ee1a121df98ae91de3ebd109c9a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36" y="671259"/>
            <a:ext cx="3524970" cy="528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C:\Users\CZ-shmun-N1\Downloads\images\ead5a3099d462431681277924c2804ff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844823"/>
            <a:ext cx="3528392" cy="2940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515002" y="1384838"/>
            <a:ext cx="1022808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700" b="1" dirty="0" smtClean="0"/>
              <a:t>?</a:t>
            </a:r>
            <a:endParaRPr lang="ko-KR" altLang="en-US" sz="28700" b="1" dirty="0"/>
          </a:p>
        </p:txBody>
      </p:sp>
    </p:spTree>
    <p:extLst>
      <p:ext uri="{BB962C8B-B14F-4D97-AF65-F5344CB8AC3E}">
        <p14:creationId xmlns:p14="http://schemas.microsoft.com/office/powerpoint/2010/main" val="373303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5652120" y="1844824"/>
            <a:ext cx="2880320" cy="2592288"/>
            <a:chOff x="5652120" y="3356992"/>
            <a:chExt cx="2880320" cy="2592288"/>
          </a:xfrm>
        </p:grpSpPr>
        <p:sp>
          <p:nvSpPr>
            <p:cNvPr id="4" name="직사각형 3"/>
            <p:cNvSpPr/>
            <p:nvPr/>
          </p:nvSpPr>
          <p:spPr>
            <a:xfrm>
              <a:off x="5652120" y="3356992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7812360" y="3356992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7092280" y="3356992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6372200" y="3356992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5652120" y="4005064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7812360" y="4005064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7092280" y="4005064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372200" y="4005064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5652120" y="4653136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7812360" y="4653136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7092280" y="4653136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6372200" y="4653136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5652120" y="5301208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7812360" y="5301208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7092280" y="5301208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6372200" y="5301208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10" y="2165915"/>
            <a:ext cx="2563764" cy="1923836"/>
          </a:xfrm>
          <a:prstGeom prst="rect">
            <a:avLst/>
          </a:prstGeom>
        </p:spPr>
      </p:pic>
      <p:grpSp>
        <p:nvGrpSpPr>
          <p:cNvPr id="20" name="그룹 19"/>
          <p:cNvGrpSpPr/>
          <p:nvPr/>
        </p:nvGrpSpPr>
        <p:grpSpPr>
          <a:xfrm>
            <a:off x="3851920" y="2852936"/>
            <a:ext cx="1001153" cy="468629"/>
            <a:chOff x="3851920" y="620688"/>
            <a:chExt cx="1001153" cy="468629"/>
          </a:xfrm>
        </p:grpSpPr>
        <p:sp>
          <p:nvSpPr>
            <p:cNvPr id="29" name="타원 28"/>
            <p:cNvSpPr/>
            <p:nvPr/>
          </p:nvSpPr>
          <p:spPr>
            <a:xfrm>
              <a:off x="4298574" y="620688"/>
              <a:ext cx="360040" cy="25202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/>
            <p:cNvSpPr/>
            <p:nvPr/>
          </p:nvSpPr>
          <p:spPr>
            <a:xfrm>
              <a:off x="4038597" y="620688"/>
              <a:ext cx="360040" cy="25202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3851920" y="765281"/>
              <a:ext cx="1001153" cy="324036"/>
              <a:chOff x="1763688" y="2384884"/>
              <a:chExt cx="1001153" cy="324036"/>
            </a:xfrm>
          </p:grpSpPr>
          <p:sp>
            <p:nvSpPr>
              <p:cNvPr id="21" name="직사각형 20"/>
              <p:cNvSpPr/>
              <p:nvPr/>
            </p:nvSpPr>
            <p:spPr>
              <a:xfrm>
                <a:off x="1907704" y="2384884"/>
                <a:ext cx="720080" cy="324036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3" name="직선 연결선 22"/>
              <p:cNvCxnSpPr/>
              <p:nvPr/>
            </p:nvCxnSpPr>
            <p:spPr>
              <a:xfrm flipH="1">
                <a:off x="1763688" y="2384884"/>
                <a:ext cx="144016" cy="16201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/>
              <p:cNvCxnSpPr/>
              <p:nvPr/>
            </p:nvCxnSpPr>
            <p:spPr>
              <a:xfrm flipH="1" flipV="1">
                <a:off x="2620825" y="2390606"/>
                <a:ext cx="144016" cy="15629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/>
            <p:cNvSpPr txBox="1"/>
            <p:nvPr/>
          </p:nvSpPr>
          <p:spPr>
            <a:xfrm>
              <a:off x="4080804" y="767018"/>
              <a:ext cx="5503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 smtClean="0"/>
                <a:t>BOX</a:t>
              </a:r>
              <a:endParaRPr lang="ko-KR" altLang="en-US" sz="1400" b="1" dirty="0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858879" y="2997528"/>
            <a:ext cx="1001153" cy="324037"/>
            <a:chOff x="3855399" y="1512656"/>
            <a:chExt cx="1001153" cy="324037"/>
          </a:xfrm>
        </p:grpSpPr>
        <p:grpSp>
          <p:nvGrpSpPr>
            <p:cNvPr id="33" name="그룹 32"/>
            <p:cNvGrpSpPr/>
            <p:nvPr/>
          </p:nvGrpSpPr>
          <p:grpSpPr>
            <a:xfrm>
              <a:off x="3855399" y="1512657"/>
              <a:ext cx="1001153" cy="324036"/>
              <a:chOff x="1763688" y="2384884"/>
              <a:chExt cx="1001153" cy="324036"/>
            </a:xfrm>
          </p:grpSpPr>
          <p:sp>
            <p:nvSpPr>
              <p:cNvPr id="34" name="직사각형 33"/>
              <p:cNvSpPr/>
              <p:nvPr/>
            </p:nvSpPr>
            <p:spPr>
              <a:xfrm>
                <a:off x="1907704" y="2384884"/>
                <a:ext cx="720080" cy="324036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5" name="직선 연결선 34"/>
              <p:cNvCxnSpPr/>
              <p:nvPr/>
            </p:nvCxnSpPr>
            <p:spPr>
              <a:xfrm flipH="1">
                <a:off x="1763688" y="2384884"/>
                <a:ext cx="144016" cy="16201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flipH="1" flipV="1">
                <a:off x="2620825" y="2390606"/>
                <a:ext cx="144016" cy="15629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/>
            <p:cNvSpPr txBox="1"/>
            <p:nvPr/>
          </p:nvSpPr>
          <p:spPr>
            <a:xfrm>
              <a:off x="4084282" y="1512656"/>
              <a:ext cx="5503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 smtClean="0"/>
                <a:t>BOX</a:t>
              </a:r>
              <a:endParaRPr lang="ko-KR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1454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1259632" y="1249896"/>
            <a:ext cx="2304256" cy="4348339"/>
            <a:chOff x="1259632" y="1249896"/>
            <a:chExt cx="2304256" cy="4348339"/>
          </a:xfrm>
        </p:grpSpPr>
        <p:sp>
          <p:nvSpPr>
            <p:cNvPr id="4" name="직사각형 3"/>
            <p:cNvSpPr/>
            <p:nvPr/>
          </p:nvSpPr>
          <p:spPr>
            <a:xfrm>
              <a:off x="1259632" y="4725755"/>
              <a:ext cx="2304256" cy="8724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1259632" y="4289515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1259632" y="3853275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1259632" y="3429997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259632" y="2994856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1259632" y="2558616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259632" y="2122376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259632" y="1249896"/>
              <a:ext cx="2304256" cy="8724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143" y="4991075"/>
            <a:ext cx="4762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143" y="1534691"/>
            <a:ext cx="4762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직사각형 16"/>
          <p:cNvSpPr/>
          <p:nvPr/>
        </p:nvSpPr>
        <p:spPr>
          <a:xfrm>
            <a:off x="107504" y="108999"/>
            <a:ext cx="24482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 smtClean="0"/>
              <a:t>컴퓨터의 메모리 구조</a:t>
            </a:r>
            <a:endParaRPr lang="en-US" altLang="ko-KR" b="1" dirty="0"/>
          </a:p>
        </p:txBody>
      </p:sp>
      <p:sp>
        <p:nvSpPr>
          <p:cNvPr id="18" name="직사각형 17"/>
          <p:cNvSpPr/>
          <p:nvPr/>
        </p:nvSpPr>
        <p:spPr>
          <a:xfrm>
            <a:off x="3760919" y="1249896"/>
            <a:ext cx="37444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dirty="0" smtClean="0"/>
              <a:t>메모리 각각의 고유 번지</a:t>
            </a:r>
            <a:r>
              <a:rPr lang="en-US" altLang="ko-KR" sz="2400" b="1" dirty="0" smtClean="0"/>
              <a:t>(</a:t>
            </a:r>
            <a:r>
              <a:rPr lang="en-US" altLang="ko-KR" sz="2400" b="1" dirty="0" err="1" smtClean="0"/>
              <a:t>Addr</a:t>
            </a:r>
            <a:r>
              <a:rPr lang="en-US" altLang="ko-KR" sz="2400" b="1" dirty="0" smtClean="0"/>
              <a:t>; Address)</a:t>
            </a:r>
            <a:r>
              <a:rPr lang="ko-KR" altLang="en-US" sz="2400" b="1" dirty="0" smtClean="0"/>
              <a:t>가 있다</a:t>
            </a:r>
            <a:endParaRPr lang="en-US" altLang="ko-KR" sz="2400" b="1" dirty="0" smtClean="0"/>
          </a:p>
          <a:p>
            <a:endParaRPr lang="en-US" altLang="ko-KR" sz="2400" b="1" dirty="0"/>
          </a:p>
        </p:txBody>
      </p:sp>
      <p:sp>
        <p:nvSpPr>
          <p:cNvPr id="19" name="직사각형 18"/>
          <p:cNvSpPr/>
          <p:nvPr/>
        </p:nvSpPr>
        <p:spPr>
          <a:xfrm>
            <a:off x="3760919" y="3874016"/>
            <a:ext cx="37444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dirty="0" smtClean="0"/>
              <a:t>한 비트 당 한 </a:t>
            </a:r>
            <a:r>
              <a:rPr lang="en-US" altLang="ko-KR" sz="2400" b="1" dirty="0" smtClean="0"/>
              <a:t>1</a:t>
            </a:r>
            <a:r>
              <a:rPr lang="ko-KR" altLang="en-US" sz="2400" b="1" dirty="0" smtClean="0"/>
              <a:t>만큼씩의 </a:t>
            </a:r>
            <a:r>
              <a:rPr lang="ko-KR" altLang="en-US" sz="2400" b="1" dirty="0" err="1" smtClean="0"/>
              <a:t>주소값이</a:t>
            </a:r>
            <a:r>
              <a:rPr lang="ko-KR" altLang="en-US" sz="2400" b="1" dirty="0" smtClean="0"/>
              <a:t> 차이가 난다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39646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107504" y="108999"/>
            <a:ext cx="24482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 smtClean="0"/>
              <a:t>컴퓨터의 메모리 구조</a:t>
            </a:r>
            <a:endParaRPr lang="en-US" altLang="ko-KR" b="1" dirty="0"/>
          </a:p>
        </p:txBody>
      </p:sp>
      <p:grpSp>
        <p:nvGrpSpPr>
          <p:cNvPr id="2" name="그룹 1"/>
          <p:cNvGrpSpPr/>
          <p:nvPr/>
        </p:nvGrpSpPr>
        <p:grpSpPr>
          <a:xfrm>
            <a:off x="2156582" y="4272209"/>
            <a:ext cx="5206890" cy="2304257"/>
            <a:chOff x="237590" y="2271936"/>
            <a:chExt cx="5206890" cy="2304257"/>
          </a:xfrm>
        </p:grpSpPr>
        <p:sp>
          <p:nvSpPr>
            <p:cNvPr id="4" name="직사각형 3"/>
            <p:cNvSpPr/>
            <p:nvPr/>
          </p:nvSpPr>
          <p:spPr>
            <a:xfrm rot="16200000">
              <a:off x="3856112" y="2987825"/>
              <a:ext cx="2304256" cy="8724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 rot="16200000">
              <a:off x="2343202" y="3205945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 rot="16200000">
              <a:off x="1906962" y="3205945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6200000">
              <a:off x="1483684" y="3205945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16200000">
              <a:off x="1048543" y="3205945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16200000">
              <a:off x="612303" y="3205945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 rot="16200000">
              <a:off x="176063" y="3205945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/>
            <p:cNvSpPr/>
            <p:nvPr/>
          </p:nvSpPr>
          <p:spPr>
            <a:xfrm rot="16200000">
              <a:off x="-478298" y="2987825"/>
              <a:ext cx="2304256" cy="8724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/>
            <p:cNvSpPr/>
            <p:nvPr/>
          </p:nvSpPr>
          <p:spPr>
            <a:xfrm rot="16200000">
              <a:off x="2775915" y="3205945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6200000">
              <a:off x="3212156" y="3205944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709" y="494577"/>
            <a:ext cx="6142280" cy="3366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015153" y="5239670"/>
            <a:ext cx="3461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0    1    0    0   0    0    0    0 </a:t>
            </a:r>
            <a:endParaRPr lang="ko-KR" altLang="en-US" dirty="0"/>
          </a:p>
        </p:txBody>
      </p:sp>
      <p:sp>
        <p:nvSpPr>
          <p:cNvPr id="14" name="왼쪽 중괄호 13"/>
          <p:cNvSpPr/>
          <p:nvPr/>
        </p:nvSpPr>
        <p:spPr>
          <a:xfrm rot="5400000">
            <a:off x="4626389" y="2565703"/>
            <a:ext cx="267146" cy="3145868"/>
          </a:xfrm>
          <a:prstGeom prst="leftBrace">
            <a:avLst>
              <a:gd name="adj1" fmla="val 8333"/>
              <a:gd name="adj2" fmla="val 5037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52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491422"/>
            <a:ext cx="4124919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491421"/>
            <a:ext cx="3744416" cy="253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136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259632" y="4725755"/>
            <a:ext cx="2304256" cy="872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259632" y="4289515"/>
            <a:ext cx="2304256" cy="4362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259632" y="3853275"/>
            <a:ext cx="2304256" cy="4362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259632" y="3429997"/>
            <a:ext cx="2304256" cy="4362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259632" y="2994856"/>
            <a:ext cx="2304256" cy="4362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259632" y="2558616"/>
            <a:ext cx="2304256" cy="4362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259632" y="2122376"/>
            <a:ext cx="2304256" cy="4362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1259632" y="1249896"/>
            <a:ext cx="2304256" cy="872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143" y="4991075"/>
            <a:ext cx="4762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143" y="1534691"/>
            <a:ext cx="4762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595236" y="5367401"/>
            <a:ext cx="896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/>
              <a:t>0000</a:t>
            </a:r>
            <a:endParaRPr lang="ko-KR" altLang="en-US" sz="2400" b="1" dirty="0"/>
          </a:p>
        </p:txBody>
      </p:sp>
      <p:sp>
        <p:nvSpPr>
          <p:cNvPr id="2" name="왼쪽 화살표 1"/>
          <p:cNvSpPr/>
          <p:nvPr/>
        </p:nvSpPr>
        <p:spPr>
          <a:xfrm>
            <a:off x="3707904" y="3602794"/>
            <a:ext cx="648072" cy="468602"/>
          </a:xfrm>
          <a:prstGeom prst="lef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4499992" y="2237963"/>
            <a:ext cx="41841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/>
              <a:t>총 크기 </a:t>
            </a:r>
            <a:r>
              <a:rPr lang="en-US" altLang="ko-KR" sz="2400" b="1" dirty="0" smtClean="0"/>
              <a:t>4</a:t>
            </a:r>
            <a:r>
              <a:rPr lang="ko-KR" altLang="en-US" sz="2400" b="1" dirty="0" smtClean="0"/>
              <a:t>비트 인 배열에서의</a:t>
            </a:r>
            <a:endParaRPr lang="en-US" altLang="ko-KR" sz="2400" b="1" dirty="0" smtClean="0"/>
          </a:p>
          <a:p>
            <a:r>
              <a:rPr lang="en-US" altLang="ko-KR" sz="2400" b="1" dirty="0" smtClean="0"/>
              <a:t>3</a:t>
            </a:r>
            <a:r>
              <a:rPr lang="ko-KR" altLang="en-US" sz="2400" b="1" dirty="0" smtClean="0"/>
              <a:t>번째 비트의 값</a:t>
            </a:r>
            <a:endParaRPr lang="en-US" altLang="ko-KR" sz="2400" b="1" dirty="0" smtClean="0"/>
          </a:p>
        </p:txBody>
      </p:sp>
      <p:sp>
        <p:nvSpPr>
          <p:cNvPr id="3" name="왼쪽 중괄호 2"/>
          <p:cNvSpPr/>
          <p:nvPr/>
        </p:nvSpPr>
        <p:spPr>
          <a:xfrm>
            <a:off x="611560" y="2122376"/>
            <a:ext cx="432048" cy="174386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835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82 0.00347 L 0.00382 -0.1223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2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</TotalTime>
  <Words>68</Words>
  <Application>Microsoft Office PowerPoint</Application>
  <PresentationFormat>화면 슬라이드 쇼(4:3)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31</cp:revision>
  <dcterms:created xsi:type="dcterms:W3CDTF">2017-09-04T01:50:45Z</dcterms:created>
  <dcterms:modified xsi:type="dcterms:W3CDTF">2017-09-05T06:14:18Z</dcterms:modified>
</cp:coreProperties>
</file>