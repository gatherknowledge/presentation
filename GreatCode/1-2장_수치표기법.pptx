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media/image1.jpeg" ContentType="image/jpeg"/>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Types>
</file>

<file path=_rels/.rels><?xml version="1.0" encoding="UTF-8" standalone="yes"?><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20000"/>
      </a:lnSpc>
      <a:spcBef>
        <a:spcPts val="0"/>
      </a:spcBef>
      <a:spcAft>
        <a:spcPts val="0"/>
      </a:spcAft>
      <a:buClrTx/>
      <a:buSzTx/>
      <a:buFontTx/>
      <a:buNone/>
      <a:tabLst/>
      <a:defRPr b="1" baseline="0" cap="none" i="0" spc="0" strike="noStrike" sz="1600" u="none" kumimoji="0" normalizeH="0">
        <a:ln>
          <a:noFill/>
        </a:ln>
        <a:solidFill>
          <a:srgbClr val="3F3F3F"/>
        </a:solidFill>
        <a:effectLst/>
        <a:uFillTx/>
        <a:latin typeface="나눔바른고딕"/>
        <a:ea typeface="나눔바른고딕"/>
        <a:cs typeface="나눔바른고딕"/>
        <a:sym typeface="나눔바른고딕"/>
      </a:defRPr>
    </a:lvl1pPr>
    <a:lvl2pPr marL="0" marR="0" indent="0" algn="l" defTabSz="914400" rtl="0" fontAlgn="auto" latinLnBrk="0" hangingPunct="0">
      <a:lnSpc>
        <a:spcPct val="120000"/>
      </a:lnSpc>
      <a:spcBef>
        <a:spcPts val="0"/>
      </a:spcBef>
      <a:spcAft>
        <a:spcPts val="0"/>
      </a:spcAft>
      <a:buClrTx/>
      <a:buSzTx/>
      <a:buFontTx/>
      <a:buNone/>
      <a:tabLst/>
      <a:defRPr b="1" baseline="0" cap="none" i="0" spc="0" strike="noStrike" sz="1600" u="none" kumimoji="0" normalizeH="0">
        <a:ln>
          <a:noFill/>
        </a:ln>
        <a:solidFill>
          <a:srgbClr val="3F3F3F"/>
        </a:solidFill>
        <a:effectLst/>
        <a:uFillTx/>
        <a:latin typeface="나눔바른고딕"/>
        <a:ea typeface="나눔바른고딕"/>
        <a:cs typeface="나눔바른고딕"/>
        <a:sym typeface="나눔바른고딕"/>
      </a:defRPr>
    </a:lvl2pPr>
    <a:lvl3pPr marL="0" marR="0" indent="0" algn="l" defTabSz="914400" rtl="0" fontAlgn="auto" latinLnBrk="0" hangingPunct="0">
      <a:lnSpc>
        <a:spcPct val="120000"/>
      </a:lnSpc>
      <a:spcBef>
        <a:spcPts val="0"/>
      </a:spcBef>
      <a:spcAft>
        <a:spcPts val="0"/>
      </a:spcAft>
      <a:buClrTx/>
      <a:buSzTx/>
      <a:buFontTx/>
      <a:buNone/>
      <a:tabLst/>
      <a:defRPr b="1" baseline="0" cap="none" i="0" spc="0" strike="noStrike" sz="1600" u="none" kumimoji="0" normalizeH="0">
        <a:ln>
          <a:noFill/>
        </a:ln>
        <a:solidFill>
          <a:srgbClr val="3F3F3F"/>
        </a:solidFill>
        <a:effectLst/>
        <a:uFillTx/>
        <a:latin typeface="나눔바른고딕"/>
        <a:ea typeface="나눔바른고딕"/>
        <a:cs typeface="나눔바른고딕"/>
        <a:sym typeface="나눔바른고딕"/>
      </a:defRPr>
    </a:lvl3pPr>
    <a:lvl4pPr marL="0" marR="0" indent="0" algn="l" defTabSz="914400" rtl="0" fontAlgn="auto" latinLnBrk="0" hangingPunct="0">
      <a:lnSpc>
        <a:spcPct val="120000"/>
      </a:lnSpc>
      <a:spcBef>
        <a:spcPts val="0"/>
      </a:spcBef>
      <a:spcAft>
        <a:spcPts val="0"/>
      </a:spcAft>
      <a:buClrTx/>
      <a:buSzTx/>
      <a:buFontTx/>
      <a:buNone/>
      <a:tabLst/>
      <a:defRPr b="1" baseline="0" cap="none" i="0" spc="0" strike="noStrike" sz="1600" u="none" kumimoji="0" normalizeH="0">
        <a:ln>
          <a:noFill/>
        </a:ln>
        <a:solidFill>
          <a:srgbClr val="3F3F3F"/>
        </a:solidFill>
        <a:effectLst/>
        <a:uFillTx/>
        <a:latin typeface="나눔바른고딕"/>
        <a:ea typeface="나눔바른고딕"/>
        <a:cs typeface="나눔바른고딕"/>
        <a:sym typeface="나눔바른고딕"/>
      </a:defRPr>
    </a:lvl4pPr>
    <a:lvl5pPr marL="0" marR="0" indent="0" algn="l" defTabSz="914400" rtl="0" fontAlgn="auto" latinLnBrk="0" hangingPunct="0">
      <a:lnSpc>
        <a:spcPct val="120000"/>
      </a:lnSpc>
      <a:spcBef>
        <a:spcPts val="0"/>
      </a:spcBef>
      <a:spcAft>
        <a:spcPts val="0"/>
      </a:spcAft>
      <a:buClrTx/>
      <a:buSzTx/>
      <a:buFontTx/>
      <a:buNone/>
      <a:tabLst/>
      <a:defRPr b="1" baseline="0" cap="none" i="0" spc="0" strike="noStrike" sz="1600" u="none" kumimoji="0" normalizeH="0">
        <a:ln>
          <a:noFill/>
        </a:ln>
        <a:solidFill>
          <a:srgbClr val="3F3F3F"/>
        </a:solidFill>
        <a:effectLst/>
        <a:uFillTx/>
        <a:latin typeface="나눔바른고딕"/>
        <a:ea typeface="나눔바른고딕"/>
        <a:cs typeface="나눔바른고딕"/>
        <a:sym typeface="나눔바른고딕"/>
      </a:defRPr>
    </a:lvl5pPr>
    <a:lvl6pPr marL="0" marR="0" indent="0" algn="l" defTabSz="914400" rtl="0" fontAlgn="auto" latinLnBrk="0" hangingPunct="0">
      <a:lnSpc>
        <a:spcPct val="120000"/>
      </a:lnSpc>
      <a:spcBef>
        <a:spcPts val="0"/>
      </a:spcBef>
      <a:spcAft>
        <a:spcPts val="0"/>
      </a:spcAft>
      <a:buClrTx/>
      <a:buSzTx/>
      <a:buFontTx/>
      <a:buNone/>
      <a:tabLst/>
      <a:defRPr b="1" baseline="0" cap="none" i="0" spc="0" strike="noStrike" sz="1600" u="none" kumimoji="0" normalizeH="0">
        <a:ln>
          <a:noFill/>
        </a:ln>
        <a:solidFill>
          <a:srgbClr val="3F3F3F"/>
        </a:solidFill>
        <a:effectLst/>
        <a:uFillTx/>
        <a:latin typeface="나눔바른고딕"/>
        <a:ea typeface="나눔바른고딕"/>
        <a:cs typeface="나눔바른고딕"/>
        <a:sym typeface="나눔바른고딕"/>
      </a:defRPr>
    </a:lvl6pPr>
    <a:lvl7pPr marL="0" marR="0" indent="0" algn="l" defTabSz="914400" rtl="0" fontAlgn="auto" latinLnBrk="0" hangingPunct="0">
      <a:lnSpc>
        <a:spcPct val="120000"/>
      </a:lnSpc>
      <a:spcBef>
        <a:spcPts val="0"/>
      </a:spcBef>
      <a:spcAft>
        <a:spcPts val="0"/>
      </a:spcAft>
      <a:buClrTx/>
      <a:buSzTx/>
      <a:buFontTx/>
      <a:buNone/>
      <a:tabLst/>
      <a:defRPr b="1" baseline="0" cap="none" i="0" spc="0" strike="noStrike" sz="1600" u="none" kumimoji="0" normalizeH="0">
        <a:ln>
          <a:noFill/>
        </a:ln>
        <a:solidFill>
          <a:srgbClr val="3F3F3F"/>
        </a:solidFill>
        <a:effectLst/>
        <a:uFillTx/>
        <a:latin typeface="나눔바른고딕"/>
        <a:ea typeface="나눔바른고딕"/>
        <a:cs typeface="나눔바른고딕"/>
        <a:sym typeface="나눔바른고딕"/>
      </a:defRPr>
    </a:lvl7pPr>
    <a:lvl8pPr marL="0" marR="0" indent="0" algn="l" defTabSz="914400" rtl="0" fontAlgn="auto" latinLnBrk="0" hangingPunct="0">
      <a:lnSpc>
        <a:spcPct val="120000"/>
      </a:lnSpc>
      <a:spcBef>
        <a:spcPts val="0"/>
      </a:spcBef>
      <a:spcAft>
        <a:spcPts val="0"/>
      </a:spcAft>
      <a:buClrTx/>
      <a:buSzTx/>
      <a:buFontTx/>
      <a:buNone/>
      <a:tabLst/>
      <a:defRPr b="1" baseline="0" cap="none" i="0" spc="0" strike="noStrike" sz="1600" u="none" kumimoji="0" normalizeH="0">
        <a:ln>
          <a:noFill/>
        </a:ln>
        <a:solidFill>
          <a:srgbClr val="3F3F3F"/>
        </a:solidFill>
        <a:effectLst/>
        <a:uFillTx/>
        <a:latin typeface="나눔바른고딕"/>
        <a:ea typeface="나눔바른고딕"/>
        <a:cs typeface="나눔바른고딕"/>
        <a:sym typeface="나눔바른고딕"/>
      </a:defRPr>
    </a:lvl8pPr>
    <a:lvl9pPr marL="0" marR="0" indent="0" algn="l" defTabSz="914400" rtl="0" fontAlgn="auto" latinLnBrk="0" hangingPunct="0">
      <a:lnSpc>
        <a:spcPct val="120000"/>
      </a:lnSpc>
      <a:spcBef>
        <a:spcPts val="0"/>
      </a:spcBef>
      <a:spcAft>
        <a:spcPts val="0"/>
      </a:spcAft>
      <a:buClrTx/>
      <a:buSzTx/>
      <a:buFontTx/>
      <a:buNone/>
      <a:tabLst/>
      <a:defRPr b="1" baseline="0" cap="none" i="0" spc="0" strike="noStrike" sz="1600" u="none" kumimoji="0" normalizeH="0">
        <a:ln>
          <a:noFill/>
        </a:ln>
        <a:solidFill>
          <a:srgbClr val="3F3F3F"/>
        </a:solidFill>
        <a:effectLst/>
        <a:uFillTx/>
        <a:latin typeface="나눔바른고딕"/>
        <a:ea typeface="나눔바른고딕"/>
        <a:cs typeface="나눔바른고딕"/>
        <a:sym typeface="나눔바른고딕"/>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b="def" i="def"/>
      <a:tcStyle>
        <a:tcBdr/>
        <a:fill>
          <a:solidFill>
            <a:srgbClr val="FFFFFF"/>
          </a:solidFill>
        </a:fill>
      </a:tcStyle>
    </a:band2H>
    <a:firstCol>
      <a:tcTxStyle b="off"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EEE7283C-3CF3-47DC-8721-378D4A62B22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1"/>
</file>

<file path=ppt/_rels/presentation.xml.rels><?xml version="1.0" encoding="UTF-8" standalone="yes"?><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Shape 302"/>
          <p:cNvSpPr/>
          <p:nvPr>
            <p:ph type="sldImg"/>
          </p:nvPr>
        </p:nvSpPr>
        <p:spPr>
          <a:xfrm>
            <a:off x="1143000" y="685800"/>
            <a:ext cx="4572000" cy="3429000"/>
          </a:xfrm>
          <a:prstGeom prst="rect">
            <a:avLst/>
          </a:prstGeom>
        </p:spPr>
        <p:txBody>
          <a:bodyPr/>
          <a:lstStyle/>
          <a:p>
            <a:pPr/>
          </a:p>
        </p:txBody>
      </p:sp>
      <p:sp>
        <p:nvSpPr>
          <p:cNvPr id="303" name="Shape 30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a:latin typeface="+mn-lt"/>
        <a:ea typeface="+mn-ea"/>
        <a:cs typeface="+mn-cs"/>
        <a:sym typeface="Helvetica Neue"/>
      </a:defRPr>
    </a:lvl1pPr>
    <a:lvl2pPr indent="228600" latinLnBrk="0">
      <a:defRPr>
        <a:latin typeface="+mn-lt"/>
        <a:ea typeface="+mn-ea"/>
        <a:cs typeface="+mn-cs"/>
        <a:sym typeface="Helvetica Neue"/>
      </a:defRPr>
    </a:lvl2pPr>
    <a:lvl3pPr indent="457200" latinLnBrk="0">
      <a:defRPr>
        <a:latin typeface="+mn-lt"/>
        <a:ea typeface="+mn-ea"/>
        <a:cs typeface="+mn-cs"/>
        <a:sym typeface="Helvetica Neue"/>
      </a:defRPr>
    </a:lvl3pPr>
    <a:lvl4pPr indent="685800" latinLnBrk="0">
      <a:defRPr>
        <a:latin typeface="+mn-lt"/>
        <a:ea typeface="+mn-ea"/>
        <a:cs typeface="+mn-cs"/>
        <a:sym typeface="Helvetica Neue"/>
      </a:defRPr>
    </a:lvl4pPr>
    <a:lvl5pPr indent="914400" latinLnBrk="0">
      <a:defRPr>
        <a:latin typeface="+mn-lt"/>
        <a:ea typeface="+mn-ea"/>
        <a:cs typeface="+mn-cs"/>
        <a:sym typeface="Helvetica Neue"/>
      </a:defRPr>
    </a:lvl5pPr>
    <a:lvl6pPr indent="1143000" latinLnBrk="0">
      <a:defRPr>
        <a:latin typeface="+mn-lt"/>
        <a:ea typeface="+mn-ea"/>
        <a:cs typeface="+mn-cs"/>
        <a:sym typeface="Helvetica Neue"/>
      </a:defRPr>
    </a:lvl6pPr>
    <a:lvl7pPr indent="1371600" latinLnBrk="0">
      <a:defRPr>
        <a:latin typeface="+mn-lt"/>
        <a:ea typeface="+mn-ea"/>
        <a:cs typeface="+mn-cs"/>
        <a:sym typeface="Helvetica Neue"/>
      </a:defRPr>
    </a:lvl7pPr>
    <a:lvl8pPr indent="1600200" latinLnBrk="0">
      <a:defRPr>
        <a:latin typeface="+mn-lt"/>
        <a:ea typeface="+mn-ea"/>
        <a:cs typeface="+mn-cs"/>
        <a:sym typeface="Helvetica Neue"/>
      </a:defRPr>
    </a:lvl8pPr>
    <a:lvl9pPr indent="1828800" latinLnBrk="0">
      <a:defRPr>
        <a:latin typeface="+mn-lt"/>
        <a:ea typeface="+mn-ea"/>
        <a:cs typeface="+mn-cs"/>
        <a:sym typeface="Helvetica Neue"/>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8.xml.rels><?xml version="1.0" encoding="UTF-8" standalone="yes"?><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39.xml.rels><?xml version="1.0" encoding="UTF-8" standalone="yes"?><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0.xml.rels><?xml version="1.0" encoding="UTF-8" standalone="yes"?><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1.xml.rels><?xml version="1.0" encoding="UTF-8" standalone="yes"?><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2.xml.rels><?xml version="1.0" encoding="UTF-8" standalone="yes"?><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3.xml.rels><?xml version="1.0" encoding="UTF-8" standalone="yes"?><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4.xml.rels><?xml version="1.0" encoding="UTF-8" standalone="yes"?><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07" name="Shape 307"/>
          <p:cNvSpPr/>
          <p:nvPr>
            <p:ph type="sldImg"/>
          </p:nvPr>
        </p:nvSpPr>
        <p:spPr>
          <a:prstGeom prst="rect">
            <a:avLst/>
          </a:prstGeom>
        </p:spPr>
        <p:txBody>
          <a:bodyPr/>
          <a:lstStyle/>
          <a:p>
            <a:pPr/>
          </a:p>
        </p:txBody>
      </p:sp>
      <p:sp>
        <p:nvSpPr>
          <p:cNvPr id="308" name="Shape 308"/>
          <p:cNvSpPr/>
          <p:nvPr>
            <p:ph type="body" sz="quarter" idx="1"/>
          </p:nvPr>
        </p:nvSpPr>
        <p:spPr>
          <a:prstGeom prst="rect">
            <a:avLst/>
          </a:prstGeom>
        </p:spPr>
        <p:txBody>
          <a:bodyPr/>
          <a:lstStyle/>
          <a:p>
            <a:pPr/>
            <a:r>
              <a:t>발표 시작하겠습니다.</a:t>
            </a:r>
            <a:r>
              <a:t> </a:t>
            </a:r>
            <a:r>
              <a:t>제가 오늘부터 발표하게 될 내용은 렌달 하이드 저자의 </a:t>
            </a:r>
            <a:r>
              <a:t>GreatCode</a:t>
            </a:r>
            <a:r>
              <a:t> 라는 책을 주제로 발표하게 됐습니다</a:t>
            </a:r>
            <a:r>
              <a:t>. </a:t>
            </a:r>
            <a:r>
              <a:t>우선 제 소개입니다.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36" name="Shape 336"/>
          <p:cNvSpPr/>
          <p:nvPr>
            <p:ph type="sldImg"/>
          </p:nvPr>
        </p:nvSpPr>
        <p:spPr>
          <a:prstGeom prst="rect">
            <a:avLst/>
          </a:prstGeom>
        </p:spPr>
        <p:txBody>
          <a:bodyPr/>
          <a:lstStyle/>
          <a:p>
            <a:pPr/>
          </a:p>
        </p:txBody>
      </p:sp>
      <p:sp>
        <p:nvSpPr>
          <p:cNvPr id="337" name="Shape 337"/>
          <p:cNvSpPr/>
          <p:nvPr>
            <p:ph type="body" sz="quarter" idx="1"/>
          </p:nvPr>
        </p:nvSpPr>
        <p:spPr>
          <a:prstGeom prst="rect">
            <a:avLst/>
          </a:prstGeom>
        </p:spPr>
        <p:txBody>
          <a:bodyPr/>
          <a:lstStyle/>
          <a:p>
            <a:pPr/>
            <a:r>
              <a:t>우선 제 소개이고요</a:t>
            </a:r>
            <a:r>
              <a:t>. </a:t>
            </a:r>
            <a:r>
              <a:t>간략히 말씀드리자면 </a:t>
            </a:r>
            <a:r>
              <a:t>2015</a:t>
            </a:r>
            <a:r>
              <a:t>년부터 자바 웹 개발로 개발일을 시작했고</a:t>
            </a:r>
            <a:r>
              <a:t>,</a:t>
            </a:r>
            <a:r>
              <a:t> 현재는 핀테크 관련 회사에서 개발 및 유지보수를 담당하고 있습니다</a:t>
            </a:r>
            <a:r>
              <a:t>. </a:t>
            </a:r>
          </a:p>
          <a:p>
            <a:pPr/>
            <a:r>
              <a:t>이것 저것 써있고, </a:t>
            </a:r>
            <a:r>
              <a:t>옆에는 간략히 이메일주고</a:t>
            </a:r>
            <a:r>
              <a:t>, </a:t>
            </a:r>
            <a:r>
              <a:t>깃허브 저장소  </a:t>
            </a:r>
            <a:r>
              <a:t>url</a:t>
            </a:r>
            <a:r>
              <a:t>이 있고요</a:t>
            </a:r>
            <a:r>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61" name="Shape 361"/>
          <p:cNvSpPr/>
          <p:nvPr>
            <p:ph type="sldImg"/>
          </p:nvPr>
        </p:nvSpPr>
        <p:spPr>
          <a:prstGeom prst="rect">
            <a:avLst/>
          </a:prstGeom>
        </p:spPr>
        <p:txBody>
          <a:bodyPr/>
          <a:lstStyle/>
          <a:p>
            <a:pPr/>
          </a:p>
        </p:txBody>
      </p:sp>
      <p:sp>
        <p:nvSpPr>
          <p:cNvPr id="362" name="Shape 362"/>
          <p:cNvSpPr/>
          <p:nvPr>
            <p:ph type="body" sz="quarter" idx="1"/>
          </p:nvPr>
        </p:nvSpPr>
        <p:spPr>
          <a:prstGeom prst="rect">
            <a:avLst/>
          </a:prstGeom>
        </p:spPr>
        <p:txBody>
          <a:bodyPr/>
          <a:lstStyle/>
          <a:p>
            <a:pPr/>
            <a:r>
              <a:t>목차 들어가겠습니다</a:t>
            </a:r>
            <a:r>
              <a:t>. </a:t>
            </a:r>
            <a:r>
              <a:t>첫번째로 간략한 전체 책과 저자 소개</a:t>
            </a:r>
            <a:r>
              <a:t>, </a:t>
            </a:r>
            <a:r>
              <a:t>수와 수치 표기법 개념 그리고 이 수와 수치표기법의 개념들이 컴퓨터 상에서 어떻게 사용이 되는지 순서로 발표 진행하겠습니다</a:t>
            </a:r>
            <a:r>
              <a:t>.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66" name="Shape 366"/>
          <p:cNvSpPr/>
          <p:nvPr>
            <p:ph type="sldImg"/>
          </p:nvPr>
        </p:nvSpPr>
        <p:spPr>
          <a:prstGeom prst="rect">
            <a:avLst/>
          </a:prstGeom>
        </p:spPr>
        <p:txBody>
          <a:bodyPr/>
          <a:lstStyle/>
          <a:p>
            <a:pPr/>
          </a:p>
        </p:txBody>
      </p:sp>
      <p:sp>
        <p:nvSpPr>
          <p:cNvPr id="367" name="Shape 367"/>
          <p:cNvSpPr/>
          <p:nvPr>
            <p:ph type="body" sz="quarter" idx="1"/>
          </p:nvPr>
        </p:nvSpPr>
        <p:spPr>
          <a:prstGeom prst="rect">
            <a:avLst/>
          </a:prstGeom>
        </p:spPr>
        <p:txBody>
          <a:bodyPr/>
          <a:lstStyle>
            <a:lvl1pPr>
              <a:buSzPct val="100000"/>
              <a:buChar char="●"/>
            </a:lvl1pPr>
          </a:lstStyle>
          <a:p>
            <a:pPr/>
            <a:r>
              <a:t>책 소개, 최고의 코드를 위해 알아야 할 것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73" name="Shape 373"/>
          <p:cNvSpPr/>
          <p:nvPr>
            <p:ph type="sldImg"/>
          </p:nvPr>
        </p:nvSpPr>
        <p:spPr>
          <a:prstGeom prst="rect">
            <a:avLst/>
          </a:prstGeom>
        </p:spPr>
        <p:txBody>
          <a:bodyPr/>
          <a:lstStyle/>
          <a:p>
            <a:pPr/>
          </a:p>
        </p:txBody>
      </p:sp>
      <p:sp>
        <p:nvSpPr>
          <p:cNvPr id="374" name="Shape 374"/>
          <p:cNvSpPr/>
          <p:nvPr>
            <p:ph type="body" sz="quarter" idx="1"/>
          </p:nvPr>
        </p:nvSpPr>
        <p:spPr>
          <a:prstGeom prst="rect">
            <a:avLst/>
          </a:prstGeom>
        </p:spPr>
        <p:txBody>
          <a:bodyPr/>
          <a:lstStyle/>
          <a:p>
            <a:pPr/>
            <a:r>
              <a:t>우선 원제는 </a:t>
            </a:r>
            <a:r>
              <a:t>Writing Great Code</a:t>
            </a:r>
            <a:r>
              <a:t>로 </a:t>
            </a:r>
            <a:r>
              <a:t>1</a:t>
            </a:r>
            <a:r>
              <a:t>권은 </a:t>
            </a:r>
            <a:r>
              <a:t>understanding the machine해서 </a:t>
            </a:r>
            <a:r>
              <a:t>하드웨어 레벨에서의 동작을 시작으로 </a:t>
            </a:r>
            <a:r>
              <a:t>2</a:t>
            </a:r>
            <a:r>
              <a:t>권 </a:t>
            </a:r>
            <a:r>
              <a:t>Thinking Low-level, Writing High-level </a:t>
            </a:r>
            <a:r>
              <a:t>컴파일러 레벨로 올라와서</a:t>
            </a:r>
            <a:r>
              <a:t> 3</a:t>
            </a:r>
            <a:r>
              <a:t>권 </a:t>
            </a:r>
            <a:r>
              <a:t>Engineering software, 4</a:t>
            </a:r>
            <a:r>
              <a:t>권 </a:t>
            </a:r>
            <a:r>
              <a:t>Testing, Debugging and Assurance</a:t>
            </a:r>
            <a:r>
              <a:t>로 총 4권으로 구성돼, 하드웨어에서부터 컴파일러, 소프트웨어 개발 테스트까지 전 레이어에 걸쳐서 설명하려고 했던 책인데.. 인기가 없었는지 아니면 저자가 힘에 부쳐서 인지 우리가 알고 있는 1권 2권을 제외한 나머지 3,4권은 출간되지 않았습니다. </a:t>
            </a:r>
          </a:p>
          <a:p>
            <a:pPr/>
          </a:p>
          <a:p>
            <a:pPr/>
            <a:r>
              <a:t>이 책의 특징이라고 하면 제목은 위대한 코드를 쓰는것이라지만 특별히 프로그래밍 스킬 적인 부분은 나와있지 않고, 슈도코드를 적어 놨다던가 아니면 잠깐잠깐 일부 소스를 붙여놓은 정도로 설명이 돼있는게 특징입니다</a:t>
            </a:r>
            <a:r>
              <a:t>. </a:t>
            </a:r>
            <a:r>
              <a:t>그리고 소주제의 마지막부분은 더 알아보고 싶으면 어디어디를 참조해라 라는 내용으로 구성 돼 있는데 근데 그 참조하라는 부분이 랜달하이드의 다른 책</a:t>
            </a:r>
            <a:r>
              <a:t>, The Art of Assembly Language로 적혀있는 것이</a:t>
            </a:r>
            <a:r>
              <a:t> 대부분인 책 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77" name="Shape 377"/>
          <p:cNvSpPr/>
          <p:nvPr>
            <p:ph type="sldImg"/>
          </p:nvPr>
        </p:nvSpPr>
        <p:spPr>
          <a:prstGeom prst="rect">
            <a:avLst/>
          </a:prstGeom>
        </p:spPr>
        <p:txBody>
          <a:bodyPr/>
          <a:lstStyle/>
          <a:p>
            <a:pPr/>
          </a:p>
        </p:txBody>
      </p:sp>
      <p:sp>
        <p:nvSpPr>
          <p:cNvPr id="378" name="Shape 378"/>
          <p:cNvSpPr/>
          <p:nvPr>
            <p:ph type="body" sz="quarter" idx="1"/>
          </p:nvPr>
        </p:nvSpPr>
        <p:spPr>
          <a:prstGeom prst="rect">
            <a:avLst/>
          </a:prstGeom>
        </p:spPr>
        <p:txBody>
          <a:bodyPr/>
          <a:lstStyle/>
          <a:p>
            <a:pPr/>
            <a:r>
              <a:t>수와 수체계의 개념인데, 여기서 수와 수치표기법에 대해 정확히 구분 할 수 있다 하시는 분 계신가요? 네 랜달 하이드 역시 여러 곳에 강의를 돌아다녔지만 구분 할 수있는 사람을 많이 보지는 못했다고 하내요.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83" name="Shape 383"/>
          <p:cNvSpPr/>
          <p:nvPr>
            <p:ph type="sldImg"/>
          </p:nvPr>
        </p:nvSpPr>
        <p:spPr>
          <a:prstGeom prst="rect">
            <a:avLst/>
          </a:prstGeom>
        </p:spPr>
        <p:txBody>
          <a:bodyPr/>
          <a:lstStyle/>
          <a:p>
            <a:pPr/>
          </a:p>
        </p:txBody>
      </p:sp>
      <p:sp>
        <p:nvSpPr>
          <p:cNvPr id="384" name="Shape 384"/>
          <p:cNvSpPr/>
          <p:nvPr>
            <p:ph type="body" sz="quarter" idx="1"/>
          </p:nvPr>
        </p:nvSpPr>
        <p:spPr>
          <a:prstGeom prst="rect">
            <a:avLst/>
          </a:prstGeom>
        </p:spPr>
        <p:txBody>
          <a:bodyPr/>
          <a:lstStyle/>
          <a:p>
            <a:pPr/>
            <a:r>
              <a:t>제가 백이라고 했을 때 명확히 어느 정도다 라고 얘기는 할 수 없지만 대략적으로 떠오르는 양이 있겠죠. 그 명확하진 않지만 추상적으로 생각나는 양 그 자체가 수입니다. 그리고 여기 </a:t>
            </a:r>
            <a:r>
              <a:t>100, 16</a:t>
            </a:r>
            <a:r>
              <a:t>진수의 </a:t>
            </a:r>
            <a:r>
              <a:t>64</a:t>
            </a:r>
            <a:r>
              <a:t>라고 있는데요 이것 역시 마찬가지로 방법은 다르지만</a:t>
            </a:r>
            <a:r>
              <a:t>, 봤을 때 100 이라는 </a:t>
            </a:r>
            <a:r>
              <a:t>같은 양을 떠올릴 수 있는거죠</a:t>
            </a:r>
            <a:r>
              <a:t>.  한 마디로 수치 표기법은 </a:t>
            </a:r>
            <a:r>
              <a:t>한마디로 </a:t>
            </a:r>
            <a:r>
              <a:t>[</a:t>
            </a:r>
            <a:r>
              <a:t>주먹쥐며</a:t>
            </a:r>
            <a:r>
              <a:t>-</a:t>
            </a:r>
            <a:r>
              <a:t>한쪽에서 한쪽으로</a:t>
            </a:r>
            <a:r>
              <a:t>]</a:t>
            </a:r>
            <a:r>
              <a:t>양을 전달하는 수단입니다</a:t>
            </a:r>
            <a:r>
              <a:t>,</a:t>
            </a:r>
          </a:p>
          <a:p>
            <a:pPr/>
          </a:p>
          <a:p>
            <a:pPr/>
            <a:r>
              <a:t>[</a:t>
            </a:r>
            <a:r>
              <a:t>한 타이밍 쉬고</a:t>
            </a:r>
            <a:r>
              <a:t>]</a:t>
            </a:r>
          </a:p>
          <a:p>
            <a:pPr/>
          </a:p>
          <a:p>
            <a:pPr/>
            <a:r>
              <a:t>산가지 표기법이라고 들어보셨나요</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88" name="Shape 388"/>
          <p:cNvSpPr/>
          <p:nvPr>
            <p:ph type="sldImg"/>
          </p:nvPr>
        </p:nvSpPr>
        <p:spPr>
          <a:prstGeom prst="rect">
            <a:avLst/>
          </a:prstGeom>
        </p:spPr>
        <p:txBody>
          <a:bodyPr/>
          <a:lstStyle/>
          <a:p>
            <a:pPr/>
          </a:p>
        </p:txBody>
      </p:sp>
      <p:sp>
        <p:nvSpPr>
          <p:cNvPr id="389" name="Shape 389"/>
          <p:cNvSpPr/>
          <p:nvPr>
            <p:ph type="body" sz="quarter" idx="1"/>
          </p:nvPr>
        </p:nvSpPr>
        <p:spPr>
          <a:prstGeom prst="rect">
            <a:avLst/>
          </a:prstGeom>
        </p:spPr>
        <p:txBody>
          <a:bodyPr/>
          <a:lstStyle/>
          <a:p>
            <a:pPr/>
            <a:r>
              <a:t>뭐 어디 외국 영화나 드라마 같은데서 무인도에 조난 당하면 나무나 바위 같은데다가 하나씩 긋고 </a:t>
            </a:r>
            <a:r>
              <a:t>5</a:t>
            </a:r>
            <a:r>
              <a:t>개 되면</a:t>
            </a:r>
            <a:r>
              <a:t>, </a:t>
            </a:r>
            <a:r>
              <a:t>옆에 칸에다가 쭉 그어주고</a:t>
            </a:r>
            <a:r>
              <a:t>, 우리나라의 경우에는 바를 정자를 쓰죠?</a:t>
            </a:r>
          </a:p>
          <a:p>
            <a:pPr/>
            <a:r>
              <a:t>이렇게 표기하는게 산가지 표기법인데</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97" name="Shape 397"/>
          <p:cNvSpPr/>
          <p:nvPr>
            <p:ph type="sldImg"/>
          </p:nvPr>
        </p:nvSpPr>
        <p:spPr>
          <a:prstGeom prst="rect">
            <a:avLst/>
          </a:prstGeom>
        </p:spPr>
        <p:txBody>
          <a:bodyPr/>
          <a:lstStyle/>
          <a:p>
            <a:pPr/>
          </a:p>
        </p:txBody>
      </p:sp>
      <p:sp>
        <p:nvSpPr>
          <p:cNvPr id="398" name="Shape 398"/>
          <p:cNvSpPr/>
          <p:nvPr>
            <p:ph type="body" sz="quarter" idx="1"/>
          </p:nvPr>
        </p:nvSpPr>
        <p:spPr>
          <a:prstGeom prst="rect">
            <a:avLst/>
          </a:prstGeom>
        </p:spPr>
        <p:txBody>
          <a:bodyPr/>
          <a:lstStyle/>
          <a:p>
            <a:pPr>
              <a:buSzPct val="100000"/>
              <a:buChar char="●"/>
            </a:pPr>
            <a:r>
              <a:t>근데 우리가</a:t>
            </a:r>
            <a:r>
              <a:t> </a:t>
            </a:r>
            <a:r>
              <a:t>저기 하나씩 그어서 표기하는</a:t>
            </a:r>
            <a:r>
              <a:t> </a:t>
            </a:r>
            <a:r>
              <a:t>이 산가지 표기법을 이용해서 재무재표를 작성하려고 한다</a:t>
            </a:r>
            <a:r>
              <a:t>. </a:t>
            </a:r>
            <a:r>
              <a:t>이게 말이 될까요</a:t>
            </a:r>
            <a:r>
              <a:t>? </a:t>
            </a:r>
            <a:r>
              <a:t>예 말도 안되는 얘기죠</a:t>
            </a:r>
            <a:r>
              <a:t>. </a:t>
            </a:r>
          </a:p>
          <a:p>
            <a:pPr>
              <a:buSzPct val="100000"/>
              <a:buChar char="●"/>
            </a:pPr>
            <a:r>
              <a:t>수백만개, 수천, 이거를 다 표기해 줄 수는 없죠?, 그리고 이자율이 1.5%다. 쩜오는 어떻게 표시 할 것인가요?</a:t>
            </a:r>
          </a:p>
          <a:p>
            <a:pPr>
              <a:buSzPct val="100000"/>
              <a:buChar char="●"/>
            </a:pPr>
            <a:r>
              <a:t>우리가 문제를 해결 할 때 적절한 자료구조를 사용해서 하지 않으면 문제가 오히려 복잡해지기도 하는데 적절히 사용한다면 문제를 쉽게 처리할 수 있잖아요</a:t>
            </a:r>
            <a:r>
              <a:t>.  큐를 이용해서 쉽게 만들 수</a:t>
            </a:r>
            <a:r>
              <a:t> 스택 구조로 만들었다해봐요</a:t>
            </a:r>
            <a:r>
              <a:t>. </a:t>
            </a:r>
            <a:r>
              <a:t>만들고</a:t>
            </a:r>
            <a:r>
              <a:t> 쌓고 뒤집고, 문제 해결만해도 버거운데, </a:t>
            </a:r>
            <a:r>
              <a:t>굉장히 복잡해지겠죠</a:t>
            </a:r>
            <a:r>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04" name="Shape 404"/>
          <p:cNvSpPr/>
          <p:nvPr>
            <p:ph type="sldImg"/>
          </p:nvPr>
        </p:nvSpPr>
        <p:spPr>
          <a:prstGeom prst="rect">
            <a:avLst/>
          </a:prstGeom>
        </p:spPr>
        <p:txBody>
          <a:bodyPr/>
          <a:lstStyle/>
          <a:p>
            <a:pPr/>
          </a:p>
        </p:txBody>
      </p:sp>
      <p:sp>
        <p:nvSpPr>
          <p:cNvPr id="405" name="Shape 405"/>
          <p:cNvSpPr/>
          <p:nvPr>
            <p:ph type="body" sz="quarter" idx="1"/>
          </p:nvPr>
        </p:nvSpPr>
        <p:spPr>
          <a:prstGeom prst="rect">
            <a:avLst/>
          </a:prstGeom>
        </p:spPr>
        <p:txBody>
          <a:bodyPr/>
          <a:lstStyle/>
          <a:p>
            <a:pPr/>
            <a:r>
              <a:t>그래서 우리는 아직도 산가지 표기법을 쓰는게 아니고, 진법 체계를 쓰죠. 그 중에서도 10진법 체계를.</a:t>
            </a:r>
          </a:p>
          <a:p>
            <a:pPr/>
            <a:r>
              <a:t>10진법 체계를 쓰는 이유는 한 번 쯤 들어보셨죠? 인간의 손가락이 10개이기 때문에라는 얘기, 좋아요. 인간이기때문에 10개</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09" name="Shape 409"/>
          <p:cNvSpPr/>
          <p:nvPr>
            <p:ph type="sldImg"/>
          </p:nvPr>
        </p:nvSpPr>
        <p:spPr>
          <a:prstGeom prst="rect">
            <a:avLst/>
          </a:prstGeom>
        </p:spPr>
        <p:txBody>
          <a:bodyPr/>
          <a:lstStyle/>
          <a:p>
            <a:pPr/>
          </a:p>
        </p:txBody>
      </p:sp>
      <p:sp>
        <p:nvSpPr>
          <p:cNvPr id="410" name="Shape 410"/>
          <p:cNvSpPr/>
          <p:nvPr>
            <p:ph type="body" sz="quarter" idx="1"/>
          </p:nvPr>
        </p:nvSpPr>
        <p:spPr>
          <a:prstGeom prst="rect">
            <a:avLst/>
          </a:prstGeom>
        </p:spPr>
        <p:txBody>
          <a:bodyPr/>
          <a:lstStyle/>
          <a:p>
            <a:pPr/>
            <a:r>
              <a:t>근데 이게 과연 기계에게도 편한 방법이냐 이거에요. 과연 기계에도 편한 방법일까요? </a:t>
            </a:r>
          </a:p>
          <a:p>
            <a:pPr/>
            <a:r>
              <a:t>아니죠. 그래서 어떻게 편한 방법이 없을까 하고 여러가지 진법들을 연구하게 되고 여러가지 표기법들이 나타나게 되죠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16" name="Shape 416"/>
          <p:cNvSpPr/>
          <p:nvPr>
            <p:ph type="sldImg"/>
          </p:nvPr>
        </p:nvSpPr>
        <p:spPr>
          <a:prstGeom prst="rect">
            <a:avLst/>
          </a:prstGeom>
        </p:spPr>
        <p:txBody>
          <a:bodyPr/>
          <a:lstStyle/>
          <a:p>
            <a:pPr/>
          </a:p>
        </p:txBody>
      </p:sp>
      <p:sp>
        <p:nvSpPr>
          <p:cNvPr id="417" name="Shape 417"/>
          <p:cNvSpPr/>
          <p:nvPr>
            <p:ph type="body" sz="quarter" idx="1"/>
          </p:nvPr>
        </p:nvSpPr>
        <p:spPr>
          <a:prstGeom prst="rect">
            <a:avLst/>
          </a:prstGeom>
        </p:spPr>
        <p:txBody>
          <a:bodyPr/>
          <a:lstStyle/>
          <a:p>
            <a:pPr/>
            <a:r>
              <a:t>0</a:t>
            </a:r>
            <a:r>
              <a:t>과 </a:t>
            </a:r>
            <a:r>
              <a:t>1</a:t>
            </a:r>
            <a:r>
              <a:t>만을 사용하는 </a:t>
            </a:r>
            <a:r>
              <a:t>2</a:t>
            </a:r>
            <a:r>
              <a:t>진법</a:t>
            </a:r>
            <a:r>
              <a:t>, 0,1,2</a:t>
            </a:r>
            <a:r>
              <a:t>부터 </a:t>
            </a:r>
            <a:r>
              <a:t>7</a:t>
            </a:r>
            <a:r>
              <a:t>까지 사용하는 </a:t>
            </a:r>
            <a:r>
              <a:t>8</a:t>
            </a:r>
            <a:r>
              <a:t>진법 그리고 </a:t>
            </a:r>
            <a:r>
              <a:t>16</a:t>
            </a:r>
            <a:r>
              <a:t>진법 같은 것들을 만들게 된 것이죠. 그 중에서도 컴퓨터 내부시스템은 전부 2진법을 사용하기 때문에 잘 알아두셔야하고, 8진법같은 경우에는 초기 유닉스 시스템의 흔적으로 볼 수가 있기 때문에 잘 알아둬야 합니다. 유닉스에 권한 관리 하는 부분있잖아요 ? chmod로 명령쳐서 숫자로 권한 주는 명령. 이렇게 해서 볼 수 있고.</a:t>
            </a:r>
          </a:p>
          <a:p>
            <a:pPr/>
          </a:p>
          <a:p>
            <a:pPr/>
            <a:r>
              <a:t>16진법 같은 경우에는 너무 커져버린 2진수 자체를 간략하게 표기하고 읽기 좋게 만들어주는 방법이죠. 32비트를 표현한다고만 해도 벌써 2진수로 표현한다고하면 32의 1과0을 적어야 하는데 굉장히 비효율적이죠? 16비트로 하면 8개면 되는데</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20" name="Shape 420"/>
          <p:cNvSpPr/>
          <p:nvPr>
            <p:ph type="sldImg"/>
          </p:nvPr>
        </p:nvSpPr>
        <p:spPr>
          <a:prstGeom prst="rect">
            <a:avLst/>
          </a:prstGeom>
        </p:spPr>
        <p:txBody>
          <a:bodyPr/>
          <a:lstStyle/>
          <a:p>
            <a:pPr/>
          </a:p>
        </p:txBody>
      </p:sp>
      <p:sp>
        <p:nvSpPr>
          <p:cNvPr id="421" name="Shape 421"/>
          <p:cNvSpPr/>
          <p:nvPr>
            <p:ph type="body" sz="quarter" idx="1"/>
          </p:nvPr>
        </p:nvSpPr>
        <p:spPr>
          <a:prstGeom prst="rect">
            <a:avLst/>
          </a:prstGeom>
        </p:spPr>
        <p:txBody>
          <a:bodyPr/>
          <a:lstStyle/>
          <a:p>
            <a:pPr/>
            <a:r>
              <a:t>그래서 다음으로 해야 될 것들이 이 우리가 사용하고 있는 그 진법들은 컴퓨터에서 어떻게 이용이 되는가에 대해서 알아야 하는데요.</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28" name="Shape 428"/>
          <p:cNvSpPr/>
          <p:nvPr>
            <p:ph type="sldImg"/>
          </p:nvPr>
        </p:nvSpPr>
        <p:spPr>
          <a:prstGeom prst="rect">
            <a:avLst/>
          </a:prstGeom>
        </p:spPr>
        <p:txBody>
          <a:bodyPr/>
          <a:lstStyle/>
          <a:p>
            <a:pPr/>
          </a:p>
        </p:txBody>
      </p:sp>
      <p:sp>
        <p:nvSpPr>
          <p:cNvPr id="429" name="Shape 429"/>
          <p:cNvSpPr/>
          <p:nvPr>
            <p:ph type="body" sz="quarter" idx="1"/>
          </p:nvPr>
        </p:nvSpPr>
        <p:spPr>
          <a:prstGeom prst="rect">
            <a:avLst/>
          </a:prstGeom>
        </p:spPr>
        <p:txBody>
          <a:bodyPr/>
          <a:lstStyle/>
          <a:p>
            <a:pPr/>
            <a:r>
              <a:t>특히 우리가 앞에서 살펴 보았던 2진법 같은 경우에는 데이터의 최소단위인 비트와 일대일 대응이 되기 대부분의 컴퓨터 시스템에서 이용되는 최소단위입니다. 비트의 경우에는 0과 1을 저장 할 수 있는 컴퓨터 데이터의 최소단위인데요. 두 가지를 정확히 저장 할 수 있다보니 명백하게 두 가지로 구분되는 것, 1과0, 남과여, ON/OFF, 남자와 여자등 두 가지만이 존재 하는 것을 정확히 저장 할 수 있습니다. 근데 우리가 표현해야 할 정보들은 정말 많죠.단순히 숫자에서부터 사람의 이름, 제품 코드 처럼. </a:t>
            </a:r>
          </a:p>
          <a:p>
            <a:pPr/>
          </a:p>
          <a:p>
            <a:pPr/>
            <a:r>
              <a:t>그래서 우리 컴퓨터는 비트를 여러개 붙힌 비트 스트링으로 데이터를 저장합니다. </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34" name="Shape 434"/>
          <p:cNvSpPr/>
          <p:nvPr>
            <p:ph type="sldImg"/>
          </p:nvPr>
        </p:nvSpPr>
        <p:spPr>
          <a:prstGeom prst="rect">
            <a:avLst/>
          </a:prstGeom>
        </p:spPr>
        <p:txBody>
          <a:bodyPr/>
          <a:lstStyle/>
          <a:p>
            <a:pPr/>
          </a:p>
        </p:txBody>
      </p:sp>
      <p:sp>
        <p:nvSpPr>
          <p:cNvPr id="435" name="Shape 435"/>
          <p:cNvSpPr/>
          <p:nvPr>
            <p:ph type="body" sz="quarter" idx="1"/>
          </p:nvPr>
        </p:nvSpPr>
        <p:spPr>
          <a:prstGeom prst="rect">
            <a:avLst/>
          </a:prstGeom>
        </p:spPr>
        <p:txBody>
          <a:bodyPr/>
          <a:lstStyle/>
          <a:p>
            <a:pPr/>
            <a:r>
              <a:t>크기 쭉 설명하고 2^10씩 올라가면서 단위가 바뀌는 내용에 대해 설명, </a:t>
            </a:r>
          </a:p>
          <a:p>
            <a:pPr/>
            <a:r>
              <a:t>이렇게 늘려가는 것도 좋지만 반대로 이 늘리는 것 밖에 없는 시스템에서 도대체 음수의 개념은 어떻게 표현하는지 궁금해질텐데요.</a:t>
            </a:r>
          </a:p>
          <a:p>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42" name="Shape 442"/>
          <p:cNvSpPr/>
          <p:nvPr>
            <p:ph type="sldImg"/>
          </p:nvPr>
        </p:nvSpPr>
        <p:spPr>
          <a:prstGeom prst="rect">
            <a:avLst/>
          </a:prstGeom>
        </p:spPr>
        <p:txBody>
          <a:bodyPr/>
          <a:lstStyle/>
          <a:p>
            <a:pPr/>
          </a:p>
        </p:txBody>
      </p:sp>
      <p:sp>
        <p:nvSpPr>
          <p:cNvPr id="443" name="Shape 443"/>
          <p:cNvSpPr/>
          <p:nvPr>
            <p:ph type="body" sz="quarter" idx="1"/>
          </p:nvPr>
        </p:nvSpPr>
        <p:spPr>
          <a:prstGeom prst="rect">
            <a:avLst/>
          </a:prstGeom>
        </p:spPr>
        <p:txBody>
          <a:bodyPr/>
          <a:lstStyle/>
          <a:p>
            <a:pPr/>
            <a:r>
              <a:t>그 음수를 표현하는 경우는, 정수가있으면 같은 양의 음수를 더하게 되면 0이 되는 수학적인 원리를 이용해서 음수를 표현하게 되는겁니다. 2의 보수를 이용하면 음수를 표현할 수 있게 되는데,</a:t>
            </a:r>
          </a:p>
          <a:p>
            <a:pPr/>
            <a:r>
              <a:t>그래서 컴퓨터 연산에서 뺄셈이 없다고 하는 이유가 바로 그것입니다. 모두 2의 보수를 취해버리고 더해버리니까 </a:t>
            </a:r>
          </a:p>
          <a:p>
            <a:pPr/>
          </a:p>
          <a:p>
            <a:pPr/>
            <a:r>
              <a:t>21을 2진수로 변환하면 10101이 되는데 여기서 반전 시키고, 반전 시킨값에 +1 그 값으로 원래의 10101을 더하니 결과는 ? 0</a:t>
            </a:r>
          </a:p>
          <a:p>
            <a:pPr/>
            <a:r>
              <a:t>이렇게 해서 컴퓨터가 음수를 표현하는 방법까지 보여드렸습니다.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46" name="Shape 446"/>
          <p:cNvSpPr/>
          <p:nvPr>
            <p:ph type="sldImg"/>
          </p:nvPr>
        </p:nvSpPr>
        <p:spPr>
          <a:prstGeom prst="rect">
            <a:avLst/>
          </a:prstGeom>
        </p:spPr>
        <p:txBody>
          <a:bodyPr/>
          <a:lstStyle/>
          <a:p>
            <a:pPr/>
          </a:p>
        </p:txBody>
      </p:sp>
      <p:sp>
        <p:nvSpPr>
          <p:cNvPr id="447" name="Shape 447"/>
          <p:cNvSpPr/>
          <p:nvPr>
            <p:ph type="body" sz="quarter" idx="1"/>
          </p:nvPr>
        </p:nvSpPr>
        <p:spPr>
          <a:prstGeom prst="rect">
            <a:avLst/>
          </a:prstGeom>
        </p:spPr>
        <p:txBody>
          <a:bodyPr/>
          <a:lstStyle/>
          <a:p>
            <a:pPr/>
            <a:r>
              <a:t>우리가 이제 컴퓨터에서 정수데이터, 양의 정수 음의 정수를 나타내는 방법을 배웠는데요, 실제로 프로그램을 만들다보면 한 데이터 형만 쓰는게 아니고 여러가지 데이터 형을 쓰게 됩니다. 그리고 그냥 쓰게 되면 당연히 에러를 내뱉게 되죠. 이 때 쓰는 방법이 데이터의 형변환인데 큰쪽에 맞추는 것을 확장, 그리고 작은 쪽에 맞추는 것을 축소라고 합니다. 두 가지가 있겠죠?</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52" name="Shape 452"/>
          <p:cNvSpPr/>
          <p:nvPr>
            <p:ph type="sldImg"/>
          </p:nvPr>
        </p:nvSpPr>
        <p:spPr>
          <a:prstGeom prst="rect">
            <a:avLst/>
          </a:prstGeom>
        </p:spPr>
        <p:txBody>
          <a:bodyPr/>
          <a:lstStyle/>
          <a:p>
            <a:pPr/>
          </a:p>
        </p:txBody>
      </p:sp>
      <p:sp>
        <p:nvSpPr>
          <p:cNvPr id="453" name="Shape 453"/>
          <p:cNvSpPr/>
          <p:nvPr>
            <p:ph type="body" sz="quarter" idx="1"/>
          </p:nvPr>
        </p:nvSpPr>
        <p:spPr>
          <a:prstGeom prst="rect">
            <a:avLst/>
          </a:prstGeom>
        </p:spPr>
        <p:txBody>
          <a:bodyPr/>
          <a:lstStyle/>
          <a:p>
            <a:pPr/>
            <a:r>
              <a:t>크기 조작이라하면 당연히 커지는 경우와 작아지는 경우가 있을 수 있겠습니다. 그리고 대부분의 처리를 C언어 같은 경우에는 C언어 특징이 개발자에게 많은 권한을 주는 대신 책임은 개발자가 지는 시스템이잖아요? 그래서 형변환 자체도 마찬가지 입니다. 개발자가 명시적으로 선언하는 것이 아닌 암시적으로 선언되기 때문에 개발자가 주의를 기울이지 않는다면 문제가 생길 수 있기 때문에 주의를 더욱 기울어야 할것입니다.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61" name="Shape 461"/>
          <p:cNvSpPr/>
          <p:nvPr>
            <p:ph type="sldImg"/>
          </p:nvPr>
        </p:nvSpPr>
        <p:spPr>
          <a:prstGeom prst="rect">
            <a:avLst/>
          </a:prstGeom>
        </p:spPr>
        <p:txBody>
          <a:bodyPr/>
          <a:lstStyle/>
          <a:p>
            <a:pPr/>
          </a:p>
        </p:txBody>
      </p:sp>
      <p:sp>
        <p:nvSpPr>
          <p:cNvPr id="462" name="Shape 462"/>
          <p:cNvSpPr/>
          <p:nvPr>
            <p:ph type="body" sz="quarter" idx="1"/>
          </p:nvPr>
        </p:nvSpPr>
        <p:spPr>
          <a:prstGeom prst="rect">
            <a:avLst/>
          </a:prstGeom>
        </p:spPr>
        <p:txBody>
          <a:bodyPr/>
          <a:lstStyle/>
          <a:p>
            <a:pPr/>
            <a:r>
              <a:t>우선은 부호 확장부터 보여드릴텐데요. 보시는 것과 같이  short형 before을 int형 after에 집어 넣는 과정입니다. 처음 선언된 before을 그대로 after에 넣었는데 아무런 명시되는 코드 없이 바로 MSB를 앞의 16비트 복사해서 집어넣었습니다. 여기서는 MSB가 0이기 때문에 0으로 복사가 됐네요.</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70" name="Shape 470"/>
          <p:cNvSpPr/>
          <p:nvPr>
            <p:ph type="sldImg"/>
          </p:nvPr>
        </p:nvSpPr>
        <p:spPr>
          <a:prstGeom prst="rect">
            <a:avLst/>
          </a:prstGeom>
        </p:spPr>
        <p:txBody>
          <a:bodyPr/>
          <a:lstStyle/>
          <a:p>
            <a:pPr/>
          </a:p>
        </p:txBody>
      </p:sp>
      <p:sp>
        <p:nvSpPr>
          <p:cNvPr id="471" name="Shape 471"/>
          <p:cNvSpPr/>
          <p:nvPr>
            <p:ph type="body" sz="quarter" idx="1"/>
          </p:nvPr>
        </p:nvSpPr>
        <p:spPr>
          <a:prstGeom prst="rect">
            <a:avLst/>
          </a:prstGeom>
        </p:spPr>
        <p:txBody>
          <a:bodyPr/>
          <a:lstStyle/>
          <a:p>
            <a:pPr/>
            <a:r>
              <a:t>여기서는 이라고 얘기를 했으니 이번엔 반대가 나와야겠죠. MSB가 1인 변수를 int형에 집어넣으니 나머지 16비트 전부가 1로 들어간 것을 볼 수 있습니다.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75" name="Shape 475"/>
          <p:cNvSpPr/>
          <p:nvPr>
            <p:ph type="sldImg"/>
          </p:nvPr>
        </p:nvSpPr>
        <p:spPr>
          <a:prstGeom prst="rect">
            <a:avLst/>
          </a:prstGeom>
        </p:spPr>
        <p:txBody>
          <a:bodyPr/>
          <a:lstStyle/>
          <a:p>
            <a:pPr/>
          </a:p>
        </p:txBody>
      </p:sp>
      <p:sp>
        <p:nvSpPr>
          <p:cNvPr id="476" name="Shape 476"/>
          <p:cNvSpPr/>
          <p:nvPr>
            <p:ph type="body" sz="quarter" idx="1"/>
          </p:nvPr>
        </p:nvSpPr>
        <p:spPr>
          <a:prstGeom prst="rect">
            <a:avLst/>
          </a:prstGeom>
        </p:spPr>
        <p:txBody>
          <a:bodyPr/>
          <a:lstStyle/>
          <a:p>
            <a:pPr/>
            <a:r>
              <a:t>네 다음은 축소인데요. 보시는 것과 같이 큰 데이터 형에서 작은 데이터 형으로 집어 넣는 방법입니다. 역시 C언어에선 얄짤 없이 개발자에게 모든 것을 위임합니다. 상위 비트들을 전부 제거하고 L비트만 취하는 식으로 동작을 합니다.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84" name="Shape 484"/>
          <p:cNvSpPr/>
          <p:nvPr>
            <p:ph type="sldImg"/>
          </p:nvPr>
        </p:nvSpPr>
        <p:spPr>
          <a:prstGeom prst="rect">
            <a:avLst/>
          </a:prstGeom>
        </p:spPr>
        <p:txBody>
          <a:bodyPr/>
          <a:lstStyle/>
          <a:p>
            <a:pPr/>
          </a:p>
        </p:txBody>
      </p:sp>
      <p:sp>
        <p:nvSpPr>
          <p:cNvPr id="485" name="Shape 485"/>
          <p:cNvSpPr/>
          <p:nvPr>
            <p:ph type="body" sz="quarter" idx="1"/>
          </p:nvPr>
        </p:nvSpPr>
        <p:spPr>
          <a:prstGeom prst="rect">
            <a:avLst/>
          </a:prstGeom>
        </p:spPr>
        <p:txBody>
          <a:bodyPr/>
          <a:lstStyle/>
          <a:p>
            <a:pPr/>
            <a:r>
              <a:t>int형 before에 상위 16비트를 제거하니 남은 16가 0000이므로 0이 출력됐네요.</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93" name="Shape 493"/>
          <p:cNvSpPr/>
          <p:nvPr>
            <p:ph type="sldImg"/>
          </p:nvPr>
        </p:nvSpPr>
        <p:spPr>
          <a:prstGeom prst="rect">
            <a:avLst/>
          </a:prstGeom>
        </p:spPr>
        <p:txBody>
          <a:bodyPr/>
          <a:lstStyle/>
          <a:p>
            <a:pPr/>
          </a:p>
        </p:txBody>
      </p:sp>
      <p:sp>
        <p:nvSpPr>
          <p:cNvPr id="494" name="Shape 494"/>
          <p:cNvSpPr/>
          <p:nvPr>
            <p:ph type="body" sz="quarter" idx="1"/>
          </p:nvPr>
        </p:nvSpPr>
        <p:spPr>
          <a:prstGeom prst="rect">
            <a:avLst/>
          </a:prstGeom>
        </p:spPr>
        <p:txBody>
          <a:bodyPr/>
          <a:lstStyle/>
          <a:p>
            <a:pPr/>
            <a:r>
              <a:t>최대값을 집어넣고 잘랐는데요, 이상한 점이 있습니다. 앞의 16비트를 잘랐지만 출력이 FFFF가 아닌 FFFF_FFFF가 나왔습니다. 형변환이 제대로 되지 않을 걸까요? 아니죠.</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01" name="Shape 501"/>
          <p:cNvSpPr/>
          <p:nvPr>
            <p:ph type="sldImg"/>
          </p:nvPr>
        </p:nvSpPr>
        <p:spPr>
          <a:prstGeom prst="rect">
            <a:avLst/>
          </a:prstGeom>
        </p:spPr>
        <p:txBody>
          <a:bodyPr/>
          <a:lstStyle/>
          <a:p>
            <a:pPr/>
          </a:p>
        </p:txBody>
      </p:sp>
      <p:sp>
        <p:nvSpPr>
          <p:cNvPr id="502" name="Shape 502"/>
          <p:cNvSpPr/>
          <p:nvPr>
            <p:ph type="body" sz="quarter" idx="1"/>
          </p:nvPr>
        </p:nvSpPr>
        <p:spPr>
          <a:prstGeom prst="rect">
            <a:avLst/>
          </a:prstGeom>
        </p:spPr>
        <p:txBody>
          <a:bodyPr/>
          <a:lstStyle/>
          <a:p>
            <a:pPr/>
            <a:r>
              <a:t>pritnf로 전달이 되면서 printf에서 자동으로 부호 확장명령인 movsx를 사용해서 4바이트 정수형으로 변환시켜 출력해버려서 그렇게 된 것 이었네요. 원래 워드 였던 after1을 빼내서 EAX레지스터에 집어 넣는 것을 확인하실 수 있습니다.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09" name="Shape 509"/>
          <p:cNvSpPr/>
          <p:nvPr>
            <p:ph type="sldImg"/>
          </p:nvPr>
        </p:nvSpPr>
        <p:spPr>
          <a:prstGeom prst="rect">
            <a:avLst/>
          </a:prstGeom>
        </p:spPr>
        <p:txBody>
          <a:bodyPr/>
          <a:lstStyle/>
          <a:p>
            <a:pPr/>
          </a:p>
        </p:txBody>
      </p:sp>
      <p:sp>
        <p:nvSpPr>
          <p:cNvPr id="510" name="Shape 510"/>
          <p:cNvSpPr/>
          <p:nvPr>
            <p:ph type="body" sz="quarter" idx="1"/>
          </p:nvPr>
        </p:nvSpPr>
        <p:spPr>
          <a:prstGeom prst="rect">
            <a:avLst/>
          </a:prstGeom>
        </p:spPr>
        <p:txBody>
          <a:bodyPr/>
          <a:lstStyle/>
          <a:p>
            <a:pPr/>
            <a:r>
              <a:t>앞서 보았듯 C언어에서는 값이 가질 수있는 최대 값을 넘어갔는지 확인하는 코드가 필요합니다</a:t>
            </a:r>
            <a:r>
              <a:t>. </a:t>
            </a:r>
            <a:r>
              <a:t>이해를 돕기위해 </a:t>
            </a:r>
            <a:r>
              <a:t>unsigned</a:t>
            </a:r>
            <a:r>
              <a:t>형을 쓰긴했는데 싸인 형을 썼을 때도 크게 다르지는 않습니다</a:t>
            </a:r>
            <a:r>
              <a:t>.</a:t>
            </a:r>
          </a:p>
          <a:p>
            <a:pPr/>
          </a:p>
          <a:p>
            <a:pPr/>
            <a:r>
              <a:t>부호없는 int, short형을 선언하고, int형의 최대 사이즈를 넘는지 안 넘는지 확인하고 넘기면 적절한 오류를 알려주는 것이 필요하고, 넘지 않으면 값을 그대로 집어 넣는 코드가 필요할 것 입니다.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15" name="Shape 515"/>
          <p:cNvSpPr/>
          <p:nvPr>
            <p:ph type="sldImg"/>
          </p:nvPr>
        </p:nvSpPr>
        <p:spPr>
          <a:prstGeom prst="rect">
            <a:avLst/>
          </a:prstGeom>
        </p:spPr>
        <p:txBody>
          <a:bodyPr/>
          <a:lstStyle/>
          <a:p>
            <a:pPr/>
          </a:p>
        </p:txBody>
      </p:sp>
      <p:sp>
        <p:nvSpPr>
          <p:cNvPr id="516" name="Shape 516"/>
          <p:cNvSpPr/>
          <p:nvPr>
            <p:ph type="body" sz="quarter" idx="1"/>
          </p:nvPr>
        </p:nvSpPr>
        <p:spPr>
          <a:prstGeom prst="rect">
            <a:avLst/>
          </a:prstGeom>
        </p:spPr>
        <p:txBody>
          <a:bodyPr/>
          <a:lstStyle/>
          <a:p>
            <a:pPr/>
            <a:r>
              <a:t>다음으로는 축소의 한 방법으로 볼 수 있는 포화라는 방법입니다. 이 방법은</a:t>
            </a:r>
            <a:r>
              <a:t> </a:t>
            </a:r>
            <a:r>
              <a:t>축소하려는 값의 데이터형이 포함할 수 있는 값보다 크면 무조건 그 데이터형의 최대치</a:t>
            </a:r>
            <a:r>
              <a:t>, </a:t>
            </a:r>
            <a:r>
              <a:t>반대로 데이터형의 최소값 보다 작게되면 무조건 데이터형 최소값을 집어 넣는 방법입니다</a:t>
            </a:r>
            <a:r>
              <a:t>. </a:t>
            </a:r>
          </a:p>
          <a:p>
            <a:pPr/>
          </a:p>
          <a:p>
            <a:pPr/>
            <a:r>
              <a:t>수조의 최대치는 정해져있잖아요? 그리고 아무리 그 이상을 집어넣으려고 해도 결국에는 그 최대치 밖에 담지 못하는 것 처럼 포화에서는 포함 할 수 있는 데이터의 크기를 넘기면 그냥 최대값을 집어넣는 방법입니다.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30" name="Shape 530"/>
          <p:cNvSpPr/>
          <p:nvPr>
            <p:ph type="sldImg"/>
          </p:nvPr>
        </p:nvSpPr>
        <p:spPr>
          <a:prstGeom prst="rect">
            <a:avLst/>
          </a:prstGeom>
        </p:spPr>
        <p:txBody>
          <a:bodyPr/>
          <a:lstStyle/>
          <a:p>
            <a:pPr/>
          </a:p>
        </p:txBody>
      </p:sp>
      <p:sp>
        <p:nvSpPr>
          <p:cNvPr id="531" name="Shape 531"/>
          <p:cNvSpPr/>
          <p:nvPr>
            <p:ph type="body" sz="quarter" idx="1"/>
          </p:nvPr>
        </p:nvSpPr>
        <p:spPr>
          <a:prstGeom prst="rect">
            <a:avLst/>
          </a:prstGeom>
        </p:spPr>
        <p:txBody>
          <a:bodyPr/>
          <a:lstStyle/>
          <a:p>
            <a:pPr/>
            <a:r>
              <a:t>예를들어 </a:t>
            </a:r>
            <a:r>
              <a:t>integer</a:t>
            </a:r>
            <a:r>
              <a:t>형데이터 </a:t>
            </a:r>
            <a:r>
              <a:t>before</a:t>
            </a:r>
            <a:r>
              <a:t>과 </a:t>
            </a:r>
            <a:r>
              <a:t>short</a:t>
            </a:r>
            <a:r>
              <a:t>형 데이터 </a:t>
            </a:r>
            <a:r>
              <a:t>after</a:t>
            </a:r>
            <a:r>
              <a:t>가 있다고 할 때 </a:t>
            </a:r>
            <a:r>
              <a:t>after</a:t>
            </a:r>
            <a:r>
              <a:t>형에 데이터를 집어넣는 방법이 </a:t>
            </a:r>
            <a:r>
              <a:t>[</a:t>
            </a:r>
            <a:r>
              <a:t>짚어주며</a:t>
            </a:r>
            <a:r>
              <a:t>] </a:t>
            </a:r>
            <a:r>
              <a:t>최대치를 넘는지 검사하고</a:t>
            </a:r>
            <a:r>
              <a:t>, </a:t>
            </a:r>
            <a:r>
              <a:t>넘으면 무조건 </a:t>
            </a:r>
            <a:r>
              <a:t>after</a:t>
            </a:r>
            <a:r>
              <a:t>가 가질 수 있는 최대값을 넣는것이죠</a:t>
            </a:r>
            <a:r>
              <a:t>. </a:t>
            </a:r>
            <a:r>
              <a:t>밑에는 </a:t>
            </a:r>
            <a:r>
              <a:t>after = before</a:t>
            </a:r>
            <a:r>
              <a:t>이라는 코드가 생략돼 있겠죠</a:t>
            </a:r>
            <a:r>
              <a:t>. </a:t>
            </a:r>
          </a:p>
          <a:p>
            <a:pPr/>
          </a:p>
          <a:p>
            <a:pPr/>
            <a:r>
              <a:t>그래서 이런 포화는 어디에 사용되냐면</a:t>
            </a:r>
            <a:r>
              <a:t> 약간의 오차가 상관없는 쪽 예를들면 </a:t>
            </a:r>
            <a:r>
              <a:t>영상쪽이나 음향쪽 이런쪽에서 사용된다고 합니다</a:t>
            </a:r>
            <a:r>
              <a:t>. </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34" name="Shape 534"/>
          <p:cNvSpPr/>
          <p:nvPr>
            <p:ph type="sldImg"/>
          </p:nvPr>
        </p:nvSpPr>
        <p:spPr>
          <a:prstGeom prst="rect">
            <a:avLst/>
          </a:prstGeom>
        </p:spPr>
        <p:txBody>
          <a:bodyPr/>
          <a:lstStyle/>
          <a:p>
            <a:pPr/>
          </a:p>
        </p:txBody>
      </p:sp>
      <p:sp>
        <p:nvSpPr>
          <p:cNvPr id="535" name="Shape 535"/>
          <p:cNvSpPr/>
          <p:nvPr>
            <p:ph type="body" sz="quarter" idx="1"/>
          </p:nvPr>
        </p:nvSpPr>
        <p:spPr>
          <a:prstGeom prst="rect">
            <a:avLst/>
          </a:prstGeom>
        </p:spPr>
        <p:txBody>
          <a:bodyPr/>
          <a:lstStyle/>
          <a:p>
            <a:pPr/>
            <a:r>
              <a:t>지금까지는 이제 정수의 수치표기에 대해서만 설명했는데 실수에 대한 표기를 설명하겠습니다.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41" name="Shape 541"/>
          <p:cNvSpPr/>
          <p:nvPr>
            <p:ph type="sldImg"/>
          </p:nvPr>
        </p:nvSpPr>
        <p:spPr>
          <a:prstGeom prst="rect">
            <a:avLst/>
          </a:prstGeom>
        </p:spPr>
        <p:txBody>
          <a:bodyPr/>
          <a:lstStyle/>
          <a:p>
            <a:pPr/>
          </a:p>
        </p:txBody>
      </p:sp>
      <p:sp>
        <p:nvSpPr>
          <p:cNvPr id="542" name="Shape 542"/>
          <p:cNvSpPr/>
          <p:nvPr>
            <p:ph type="body" sz="quarter" idx="1"/>
          </p:nvPr>
        </p:nvSpPr>
        <p:spPr>
          <a:prstGeom prst="rect">
            <a:avLst/>
          </a:prstGeom>
        </p:spPr>
        <p:txBody>
          <a:bodyPr/>
          <a:lstStyle/>
          <a:p>
            <a:pPr>
              <a:defRPr>
                <a:latin typeface="HY헤드라인M"/>
                <a:ea typeface="HY헤드라인M"/>
                <a:cs typeface="HY헤드라인M"/>
                <a:sym typeface="HY헤드라인M"/>
              </a:defRPr>
            </a:pPr>
            <a:r>
              <a:t>실수표현의</a:t>
            </a:r>
            <a:r>
              <a:rPr>
                <a:latin typeface="HY견고딕"/>
                <a:ea typeface="HY견고딕"/>
                <a:cs typeface="HY견고딕"/>
                <a:sym typeface="HY견고딕"/>
              </a:rPr>
              <a:t> 핵심은 얼마나 근사치에 가깝게 표현것에 따라 좋은 표현이 되기도 하고 그렇지 않기도 한다</a:t>
            </a:r>
            <a:r>
              <a:rPr>
                <a:latin typeface="나눔바른고딕"/>
                <a:ea typeface="나눔바른고딕"/>
                <a:cs typeface="나눔바른고딕"/>
                <a:sym typeface="나눔바른고딕"/>
              </a:rPr>
              <a:t>, </a:t>
            </a:r>
            <a:r>
              <a:rPr>
                <a:latin typeface="HY견고딕"/>
                <a:ea typeface="HY견고딕"/>
                <a:cs typeface="HY견고딕"/>
                <a:sym typeface="HY견고딕"/>
              </a:rPr>
              <a:t>그리고</a:t>
            </a:r>
            <a:r>
              <a:rPr>
                <a:latin typeface="나눔바른고딕"/>
                <a:ea typeface="나눔바른고딕"/>
                <a:cs typeface="나눔바른고딕"/>
                <a:sym typeface="나눔바른고딕"/>
              </a:rPr>
              <a:t> </a:t>
            </a:r>
            <a:r>
              <a:rPr>
                <a:latin typeface="HY견고딕"/>
                <a:ea typeface="HY견고딕"/>
                <a:cs typeface="HY견고딕"/>
                <a:sym typeface="HY견고딕"/>
              </a:rPr>
              <a:t>많은 수의 비트로  표현하면 할수록 더욱 근사치에 가깝게 표현 할 수 있다</a:t>
            </a:r>
            <a:r>
              <a:rPr>
                <a:latin typeface="나눔바른고딕"/>
                <a:ea typeface="나눔바른고딕"/>
                <a:cs typeface="나눔바른고딕"/>
                <a:sym typeface="나눔바른고딕"/>
              </a:rPr>
              <a:t>.</a:t>
            </a:r>
          </a:p>
          <a:p>
            <a:pPr>
              <a:defRPr>
                <a:latin typeface="나눔바른고딕"/>
                <a:ea typeface="나눔바른고딕"/>
                <a:cs typeface="나눔바른고딕"/>
                <a:sym typeface="나눔바른고딕"/>
              </a:defRPr>
            </a:pPr>
          </a:p>
          <a:p>
            <a:pPr>
              <a:defRPr>
                <a:latin typeface="HY견고딕"/>
                <a:ea typeface="HY견고딕"/>
                <a:cs typeface="HY견고딕"/>
                <a:sym typeface="HY견고딕"/>
              </a:defRPr>
            </a:pPr>
            <a:r>
              <a:t>정수뿐 아니라 실수 쪽 표현도 마찬가지</a:t>
            </a:r>
            <a:r>
              <a:rPr>
                <a:latin typeface="나눔바른고딕"/>
                <a:ea typeface="나눔바른고딕"/>
                <a:cs typeface="나눔바른고딕"/>
                <a:sym typeface="나눔바른고딕"/>
              </a:rPr>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49" name="Shape 549"/>
          <p:cNvSpPr/>
          <p:nvPr>
            <p:ph type="sldImg"/>
          </p:nvPr>
        </p:nvSpPr>
        <p:spPr>
          <a:prstGeom prst="rect">
            <a:avLst/>
          </a:prstGeom>
        </p:spPr>
        <p:txBody>
          <a:bodyPr/>
          <a:lstStyle/>
          <a:p>
            <a:pPr/>
          </a:p>
        </p:txBody>
      </p:sp>
      <p:sp>
        <p:nvSpPr>
          <p:cNvPr id="550" name="Shape 550"/>
          <p:cNvSpPr/>
          <p:nvPr>
            <p:ph type="body" sz="quarter" idx="1"/>
          </p:nvPr>
        </p:nvSpPr>
        <p:spPr>
          <a:prstGeom prst="rect">
            <a:avLst/>
          </a:prstGeom>
        </p:spPr>
        <p:txBody>
          <a:bodyPr/>
          <a:lstStyle/>
          <a:p>
            <a:pPr>
              <a:defRPr>
                <a:latin typeface="HY헤드라인M"/>
                <a:ea typeface="HY헤드라인M"/>
                <a:cs typeface="HY헤드라인M"/>
                <a:sym typeface="HY헤드라인M"/>
              </a:defRPr>
            </a:pPr>
            <a:r>
              <a:t>그럴 수 밖에 없는게 소수점의 위치를 딱 맞춰놓고 덧셈 연산하는 절차가 빠를 수  밖에 없죠</a:t>
            </a:r>
            <a:r>
              <a:t>. </a:t>
            </a:r>
            <a:r>
              <a:t>덧셈의 원칙이 가중치가 같은 수끼리 더하는거 잖아요</a:t>
            </a:r>
            <a:r>
              <a:t>? </a:t>
            </a:r>
            <a:r>
              <a:t>반대로 부동소수점은 그 가중치가 언제든지 지수의 크기에 의해 바뀔수 있는 것이고</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54" name="Shape 554"/>
          <p:cNvSpPr/>
          <p:nvPr>
            <p:ph type="sldImg"/>
          </p:nvPr>
        </p:nvSpPr>
        <p:spPr>
          <a:prstGeom prst="rect">
            <a:avLst/>
          </a:prstGeom>
        </p:spPr>
        <p:txBody>
          <a:bodyPr/>
          <a:lstStyle/>
          <a:p>
            <a:pPr/>
          </a:p>
        </p:txBody>
      </p:sp>
      <p:sp>
        <p:nvSpPr>
          <p:cNvPr id="555" name="Shape 555"/>
          <p:cNvSpPr/>
          <p:nvPr>
            <p:ph type="body" sz="quarter" idx="1"/>
          </p:nvPr>
        </p:nvSpPr>
        <p:spPr>
          <a:prstGeom prst="rect">
            <a:avLst/>
          </a:prstGeom>
        </p:spPr>
        <p:txBody>
          <a:bodyPr/>
          <a:lstStyle/>
          <a:p>
            <a:pPr/>
            <a:r>
              <a:t>BCD코드 같은 경우에는 8421코드라는 이름으로도 불리는데, 십진수 한자리에 대한 표기를 4개의 비트를 이용합니다. 3개를 이용하면 8과 9를 쓰지 못하죠. 그래서 4개를 쓰는데 남는 10부터 15까지의 수는 대부분의 경우 그냥 쓰지 않는 코드로 남겨둡니다. 무효코드라고 부르는데요. 그래서 제일 앞자리의 가중치부터 8421순서이기 때문에 그렇게 부르는 것입니다. 이 BCD코드 같은 경우에는 일반 고급 언어에서는 지원하지 않고 코볼 같은 비즈니스 지향적 언어에서 지원하는 표기법입니다.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59" name="Shape 559"/>
          <p:cNvSpPr/>
          <p:nvPr>
            <p:ph type="sldImg"/>
          </p:nvPr>
        </p:nvSpPr>
        <p:spPr>
          <a:prstGeom prst="rect">
            <a:avLst/>
          </a:prstGeom>
        </p:spPr>
        <p:txBody>
          <a:bodyPr/>
          <a:lstStyle/>
          <a:p>
            <a:pPr/>
          </a:p>
        </p:txBody>
      </p:sp>
      <p:sp>
        <p:nvSpPr>
          <p:cNvPr id="560" name="Shape 560"/>
          <p:cNvSpPr/>
          <p:nvPr>
            <p:ph type="body" sz="quarter" idx="1"/>
          </p:nvPr>
        </p:nvSpPr>
        <p:spPr>
          <a:prstGeom prst="rect">
            <a:avLst/>
          </a:prstGeom>
        </p:spPr>
        <p:txBody>
          <a:bodyPr/>
          <a:lstStyle/>
          <a:p>
            <a:pPr/>
            <a:r>
              <a:t>그래서 이렇게 BCD코드를 이용하면 정확한 값을 이용해서 좋긴한대, 당연히 6개의 버려지는 숫자들 때문에 1바이트 당 156개의 오버헤드가 발생합니다. 보시면 1바이트가 표현할 수 있는 범위가 256개 인 것에 비해 BCD는 4비트 당 한 숫자를 표현할 수있으니 최대 99까지 밖에 표현 못하니 156개의 오버헤드가 발생하는 것이죠.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65" name="Shape 565"/>
          <p:cNvSpPr/>
          <p:nvPr>
            <p:ph type="sldImg"/>
          </p:nvPr>
        </p:nvSpPr>
        <p:spPr>
          <a:prstGeom prst="rect">
            <a:avLst/>
          </a:prstGeom>
        </p:spPr>
        <p:txBody>
          <a:bodyPr/>
          <a:lstStyle/>
          <a:p>
            <a:pPr/>
          </a:p>
        </p:txBody>
      </p:sp>
      <p:sp>
        <p:nvSpPr>
          <p:cNvPr id="566" name="Shape 566"/>
          <p:cNvSpPr/>
          <p:nvPr>
            <p:ph type="body" sz="quarter" idx="1"/>
          </p:nvPr>
        </p:nvSpPr>
        <p:spPr>
          <a:prstGeom prst="rect">
            <a:avLst/>
          </a:prstGeom>
        </p:spPr>
        <p:txBody>
          <a:bodyPr/>
          <a:lstStyle/>
          <a:p>
            <a:pPr/>
            <a:r>
              <a:t>그럼에도 BCD코드를 이용하는 이유가 뭐냐? 그렇죠. 소숫점에 대한 정확한 값이 표현 가능하고 정확히는 정해진 소수점자리 내에서의 정확한 표현이겠죠 그리고, 10진수와의 전환이 쉽죠. 그래서 전자레인지 라던가 7-세그먼트가 붙어있는 하드웨어에서 자주 사용됩니다. 시간에 대한 표기를 해야되는 것에서 자주 사용되겠죠.</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70" name="Shape 570"/>
          <p:cNvSpPr/>
          <p:nvPr>
            <p:ph type="sldImg"/>
          </p:nvPr>
        </p:nvSpPr>
        <p:spPr>
          <a:prstGeom prst="rect">
            <a:avLst/>
          </a:prstGeom>
        </p:spPr>
        <p:txBody>
          <a:bodyPr/>
          <a:lstStyle/>
          <a:p>
            <a:pPr/>
          </a:p>
        </p:txBody>
      </p:sp>
      <p:sp>
        <p:nvSpPr>
          <p:cNvPr id="571" name="Shape 571"/>
          <p:cNvSpPr/>
          <p:nvPr>
            <p:ph type="body" sz="quarter" idx="1"/>
          </p:nvPr>
        </p:nvSpPr>
        <p:spPr>
          <a:prstGeom prst="rect">
            <a:avLst/>
          </a:prstGeom>
        </p:spPr>
        <p:txBody>
          <a:bodyPr/>
          <a:lstStyle/>
          <a:p>
            <a:pPr/>
            <a:r>
              <a:t>75LS47이라는 IC인데 여기서처럼 7번에 A 1번에 B 2번에 C 6번에 D 입력을 이용해서 7-세그먼트에 표기를 하는 용도로 사용이 됩니다. </a:t>
            </a:r>
          </a:p>
          <a:p>
            <a:p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75" name="Shape 575"/>
          <p:cNvSpPr/>
          <p:nvPr>
            <p:ph type="sldImg"/>
          </p:nvPr>
        </p:nvSpPr>
        <p:spPr>
          <a:prstGeom prst="rect">
            <a:avLst/>
          </a:prstGeom>
        </p:spPr>
        <p:txBody>
          <a:bodyPr/>
          <a:lstStyle/>
          <a:p>
            <a:pPr/>
          </a:p>
        </p:txBody>
      </p:sp>
      <p:sp>
        <p:nvSpPr>
          <p:cNvPr id="576" name="Shape 576"/>
          <p:cNvSpPr/>
          <p:nvPr>
            <p:ph type="body" sz="quarter" idx="1"/>
          </p:nvPr>
        </p:nvSpPr>
        <p:spPr>
          <a:prstGeom prst="rect">
            <a:avLst/>
          </a:prstGeom>
        </p:spPr>
        <p:txBody>
          <a:bodyPr/>
          <a:lstStyle/>
          <a:p>
            <a:pPr/>
            <a:r>
              <a:t>그리고 다들 아시다시피 대부분의 컴퓨터들이 처리할 수 있는 데이터 최소단위가 바이트 단위인데</a:t>
            </a:r>
            <a:r>
              <a:t>, BCD</a:t>
            </a:r>
            <a:r>
              <a:t>코드에서는 </a:t>
            </a:r>
            <a:r>
              <a:t>4</a:t>
            </a:r>
            <a:r>
              <a:t>비트씩 처리 하기</a:t>
            </a:r>
            <a:r>
              <a:t> </a:t>
            </a:r>
            <a:r>
              <a:t>때문에 남는 </a:t>
            </a:r>
            <a:r>
              <a:t>4</a:t>
            </a:r>
            <a:r>
              <a:t>비트의 처리에 대한 이야기 입니다</a:t>
            </a:r>
            <a:r>
              <a:t>.  0으로 꽉채우거나 1로 채우거나 혹은 반반 아니면 두자리를 채우는 방법으로 나머지 4비트들이 이용되고 있습니다.  아까 제가 1바이트에 100가지를 말씀드렸었는데 여기처럼 0000을 이용한다면 고작 한자리 숫자 밖에 표현하지 못하겠네요. </a:t>
            </a:r>
          </a:p>
          <a:p>
            <a:pPr/>
          </a:p>
          <a:p>
            <a:pPr/>
            <a:r>
              <a:t>그럼에도 불구하고 오버헤드는 큰 부담인데 그래서 있는 표기법이 또 있습니다. </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81" name="Shape 581"/>
          <p:cNvSpPr/>
          <p:nvPr>
            <p:ph type="sldImg"/>
          </p:nvPr>
        </p:nvSpPr>
        <p:spPr>
          <a:prstGeom prst="rect">
            <a:avLst/>
          </a:prstGeom>
        </p:spPr>
        <p:txBody>
          <a:bodyPr/>
          <a:lstStyle/>
          <a:p>
            <a:pPr/>
          </a:p>
        </p:txBody>
      </p:sp>
      <p:sp>
        <p:nvSpPr>
          <p:cNvPr id="582" name="Shape 582"/>
          <p:cNvSpPr/>
          <p:nvPr>
            <p:ph type="body" sz="quarter" idx="1"/>
          </p:nvPr>
        </p:nvSpPr>
        <p:spPr>
          <a:prstGeom prst="rect">
            <a:avLst/>
          </a:prstGeom>
        </p:spPr>
        <p:txBody>
          <a:bodyPr/>
          <a:lstStyle/>
          <a:p>
            <a:pPr/>
            <a:r>
              <a:t>바로 스케일 수 표기법인데요, 두마리 토끼를 모두 잡을 수 있습니다. 얘 같은 경우에는 실수를 정수로 변환하여 저장하는 방법인데 정수로 바뀌니까 정확한 표현을 할 수 있겠죠? </a:t>
            </a:r>
          </a:p>
          <a:p>
            <a:pPr/>
          </a:p>
          <a:p>
            <a:pPr/>
            <a:r>
              <a:t>그래서 예를 보시면 </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91" name="Shape 591"/>
          <p:cNvSpPr/>
          <p:nvPr>
            <p:ph type="sldImg"/>
          </p:nvPr>
        </p:nvSpPr>
        <p:spPr>
          <a:prstGeom prst="rect">
            <a:avLst/>
          </a:prstGeom>
        </p:spPr>
        <p:txBody>
          <a:bodyPr/>
          <a:lstStyle/>
          <a:p>
            <a:pPr/>
          </a:p>
        </p:txBody>
      </p:sp>
      <p:sp>
        <p:nvSpPr>
          <p:cNvPr id="592" name="Shape 592"/>
          <p:cNvSpPr/>
          <p:nvPr>
            <p:ph type="body" sz="quarter" idx="1"/>
          </p:nvPr>
        </p:nvSpPr>
        <p:spPr>
          <a:prstGeom prst="rect">
            <a:avLst/>
          </a:prstGeom>
        </p:spPr>
        <p:txBody>
          <a:bodyPr/>
          <a:lstStyle/>
          <a:p>
            <a:pPr/>
            <a:r>
              <a:t>근데 문제가 생길 수 있죠. 두 가지 문제가 있는데, 보는 것과 같이 정수를 만들고 정수간의 곱이 이뤄졌을 때의 오버 플로우 될 수 있는 문제. 그리고 마지막 연산 결과에서의 오류가 발생 할 수 있다. 그래서 보정이 필요한데, 보정에 쓰이는 수치를 Scale factor라 한다. </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97" name="Shape 597"/>
          <p:cNvSpPr/>
          <p:nvPr>
            <p:ph type="sldImg"/>
          </p:nvPr>
        </p:nvSpPr>
        <p:spPr>
          <a:prstGeom prst="rect">
            <a:avLst/>
          </a:prstGeom>
        </p:spPr>
        <p:txBody>
          <a:bodyPr/>
          <a:lstStyle/>
          <a:p>
            <a:pPr/>
          </a:p>
        </p:txBody>
      </p:sp>
      <p:sp>
        <p:nvSpPr>
          <p:cNvPr id="598" name="Shape 598"/>
          <p:cNvSpPr/>
          <p:nvPr>
            <p:ph type="body" sz="quarter" idx="1"/>
          </p:nvPr>
        </p:nvSpPr>
        <p:spPr>
          <a:prstGeom prst="rect">
            <a:avLst/>
          </a:prstGeom>
        </p:spPr>
        <p:txBody>
          <a:bodyPr/>
          <a:lstStyle/>
          <a:p>
            <a:pPr/>
            <a:r>
              <a:t>스케일 팩터를 사용해서 보정을 취해줘야 한다. </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13" name="Shape 613"/>
          <p:cNvSpPr/>
          <p:nvPr>
            <p:ph type="sldImg"/>
          </p:nvPr>
        </p:nvSpPr>
        <p:spPr>
          <a:prstGeom prst="rect">
            <a:avLst/>
          </a:prstGeom>
        </p:spPr>
        <p:txBody>
          <a:bodyPr/>
          <a:lstStyle/>
          <a:p>
            <a:pPr/>
          </a:p>
        </p:txBody>
      </p:sp>
      <p:sp>
        <p:nvSpPr>
          <p:cNvPr id="614" name="Shape 614"/>
          <p:cNvSpPr/>
          <p:nvPr>
            <p:ph type="body" sz="quarter" idx="1"/>
          </p:nvPr>
        </p:nvSpPr>
        <p:spPr>
          <a:prstGeom prst="rect">
            <a:avLst/>
          </a:prstGeom>
        </p:spPr>
        <p:txBody>
          <a:bodyPr/>
          <a:lstStyle/>
          <a:p>
            <a:pPr/>
            <a:r>
              <a:t>그래서 이렇게 붙혀서 사용하면, 1개일땐 고작 2개일 뿐이지만 2개, 4개,.. 이렇게 붙혀 나가면 엄청나게 많은 수 역시 표현이 가능하겠죠.</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30" name="Shape 630"/>
          <p:cNvSpPr/>
          <p:nvPr>
            <p:ph type="sldImg"/>
          </p:nvPr>
        </p:nvSpPr>
        <p:spPr>
          <a:prstGeom prst="rect">
            <a:avLst/>
          </a:prstGeom>
        </p:spPr>
        <p:txBody>
          <a:bodyPr/>
          <a:lstStyle/>
          <a:p>
            <a:pPr/>
          </a:p>
        </p:txBody>
      </p:sp>
      <p:sp>
        <p:nvSpPr>
          <p:cNvPr id="631" name="Shape 631"/>
          <p:cNvSpPr/>
          <p:nvPr>
            <p:ph type="body" sz="quarter" idx="1"/>
          </p:nvPr>
        </p:nvSpPr>
        <p:spPr>
          <a:prstGeom prst="rect">
            <a:avLst/>
          </a:prstGeom>
        </p:spPr>
        <p:txBody>
          <a:bodyPr/>
          <a:lstStyle/>
          <a:p>
            <a:pPr/>
            <a:r>
              <a:t>보이시나요</a:t>
            </a:r>
            <a:r>
              <a:t>. </a:t>
            </a:r>
            <a:r>
              <a:t>불과 두번째 자리에서 2진법같은경우에는 산가지 4개를 사용한것과 같고, 8진법의 경우에는 64개 그리고 16진수쪽은 거의 보이지도 않죠. </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35" name="Shape 635"/>
          <p:cNvSpPr/>
          <p:nvPr>
            <p:ph type="sldImg"/>
          </p:nvPr>
        </p:nvSpPr>
        <p:spPr>
          <a:prstGeom prst="rect">
            <a:avLst/>
          </a:prstGeom>
        </p:spPr>
        <p:txBody>
          <a:bodyPr/>
          <a:lstStyle/>
          <a:p>
            <a:pPr/>
          </a:p>
        </p:txBody>
      </p:sp>
      <p:sp>
        <p:nvSpPr>
          <p:cNvPr id="636" name="Shape 636"/>
          <p:cNvSpPr/>
          <p:nvPr>
            <p:ph type="body" sz="quarter" idx="1"/>
          </p:nvPr>
        </p:nvSpPr>
        <p:spPr>
          <a:prstGeom prst="rect">
            <a:avLst/>
          </a:prstGeom>
        </p:spPr>
        <p:txBody>
          <a:bodyPr/>
          <a:lstStyle/>
          <a:p>
            <a:pPr/>
            <a:r>
              <a:t>근데 이렇게 비트를 붙혀 사용하니 컴퓨터 입장에서는 편하긴한대 그 숫자들을 표현하고 보는데 시각적으로 한 눈에 안 들어오게 됩니다. 인간들에게 너무 단위가 커져버리게 되죠. 그래서 사용되는 단위가 8진수나 16진수인데 2를 3개씩 묶어 사용하는 8진수, 4개씩 묶어서 사용하는 16진수를 사용하게 됩니다. </a:t>
            </a:r>
          </a:p>
          <a:p>
            <a:pPr/>
          </a:p>
          <a:p>
            <a:pPr/>
            <a:r>
              <a:t>그래서 현재는 16진법을 사용하고 있어서 표준인 것 같지만 초기에는 8진법 역시 사용되었다고합니다. 유닉스 시스템에서 볼 수 있는데요.</a:t>
            </a:r>
          </a:p>
          <a:p>
            <a:pPr/>
            <a:r>
              <a:t>파일 권한 관리를 chmod해서 read/write/excute해서 권한을 수정 할 때 777로 권한 수정을 할 수 있는데 이 것을 8진 시스템의 흔적이라고 볼 수 있겠습니다. </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42" name="Shape 642"/>
          <p:cNvSpPr/>
          <p:nvPr>
            <p:ph type="sldImg"/>
          </p:nvPr>
        </p:nvSpPr>
        <p:spPr>
          <a:prstGeom prst="rect">
            <a:avLst/>
          </a:prstGeom>
        </p:spPr>
        <p:txBody>
          <a:bodyPr/>
          <a:lstStyle/>
          <a:p>
            <a:pPr/>
          </a:p>
        </p:txBody>
      </p:sp>
      <p:sp>
        <p:nvSpPr>
          <p:cNvPr id="643" name="Shape 643"/>
          <p:cNvSpPr/>
          <p:nvPr>
            <p:ph type="body" sz="quarter" idx="1"/>
          </p:nvPr>
        </p:nvSpPr>
        <p:spPr>
          <a:prstGeom prst="rect">
            <a:avLst/>
          </a:prstGeom>
        </p:spPr>
        <p:txBody>
          <a:bodyPr/>
          <a:lstStyle/>
          <a:p>
            <a:pPr/>
            <a:r>
              <a:t>대부분의 언어들이 16진법 표기는 지원을 합니다. 그래서 VB같은 경우에는 $h를, 파스칼이나 할, 하이 어셈블리 랭귀지 같은경우에는 달러, C/C++ C계열에서는 0x를 접두사로 사용해서 16진수로 표현을 합니다. </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48" name="Shape 648"/>
          <p:cNvSpPr/>
          <p:nvPr>
            <p:ph type="sldImg"/>
          </p:nvPr>
        </p:nvSpPr>
        <p:spPr>
          <a:prstGeom prst="rect">
            <a:avLst/>
          </a:prstGeom>
        </p:spPr>
        <p:txBody>
          <a:bodyPr/>
          <a:lstStyle/>
          <a:p>
            <a:pPr/>
          </a:p>
        </p:txBody>
      </p:sp>
      <p:sp>
        <p:nvSpPr>
          <p:cNvPr id="649" name="Shape 649"/>
          <p:cNvSpPr/>
          <p:nvPr>
            <p:ph type="body" sz="quarter" idx="1"/>
          </p:nvPr>
        </p:nvSpPr>
        <p:spPr>
          <a:prstGeom prst="rect">
            <a:avLst/>
          </a:prstGeom>
        </p:spPr>
        <p:txBody>
          <a:bodyPr/>
          <a:lstStyle/>
          <a:p>
            <a:pPr/>
            <a:r>
              <a:t>그 음수를 표현하는 경우는, 정수가있으면 같은 양의 음수를 더하게 되면 0이 되는 수학적인 원리를 이용해서 음수를 표현하게 되는겁니다. 2의 보수를 이용하면 음수를 표현할 수 있게 되는데,</a:t>
            </a:r>
          </a:p>
          <a:p>
            <a:pPr/>
            <a:r>
              <a:t>그래서 컴퓨터 연산에서 뺄셈이 없다고 하는 이유가 바로 그것입니다. 모두 2의 보수를 취해버리고 더해버리니까 </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55" name="Shape 655"/>
          <p:cNvSpPr/>
          <p:nvPr>
            <p:ph type="sldImg"/>
          </p:nvPr>
        </p:nvSpPr>
        <p:spPr>
          <a:prstGeom prst="rect">
            <a:avLst/>
          </a:prstGeom>
        </p:spPr>
        <p:txBody>
          <a:bodyPr/>
          <a:lstStyle/>
          <a:p>
            <a:pPr/>
          </a:p>
        </p:txBody>
      </p:sp>
      <p:sp>
        <p:nvSpPr>
          <p:cNvPr id="656" name="Shape 656"/>
          <p:cNvSpPr/>
          <p:nvPr>
            <p:ph type="body" sz="quarter" idx="1"/>
          </p:nvPr>
        </p:nvSpPr>
        <p:spPr>
          <a:prstGeom prst="rect">
            <a:avLst/>
          </a:prstGeom>
        </p:spPr>
        <p:txBody>
          <a:bodyPr/>
          <a:lstStyle/>
          <a:p>
            <a:pPr/>
            <a:r>
              <a:t>다음은 묵음 이진화 십진법인데요. 아까는 나머지 비트들에 값을 의미없는 값을 부여하거나 그랬다면 여기서는 부호를 알려줘서 표기하는 방법을 택했내요. </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showMasterPhAnim="1">
  <p:cSld name="2_Custom Layout">
    <p:spTree>
      <p:nvGrpSpPr>
        <p:cNvPr id="1" name=""/>
        <p:cNvGrpSpPr/>
        <p:nvPr/>
      </p:nvGrpSpPr>
      <p:grpSpPr>
        <a:xfrm>
          <a:off x="0" y="0"/>
          <a:ext cx="0" cy="0"/>
          <a:chOff x="0" y="0"/>
          <a:chExt cx="0" cy="0"/>
        </a:xfrm>
      </p:grpSpPr>
      <p:sp>
        <p:nvSpPr>
          <p:cNvPr id="14" name="본문 첫 번째 줄…"/>
          <p:cNvSpPr txBox="1"/>
          <p:nvPr>
            <p:ph type="body" sz="quarter" idx="1"/>
          </p:nvPr>
        </p:nvSpPr>
        <p:spPr>
          <a:xfrm>
            <a:off x="5425" y="3947938"/>
            <a:ext cx="9144001" cy="470101"/>
          </a:xfrm>
          <a:prstGeom prst="rect">
            <a:avLst/>
          </a:prstGeom>
        </p:spPr>
        <p:txBody>
          <a:bodyPr lIns="91424" tIns="91424" rIns="91424" bIns="91424" anchor="ctr">
            <a:normAutofit fontScale="100000" lnSpcReduction="0"/>
          </a:bodyPr>
          <a:lstStyle>
            <a:lvl1pPr algn="r">
              <a:defRPr b="1" sz="1600">
                <a:solidFill>
                  <a:srgbClr val="3F3F3F"/>
                </a:solidFill>
              </a:defRPr>
            </a:lvl1pPr>
            <a:lvl2pPr algn="r">
              <a:defRPr b="1" sz="1600">
                <a:solidFill>
                  <a:srgbClr val="3F3F3F"/>
                </a:solidFill>
              </a:defRPr>
            </a:lvl2pPr>
            <a:lvl3pPr algn="r">
              <a:defRPr b="1" sz="1600">
                <a:solidFill>
                  <a:srgbClr val="3F3F3F"/>
                </a:solidFill>
              </a:defRPr>
            </a:lvl3pPr>
            <a:lvl4pPr algn="r">
              <a:defRPr b="1" sz="1600">
                <a:solidFill>
                  <a:srgbClr val="3F3F3F"/>
                </a:solidFill>
              </a:defRPr>
            </a:lvl4pPr>
            <a:lvl5pPr algn="r">
              <a:defRPr b="1" sz="1600">
                <a:solidFill>
                  <a:srgbClr val="3F3F3F"/>
                </a:solidFill>
              </a:defRPr>
            </a:lvl5pPr>
          </a:lstStyle>
          <a:p>
            <a:pPr/>
            <a:r>
              <a:t>본문 첫 번째 줄</a:t>
            </a:r>
          </a:p>
          <a:p>
            <a:pPr lvl="1"/>
            <a:r>
              <a:t>본문 두 번째 줄</a:t>
            </a:r>
          </a:p>
          <a:p>
            <a:pPr lvl="2"/>
            <a:r>
              <a:t>본문 세 번째 줄</a:t>
            </a:r>
          </a:p>
          <a:p>
            <a:pPr lvl="3"/>
            <a:r>
              <a:t>본문 네 번째 줄</a:t>
            </a:r>
          </a:p>
          <a:p>
            <a:pPr lvl="4"/>
            <a:r>
              <a:t>본문 다섯 번째 줄</a:t>
            </a:r>
          </a:p>
        </p:txBody>
      </p:sp>
      <p:sp>
        <p:nvSpPr>
          <p:cNvPr id="15" name="제목 텍스트"/>
          <p:cNvSpPr txBox="1"/>
          <p:nvPr>
            <p:ph type="title"/>
          </p:nvPr>
        </p:nvSpPr>
        <p:spPr>
          <a:xfrm>
            <a:off x="0" y="3419493"/>
            <a:ext cx="9144000" cy="533308"/>
          </a:xfrm>
          <a:prstGeom prst="rect">
            <a:avLst/>
          </a:prstGeom>
        </p:spPr>
        <p:txBody>
          <a:bodyPr/>
          <a:lstStyle>
            <a:lvl1pPr algn="ctr">
              <a:defRPr sz="3600">
                <a:solidFill>
                  <a:srgbClr val="3F3F3F"/>
                </a:solidFill>
                <a:latin typeface="Arial"/>
                <a:ea typeface="Arial"/>
                <a:cs typeface="Arial"/>
                <a:sym typeface="Arial"/>
              </a:defRPr>
            </a:lvl1pPr>
          </a:lstStyle>
          <a:p>
            <a:pPr/>
            <a:r>
              <a:t>제목 텍스트</a:t>
            </a:r>
          </a:p>
        </p:txBody>
      </p:sp>
      <p:pic>
        <p:nvPicPr>
          <p:cNvPr id="16" name="Shape 9" descr="Shape 9"/>
          <p:cNvPicPr>
            <a:picLocks noChangeAspect="1"/>
          </p:cNvPicPr>
          <p:nvPr/>
        </p:nvPicPr>
        <p:blipFill>
          <a:blip r:embed="rId2">
            <a:extLst/>
          </a:blip>
          <a:stretch>
            <a:fillRect/>
          </a:stretch>
        </p:blipFill>
        <p:spPr>
          <a:xfrm>
            <a:off x="3627980" y="543612"/>
            <a:ext cx="1740110" cy="2592287"/>
          </a:xfrm>
          <a:prstGeom prst="rect">
            <a:avLst/>
          </a:prstGeom>
          <a:ln w="12700">
            <a:miter lim="400000"/>
          </a:ln>
        </p:spPr>
      </p:pic>
      <p:sp>
        <p:nvSpPr>
          <p:cNvPr id="17" name="슬라이드 번호"/>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type="tx" showMasterSp="1" showMasterPhAnim="1">
  <p:cSld name="Title and Content">
    <p:spTree>
      <p:nvGrpSpPr>
        <p:cNvPr id="1" name=""/>
        <p:cNvGrpSpPr/>
        <p:nvPr/>
      </p:nvGrpSpPr>
      <p:grpSpPr>
        <a:xfrm>
          <a:off x="0" y="0"/>
          <a:ext cx="0" cy="0"/>
          <a:chOff x="0" y="0"/>
          <a:chExt cx="0" cy="0"/>
        </a:xfrm>
      </p:grpSpPr>
      <p:sp>
        <p:nvSpPr>
          <p:cNvPr id="24" name="제목 텍스트"/>
          <p:cNvSpPr txBox="1"/>
          <p:nvPr>
            <p:ph type="title"/>
          </p:nvPr>
        </p:nvSpPr>
        <p:spPr>
          <a:prstGeom prst="rect">
            <a:avLst/>
          </a:prstGeom>
        </p:spPr>
        <p:txBody>
          <a:bodyPr/>
          <a:lstStyle/>
          <a:p>
            <a:pPr/>
            <a:r>
              <a:t>제목 텍스트</a:t>
            </a:r>
          </a:p>
        </p:txBody>
      </p:sp>
      <p:sp>
        <p:nvSpPr>
          <p:cNvPr id="25" name="슬라이드 번호"/>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0" showMasterPhAnim="1">
  <p:cSld name="1_Title Slide">
    <p:spTree>
      <p:nvGrpSpPr>
        <p:cNvPr id="1" name=""/>
        <p:cNvGrpSpPr/>
        <p:nvPr/>
      </p:nvGrpSpPr>
      <p:grpSpPr>
        <a:xfrm>
          <a:off x="0" y="0"/>
          <a:ext cx="0" cy="0"/>
          <a:chOff x="0" y="0"/>
          <a:chExt cx="0" cy="0"/>
        </a:xfrm>
      </p:grpSpPr>
      <p:sp>
        <p:nvSpPr>
          <p:cNvPr id="32" name="Shape 16"/>
          <p:cNvSpPr/>
          <p:nvPr/>
        </p:nvSpPr>
        <p:spPr>
          <a:xfrm>
            <a:off x="2699790" y="1851668"/>
            <a:ext cx="6444210" cy="1440162"/>
          </a:xfrm>
          <a:prstGeom prst="rect">
            <a:avLst/>
          </a:prstGeom>
          <a:solidFill>
            <a:srgbClr val="0DD2D9"/>
          </a:solidFill>
          <a:ln w="12700">
            <a:miter lim="400000"/>
          </a:ln>
        </p:spPr>
        <p:txBody>
          <a:bodyPr lIns="45719" rIns="45719" anchor="ctr"/>
          <a:lstStyle/>
          <a:p>
            <a:pPr algn="ctr">
              <a:lnSpc>
                <a:spcPct val="100000"/>
              </a:lnSpc>
              <a:defRPr sz="1800">
                <a:solidFill>
                  <a:srgbClr val="FFFFFF"/>
                </a:solidFill>
                <a:latin typeface="Arial"/>
                <a:ea typeface="Arial"/>
                <a:cs typeface="Arial"/>
                <a:sym typeface="Arial"/>
              </a:defRPr>
            </a:pPr>
          </a:p>
        </p:txBody>
      </p:sp>
      <p:sp>
        <p:nvSpPr>
          <p:cNvPr id="33" name="Shape 17"/>
          <p:cNvSpPr/>
          <p:nvPr/>
        </p:nvSpPr>
        <p:spPr>
          <a:xfrm>
            <a:off x="-1" y="0"/>
            <a:ext cx="1619673" cy="5143499"/>
          </a:xfrm>
          <a:prstGeom prst="rect">
            <a:avLst/>
          </a:prstGeom>
          <a:gradFill>
            <a:gsLst>
              <a:gs pos="0">
                <a:srgbClr val="EAEAEA"/>
              </a:gs>
              <a:gs pos="42000">
                <a:srgbClr val="EEEEEE"/>
              </a:gs>
              <a:gs pos="100000">
                <a:srgbClr val="FFFFFF"/>
              </a:gs>
            </a:gsLst>
          </a:gradFill>
          <a:ln w="12700">
            <a:miter lim="400000"/>
          </a:ln>
        </p:spPr>
        <p:txBody>
          <a:bodyPr lIns="45719" rIns="45719" anchor="ctr"/>
          <a:lstStyle/>
          <a:p>
            <a:pPr algn="ctr">
              <a:lnSpc>
                <a:spcPct val="100000"/>
              </a:lnSpc>
              <a:defRPr sz="1800">
                <a:solidFill>
                  <a:srgbClr val="FFFFFF"/>
                </a:solidFill>
                <a:latin typeface="Arial"/>
                <a:ea typeface="Arial"/>
                <a:cs typeface="Arial"/>
                <a:sym typeface="Arial"/>
              </a:defRPr>
            </a:pPr>
          </a:p>
        </p:txBody>
      </p:sp>
      <p:sp>
        <p:nvSpPr>
          <p:cNvPr id="34" name="Shape 18"/>
          <p:cNvSpPr/>
          <p:nvPr/>
        </p:nvSpPr>
        <p:spPr>
          <a:xfrm>
            <a:off x="711744" y="4952172"/>
            <a:ext cx="8432256" cy="1"/>
          </a:xfrm>
          <a:prstGeom prst="line">
            <a:avLst/>
          </a:prstGeom>
          <a:ln w="12700">
            <a:solidFill>
              <a:srgbClr val="0DD2D9"/>
            </a:solidFill>
          </a:ln>
        </p:spPr>
        <p:txBody>
          <a:bodyPr lIns="45719" rIns="45719"/>
          <a:lstStyle/>
          <a:p>
            <a:pPr algn="ctr">
              <a:lnSpc>
                <a:spcPct val="100000"/>
              </a:lnSpc>
              <a:defRPr sz="3600">
                <a:solidFill>
                  <a:srgbClr val="FFFFFF"/>
                </a:solidFill>
                <a:latin typeface="Arial"/>
                <a:ea typeface="Arial"/>
                <a:cs typeface="Arial"/>
                <a:sym typeface="Arial"/>
              </a:defRPr>
            </a:pPr>
          </a:p>
        </p:txBody>
      </p:sp>
      <p:pic>
        <p:nvPicPr>
          <p:cNvPr id="35" name="Shape 19" descr="Shape 19"/>
          <p:cNvPicPr>
            <a:picLocks noChangeAspect="1"/>
          </p:cNvPicPr>
          <p:nvPr/>
        </p:nvPicPr>
        <p:blipFill>
          <a:blip r:embed="rId2">
            <a:extLst/>
          </a:blip>
          <a:stretch>
            <a:fillRect/>
          </a:stretch>
        </p:blipFill>
        <p:spPr>
          <a:xfrm>
            <a:off x="168018" y="3332172"/>
            <a:ext cx="1087452" cy="1620001"/>
          </a:xfrm>
          <a:prstGeom prst="rect">
            <a:avLst/>
          </a:prstGeom>
          <a:ln w="12700">
            <a:miter lim="400000"/>
          </a:ln>
        </p:spPr>
      </p:pic>
      <p:sp>
        <p:nvSpPr>
          <p:cNvPr id="36" name="Shape 20"/>
          <p:cNvSpPr/>
          <p:nvPr/>
        </p:nvSpPr>
        <p:spPr>
          <a:xfrm>
            <a:off x="0" y="195485"/>
            <a:ext cx="9143998" cy="1"/>
          </a:xfrm>
          <a:prstGeom prst="line">
            <a:avLst/>
          </a:prstGeom>
          <a:ln w="12700">
            <a:solidFill>
              <a:srgbClr val="0DD2D9"/>
            </a:solidFill>
          </a:ln>
        </p:spPr>
        <p:txBody>
          <a:bodyPr lIns="45719" rIns="45719"/>
          <a:lstStyle/>
          <a:p>
            <a:pPr algn="ctr">
              <a:lnSpc>
                <a:spcPct val="100000"/>
              </a:lnSpc>
              <a:defRPr sz="3600">
                <a:solidFill>
                  <a:srgbClr val="FFFFFF"/>
                </a:solidFill>
                <a:latin typeface="Arial"/>
                <a:ea typeface="Arial"/>
                <a:cs typeface="Arial"/>
                <a:sym typeface="Arial"/>
              </a:defRPr>
            </a:pPr>
          </a:p>
        </p:txBody>
      </p:sp>
      <p:sp>
        <p:nvSpPr>
          <p:cNvPr id="37" name="슬라이드 번호"/>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0" showMasterPhAnim="1">
  <p:cSld name="1_Picture with Caption">
    <p:spTree>
      <p:nvGrpSpPr>
        <p:cNvPr id="1" name=""/>
        <p:cNvGrpSpPr/>
        <p:nvPr/>
      </p:nvGrpSpPr>
      <p:grpSpPr>
        <a:xfrm>
          <a:off x="0" y="0"/>
          <a:ext cx="0" cy="0"/>
          <a:chOff x="0" y="0"/>
          <a:chExt cx="0" cy="0"/>
        </a:xfrm>
      </p:grpSpPr>
      <p:sp>
        <p:nvSpPr>
          <p:cNvPr id="44" name="Shape 22"/>
          <p:cNvSpPr/>
          <p:nvPr/>
        </p:nvSpPr>
        <p:spPr>
          <a:xfrm>
            <a:off x="0" y="3003550"/>
            <a:ext cx="9144001" cy="2139950"/>
          </a:xfrm>
          <a:prstGeom prst="rect">
            <a:avLst/>
          </a:prstGeom>
          <a:solidFill>
            <a:srgbClr val="0DD2D9"/>
          </a:solidFill>
          <a:ln w="12700">
            <a:miter lim="400000"/>
          </a:ln>
        </p:spPr>
        <p:txBody>
          <a:bodyPr lIns="45719" rIns="45719" anchor="ctr"/>
          <a:lstStyle/>
          <a:p>
            <a:pPr algn="ctr">
              <a:lnSpc>
                <a:spcPct val="100000"/>
              </a:lnSpc>
              <a:defRPr sz="1800">
                <a:solidFill>
                  <a:srgbClr val="FFFFFF"/>
                </a:solidFill>
                <a:latin typeface="Arial"/>
                <a:ea typeface="Arial"/>
                <a:cs typeface="Arial"/>
                <a:sym typeface="Arial"/>
              </a:defRPr>
            </a:pPr>
          </a:p>
        </p:txBody>
      </p:sp>
      <p:sp>
        <p:nvSpPr>
          <p:cNvPr id="45" name="Shape 23"/>
          <p:cNvSpPr/>
          <p:nvPr>
            <p:ph type="pic" sz="quarter" idx="13"/>
          </p:nvPr>
        </p:nvSpPr>
        <p:spPr>
          <a:xfrm>
            <a:off x="755575" y="2157550"/>
            <a:ext cx="1692001" cy="1692001"/>
          </a:xfrm>
          <a:prstGeom prst="rect">
            <a:avLst/>
          </a:prstGeom>
          <a:ln w="50800">
            <a:solidFill>
              <a:srgbClr val="0DD2D9"/>
            </a:solidFill>
            <a:round/>
          </a:ln>
        </p:spPr>
        <p:txBody>
          <a:bodyPr lIns="91439" rIns="91439"/>
          <a:lstStyle/>
          <a:p>
            <a:pPr/>
          </a:p>
        </p:txBody>
      </p:sp>
      <p:sp>
        <p:nvSpPr>
          <p:cNvPr id="46" name="제목 텍스트"/>
          <p:cNvSpPr txBox="1"/>
          <p:nvPr>
            <p:ph type="title"/>
          </p:nvPr>
        </p:nvSpPr>
        <p:spPr>
          <a:xfrm>
            <a:off x="0" y="254335"/>
            <a:ext cx="9144000" cy="776400"/>
          </a:xfrm>
          <a:prstGeom prst="rect">
            <a:avLst/>
          </a:prstGeom>
        </p:spPr>
        <p:txBody>
          <a:bodyPr/>
          <a:lstStyle>
            <a:lvl1pPr algn="ctr">
              <a:defRPr sz="3600">
                <a:solidFill>
                  <a:srgbClr val="3F3F3F"/>
                </a:solidFill>
                <a:latin typeface="Arial"/>
                <a:ea typeface="Arial"/>
                <a:cs typeface="Arial"/>
                <a:sym typeface="Arial"/>
              </a:defRPr>
            </a:lvl1pPr>
          </a:lstStyle>
          <a:p>
            <a:pPr/>
            <a:r>
              <a:t>제목 텍스트</a:t>
            </a:r>
          </a:p>
        </p:txBody>
      </p:sp>
      <p:sp>
        <p:nvSpPr>
          <p:cNvPr id="47" name="슬라이드 번호"/>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0" showMasterPhAnim="1">
  <p:cSld name="Title Slide">
    <p:spTree>
      <p:nvGrpSpPr>
        <p:cNvPr id="1" name=""/>
        <p:cNvGrpSpPr/>
        <p:nvPr/>
      </p:nvGrpSpPr>
      <p:grpSpPr>
        <a:xfrm>
          <a:off x="0" y="0"/>
          <a:ext cx="0" cy="0"/>
          <a:chOff x="0" y="0"/>
          <a:chExt cx="0" cy="0"/>
        </a:xfrm>
      </p:grpSpPr>
      <p:sp>
        <p:nvSpPr>
          <p:cNvPr id="54" name="Shape 26"/>
          <p:cNvSpPr/>
          <p:nvPr/>
        </p:nvSpPr>
        <p:spPr>
          <a:xfrm>
            <a:off x="-1" y="-1"/>
            <a:ext cx="9108506" cy="864001"/>
          </a:xfrm>
          <a:prstGeom prst="rect">
            <a:avLst/>
          </a:prstGeom>
          <a:gradFill>
            <a:gsLst>
              <a:gs pos="0">
                <a:srgbClr val="EFEFEF"/>
              </a:gs>
              <a:gs pos="100000">
                <a:srgbClr val="FFFFFF"/>
              </a:gs>
            </a:gsLst>
          </a:gradFill>
          <a:ln w="12700">
            <a:miter lim="400000"/>
          </a:ln>
        </p:spPr>
        <p:txBody>
          <a:bodyPr lIns="45719" rIns="45719" anchor="ctr"/>
          <a:lstStyle/>
          <a:p>
            <a:pPr algn="ctr">
              <a:lnSpc>
                <a:spcPct val="100000"/>
              </a:lnSpc>
              <a:defRPr sz="3600">
                <a:solidFill>
                  <a:srgbClr val="FFFFFF"/>
                </a:solidFill>
                <a:latin typeface="Arial"/>
                <a:ea typeface="Arial"/>
                <a:cs typeface="Arial"/>
                <a:sym typeface="Arial"/>
              </a:defRPr>
            </a:pPr>
          </a:p>
        </p:txBody>
      </p:sp>
      <p:sp>
        <p:nvSpPr>
          <p:cNvPr id="55" name="제목 텍스트"/>
          <p:cNvSpPr txBox="1"/>
          <p:nvPr>
            <p:ph type="title"/>
          </p:nvPr>
        </p:nvSpPr>
        <p:spPr>
          <a:xfrm>
            <a:off x="0" y="25734"/>
            <a:ext cx="9144000" cy="776531"/>
          </a:xfrm>
          <a:prstGeom prst="rect">
            <a:avLst/>
          </a:prstGeom>
        </p:spPr>
        <p:txBody>
          <a:bodyPr/>
          <a:lstStyle/>
          <a:p>
            <a:pPr/>
            <a:r>
              <a:t>제목 텍스트</a:t>
            </a:r>
          </a:p>
        </p:txBody>
      </p:sp>
      <p:pic>
        <p:nvPicPr>
          <p:cNvPr id="56" name="Shape 28" descr="Shape 28"/>
          <p:cNvPicPr>
            <a:picLocks noChangeAspect="1"/>
          </p:cNvPicPr>
          <p:nvPr/>
        </p:nvPicPr>
        <p:blipFill>
          <a:blip r:embed="rId2">
            <a:extLst/>
          </a:blip>
          <a:stretch>
            <a:fillRect/>
          </a:stretch>
        </p:blipFill>
        <p:spPr>
          <a:xfrm>
            <a:off x="8522681" y="105780"/>
            <a:ext cx="477240" cy="710958"/>
          </a:xfrm>
          <a:prstGeom prst="rect">
            <a:avLst/>
          </a:prstGeom>
          <a:ln w="12700">
            <a:miter lim="400000"/>
          </a:ln>
        </p:spPr>
      </p:pic>
      <p:sp>
        <p:nvSpPr>
          <p:cNvPr id="57" name="슬라이드 번호"/>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type="tx" showMasterSp="0" showMasterPhAnim="1">
  <p:cSld name="4_Picture with Caption">
    <p:spTree>
      <p:nvGrpSpPr>
        <p:cNvPr id="1" name=""/>
        <p:cNvGrpSpPr/>
        <p:nvPr/>
      </p:nvGrpSpPr>
      <p:grpSpPr>
        <a:xfrm>
          <a:off x="0" y="0"/>
          <a:ext cx="0" cy="0"/>
          <a:chOff x="0" y="0"/>
          <a:chExt cx="0" cy="0"/>
        </a:xfrm>
      </p:grpSpPr>
      <p:sp>
        <p:nvSpPr>
          <p:cNvPr id="64" name="Shape 30"/>
          <p:cNvSpPr/>
          <p:nvPr>
            <p:ph type="pic" sz="quarter" idx="13"/>
          </p:nvPr>
        </p:nvSpPr>
        <p:spPr>
          <a:xfrm>
            <a:off x="3776326" y="1262116"/>
            <a:ext cx="1584176" cy="1980002"/>
          </a:xfrm>
          <a:prstGeom prst="rect">
            <a:avLst/>
          </a:prstGeom>
          <a:ln w="50800">
            <a:solidFill>
              <a:srgbClr val="0DD2D9"/>
            </a:solidFill>
            <a:round/>
          </a:ln>
        </p:spPr>
        <p:txBody>
          <a:bodyPr lIns="91439" rIns="91439"/>
          <a:lstStyle/>
          <a:p>
            <a:pPr/>
          </a:p>
        </p:txBody>
      </p:sp>
      <p:sp>
        <p:nvSpPr>
          <p:cNvPr id="65" name="Shape 31"/>
          <p:cNvSpPr/>
          <p:nvPr/>
        </p:nvSpPr>
        <p:spPr>
          <a:xfrm>
            <a:off x="-1" y="0"/>
            <a:ext cx="9108506" cy="827999"/>
          </a:xfrm>
          <a:prstGeom prst="rect">
            <a:avLst/>
          </a:prstGeom>
          <a:gradFill>
            <a:gsLst>
              <a:gs pos="0">
                <a:srgbClr val="EFEFEF"/>
              </a:gs>
              <a:gs pos="100000">
                <a:srgbClr val="FFFFFF"/>
              </a:gs>
            </a:gsLst>
          </a:gradFill>
          <a:ln w="12700">
            <a:miter lim="400000"/>
          </a:ln>
        </p:spPr>
        <p:txBody>
          <a:bodyPr lIns="45719" rIns="45719" anchor="ctr"/>
          <a:lstStyle/>
          <a:p>
            <a:pPr algn="ctr">
              <a:lnSpc>
                <a:spcPct val="100000"/>
              </a:lnSpc>
              <a:defRPr sz="3600">
                <a:solidFill>
                  <a:srgbClr val="FFFFFF"/>
                </a:solidFill>
                <a:latin typeface="Arial"/>
                <a:ea typeface="Arial"/>
                <a:cs typeface="Arial"/>
                <a:sym typeface="Arial"/>
              </a:defRPr>
            </a:pPr>
          </a:p>
        </p:txBody>
      </p:sp>
      <p:sp>
        <p:nvSpPr>
          <p:cNvPr id="66" name="제목 텍스트"/>
          <p:cNvSpPr txBox="1"/>
          <p:nvPr>
            <p:ph type="title"/>
          </p:nvPr>
        </p:nvSpPr>
        <p:spPr>
          <a:xfrm>
            <a:off x="0" y="25734"/>
            <a:ext cx="9144000" cy="776531"/>
          </a:xfrm>
          <a:prstGeom prst="rect">
            <a:avLst/>
          </a:prstGeom>
        </p:spPr>
        <p:txBody>
          <a:bodyPr/>
          <a:lstStyle/>
          <a:p>
            <a:pPr/>
            <a:r>
              <a:t>제목 텍스트</a:t>
            </a:r>
          </a:p>
        </p:txBody>
      </p:sp>
      <p:sp>
        <p:nvSpPr>
          <p:cNvPr id="67" name="Shape 33"/>
          <p:cNvSpPr/>
          <p:nvPr>
            <p:ph type="pic" sz="quarter" idx="14"/>
          </p:nvPr>
        </p:nvSpPr>
        <p:spPr>
          <a:xfrm>
            <a:off x="2179883" y="1352116"/>
            <a:ext cx="1440160" cy="1800001"/>
          </a:xfrm>
          <a:prstGeom prst="rect">
            <a:avLst/>
          </a:prstGeom>
          <a:ln w="50800">
            <a:solidFill>
              <a:srgbClr val="0DD2D9"/>
            </a:solidFill>
            <a:round/>
          </a:ln>
        </p:spPr>
        <p:txBody>
          <a:bodyPr lIns="91439" rIns="91439"/>
          <a:lstStyle/>
          <a:p>
            <a:pPr/>
          </a:p>
        </p:txBody>
      </p:sp>
      <p:sp>
        <p:nvSpPr>
          <p:cNvPr id="68" name="Shape 34"/>
          <p:cNvSpPr/>
          <p:nvPr>
            <p:ph type="pic" sz="quarter" idx="15"/>
          </p:nvPr>
        </p:nvSpPr>
        <p:spPr>
          <a:xfrm>
            <a:off x="723433" y="1437714"/>
            <a:ext cx="1296144" cy="1619999"/>
          </a:xfrm>
          <a:prstGeom prst="rect">
            <a:avLst/>
          </a:prstGeom>
          <a:ln w="50800">
            <a:solidFill>
              <a:srgbClr val="0DD2D9"/>
            </a:solidFill>
            <a:round/>
          </a:ln>
        </p:spPr>
        <p:txBody>
          <a:bodyPr lIns="91439" rIns="91439"/>
          <a:lstStyle/>
          <a:p>
            <a:pPr/>
          </a:p>
        </p:txBody>
      </p:sp>
      <p:sp>
        <p:nvSpPr>
          <p:cNvPr id="69" name="Shape 35"/>
          <p:cNvSpPr/>
          <p:nvPr>
            <p:ph type="pic" sz="quarter" idx="16"/>
          </p:nvPr>
        </p:nvSpPr>
        <p:spPr>
          <a:xfrm>
            <a:off x="5516783" y="1352116"/>
            <a:ext cx="1440160" cy="1800001"/>
          </a:xfrm>
          <a:prstGeom prst="rect">
            <a:avLst/>
          </a:prstGeom>
          <a:ln w="50800">
            <a:solidFill>
              <a:srgbClr val="0DD2D9"/>
            </a:solidFill>
            <a:round/>
          </a:ln>
        </p:spPr>
        <p:txBody>
          <a:bodyPr lIns="91439" rIns="91439"/>
          <a:lstStyle/>
          <a:p>
            <a:pPr/>
          </a:p>
        </p:txBody>
      </p:sp>
      <p:sp>
        <p:nvSpPr>
          <p:cNvPr id="70" name="Shape 36"/>
          <p:cNvSpPr/>
          <p:nvPr>
            <p:ph type="pic" sz="quarter" idx="17"/>
          </p:nvPr>
        </p:nvSpPr>
        <p:spPr>
          <a:xfrm>
            <a:off x="7113224" y="1442119"/>
            <a:ext cx="1296144" cy="1619999"/>
          </a:xfrm>
          <a:prstGeom prst="rect">
            <a:avLst/>
          </a:prstGeom>
          <a:ln w="50800">
            <a:solidFill>
              <a:srgbClr val="0DD2D9"/>
            </a:solidFill>
            <a:round/>
          </a:ln>
        </p:spPr>
        <p:txBody>
          <a:bodyPr lIns="91439" rIns="91439"/>
          <a:lstStyle/>
          <a:p>
            <a:pPr/>
          </a:p>
        </p:txBody>
      </p:sp>
      <p:pic>
        <p:nvPicPr>
          <p:cNvPr id="71" name="Shape 37" descr="Shape 37"/>
          <p:cNvPicPr>
            <a:picLocks noChangeAspect="1"/>
          </p:cNvPicPr>
          <p:nvPr/>
        </p:nvPicPr>
        <p:blipFill>
          <a:blip r:embed="rId2">
            <a:extLst/>
          </a:blip>
          <a:stretch>
            <a:fillRect/>
          </a:stretch>
        </p:blipFill>
        <p:spPr>
          <a:xfrm>
            <a:off x="8522681" y="105780"/>
            <a:ext cx="477240" cy="710958"/>
          </a:xfrm>
          <a:prstGeom prst="rect">
            <a:avLst/>
          </a:prstGeom>
          <a:ln w="12700">
            <a:miter lim="400000"/>
          </a:ln>
        </p:spPr>
      </p:pic>
      <p:sp>
        <p:nvSpPr>
          <p:cNvPr id="72" name="슬라이드 번호"/>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type="tx" showMasterSp="0" showMasterPhAnim="1">
  <p:cSld name="3_Picture with Caption">
    <p:spTree>
      <p:nvGrpSpPr>
        <p:cNvPr id="1" name=""/>
        <p:cNvGrpSpPr/>
        <p:nvPr/>
      </p:nvGrpSpPr>
      <p:grpSpPr>
        <a:xfrm>
          <a:off x="0" y="0"/>
          <a:ext cx="0" cy="0"/>
          <a:chOff x="0" y="0"/>
          <a:chExt cx="0" cy="0"/>
        </a:xfrm>
      </p:grpSpPr>
      <p:sp>
        <p:nvSpPr>
          <p:cNvPr id="79" name="Shape 39"/>
          <p:cNvSpPr/>
          <p:nvPr>
            <p:ph type="pic" idx="13"/>
          </p:nvPr>
        </p:nvSpPr>
        <p:spPr>
          <a:xfrm>
            <a:off x="179999" y="179550"/>
            <a:ext cx="8784000" cy="4784400"/>
          </a:xfrm>
          <a:prstGeom prst="rect">
            <a:avLst/>
          </a:prstGeom>
        </p:spPr>
        <p:txBody>
          <a:bodyPr lIns="91439" rIns="91439"/>
          <a:lstStyle/>
          <a:p>
            <a:pPr/>
          </a:p>
        </p:txBody>
      </p:sp>
      <p:sp>
        <p:nvSpPr>
          <p:cNvPr id="80" name="슬라이드 번호"/>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type="tx" showMasterSp="0" showMasterPhAnim="1">
  <p:cSld name="7_Picture with Caption">
    <p:spTree>
      <p:nvGrpSpPr>
        <p:cNvPr id="1" name=""/>
        <p:cNvGrpSpPr/>
        <p:nvPr/>
      </p:nvGrpSpPr>
      <p:grpSpPr>
        <a:xfrm>
          <a:off x="0" y="0"/>
          <a:ext cx="0" cy="0"/>
          <a:chOff x="0" y="0"/>
          <a:chExt cx="0" cy="0"/>
        </a:xfrm>
      </p:grpSpPr>
      <p:sp>
        <p:nvSpPr>
          <p:cNvPr id="87" name="Shape 41"/>
          <p:cNvSpPr/>
          <p:nvPr/>
        </p:nvSpPr>
        <p:spPr>
          <a:xfrm>
            <a:off x="719999" y="442503"/>
            <a:ext cx="7704002" cy="4281359"/>
          </a:xfrm>
          <a:prstGeom prst="rect">
            <a:avLst/>
          </a:prstGeom>
          <a:solidFill>
            <a:srgbClr val="0DD2D9"/>
          </a:solidFill>
          <a:ln w="12700">
            <a:miter lim="400000"/>
          </a:ln>
        </p:spPr>
        <p:txBody>
          <a:bodyPr lIns="45719" rIns="45719" anchor="ctr"/>
          <a:lstStyle/>
          <a:p>
            <a:pPr algn="ctr">
              <a:lnSpc>
                <a:spcPct val="100000"/>
              </a:lnSpc>
              <a:defRPr sz="1800">
                <a:solidFill>
                  <a:srgbClr val="FFFFFF"/>
                </a:solidFill>
                <a:latin typeface="Arial"/>
                <a:ea typeface="Arial"/>
                <a:cs typeface="Arial"/>
                <a:sym typeface="Arial"/>
              </a:defRPr>
            </a:pPr>
          </a:p>
        </p:txBody>
      </p:sp>
      <p:sp>
        <p:nvSpPr>
          <p:cNvPr id="88" name="Shape 42"/>
          <p:cNvSpPr/>
          <p:nvPr>
            <p:ph type="pic" sz="half" idx="13"/>
          </p:nvPr>
        </p:nvSpPr>
        <p:spPr>
          <a:xfrm>
            <a:off x="3275855" y="0"/>
            <a:ext cx="2592288" cy="5143499"/>
          </a:xfrm>
          <a:prstGeom prst="rect">
            <a:avLst/>
          </a:prstGeom>
        </p:spPr>
        <p:txBody>
          <a:bodyPr lIns="91439" rIns="91439"/>
          <a:lstStyle/>
          <a:p>
            <a:pPr/>
          </a:p>
        </p:txBody>
      </p:sp>
      <p:sp>
        <p:nvSpPr>
          <p:cNvPr id="89" name="슬라이드 번호"/>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type="tx" showMasterSp="0" showMasterPhAnim="1">
  <p:cSld name="5_Picture with Caption">
    <p:spTree>
      <p:nvGrpSpPr>
        <p:cNvPr id="1" name=""/>
        <p:cNvGrpSpPr/>
        <p:nvPr/>
      </p:nvGrpSpPr>
      <p:grpSpPr>
        <a:xfrm>
          <a:off x="0" y="0"/>
          <a:ext cx="0" cy="0"/>
          <a:chOff x="0" y="0"/>
          <a:chExt cx="0" cy="0"/>
        </a:xfrm>
      </p:grpSpPr>
      <p:sp>
        <p:nvSpPr>
          <p:cNvPr id="96" name="Shape 44"/>
          <p:cNvSpPr/>
          <p:nvPr>
            <p:ph type="pic" sz="half" idx="13"/>
          </p:nvPr>
        </p:nvSpPr>
        <p:spPr>
          <a:xfrm>
            <a:off x="2555775" y="1263998"/>
            <a:ext cx="2772000" cy="3456000"/>
          </a:xfrm>
          <a:prstGeom prst="rect">
            <a:avLst/>
          </a:prstGeom>
        </p:spPr>
        <p:txBody>
          <a:bodyPr lIns="91439" rIns="91439"/>
          <a:lstStyle/>
          <a:p>
            <a:pPr/>
          </a:p>
        </p:txBody>
      </p:sp>
      <p:sp>
        <p:nvSpPr>
          <p:cNvPr id="97" name="Shape 45"/>
          <p:cNvSpPr/>
          <p:nvPr/>
        </p:nvSpPr>
        <p:spPr>
          <a:xfrm>
            <a:off x="733752" y="1263998"/>
            <a:ext cx="1835775" cy="1728192"/>
          </a:xfrm>
          <a:prstGeom prst="rect">
            <a:avLst/>
          </a:prstGeom>
          <a:solidFill>
            <a:srgbClr val="0DD2D9"/>
          </a:solidFill>
          <a:ln w="12700">
            <a:miter lim="400000"/>
          </a:ln>
        </p:spPr>
        <p:txBody>
          <a:bodyPr lIns="45719" rIns="45719" anchor="ctr"/>
          <a:lstStyle/>
          <a:p>
            <a:pPr algn="ctr">
              <a:lnSpc>
                <a:spcPct val="100000"/>
              </a:lnSpc>
              <a:defRPr sz="1800">
                <a:solidFill>
                  <a:srgbClr val="FFFFFF"/>
                </a:solidFill>
                <a:latin typeface="Arial"/>
                <a:ea typeface="Arial"/>
                <a:cs typeface="Arial"/>
                <a:sym typeface="Arial"/>
              </a:defRPr>
            </a:pPr>
          </a:p>
        </p:txBody>
      </p:sp>
      <p:sp>
        <p:nvSpPr>
          <p:cNvPr id="98" name="Shape 46"/>
          <p:cNvSpPr/>
          <p:nvPr/>
        </p:nvSpPr>
        <p:spPr>
          <a:xfrm>
            <a:off x="733752" y="2991805"/>
            <a:ext cx="1835775" cy="1728192"/>
          </a:xfrm>
          <a:prstGeom prst="rect">
            <a:avLst/>
          </a:prstGeom>
          <a:solidFill>
            <a:srgbClr val="BFBFBF"/>
          </a:solidFill>
          <a:ln w="12700">
            <a:miter lim="400000"/>
          </a:ln>
        </p:spPr>
        <p:txBody>
          <a:bodyPr lIns="45719" rIns="45719" anchor="ctr"/>
          <a:lstStyle/>
          <a:p>
            <a:pPr algn="ctr">
              <a:lnSpc>
                <a:spcPct val="100000"/>
              </a:lnSpc>
              <a:defRPr sz="1800">
                <a:solidFill>
                  <a:srgbClr val="FFFFFF"/>
                </a:solidFill>
                <a:latin typeface="Arial"/>
                <a:ea typeface="Arial"/>
                <a:cs typeface="Arial"/>
                <a:sym typeface="Arial"/>
              </a:defRPr>
            </a:pPr>
          </a:p>
        </p:txBody>
      </p:sp>
      <p:sp>
        <p:nvSpPr>
          <p:cNvPr id="99" name="Shape 47"/>
          <p:cNvSpPr/>
          <p:nvPr/>
        </p:nvSpPr>
        <p:spPr>
          <a:xfrm>
            <a:off x="-1" y="-1"/>
            <a:ext cx="9108506" cy="864001"/>
          </a:xfrm>
          <a:prstGeom prst="rect">
            <a:avLst/>
          </a:prstGeom>
          <a:gradFill>
            <a:gsLst>
              <a:gs pos="0">
                <a:srgbClr val="EFEFEF"/>
              </a:gs>
              <a:gs pos="100000">
                <a:srgbClr val="FFFFFF"/>
              </a:gs>
            </a:gsLst>
          </a:gradFill>
          <a:ln w="12700">
            <a:miter lim="400000"/>
          </a:ln>
        </p:spPr>
        <p:txBody>
          <a:bodyPr lIns="45719" rIns="45719" anchor="ctr"/>
          <a:lstStyle/>
          <a:p>
            <a:pPr algn="ctr">
              <a:lnSpc>
                <a:spcPct val="100000"/>
              </a:lnSpc>
              <a:defRPr sz="3600">
                <a:solidFill>
                  <a:srgbClr val="FFFFFF"/>
                </a:solidFill>
                <a:latin typeface="Arial"/>
                <a:ea typeface="Arial"/>
                <a:cs typeface="Arial"/>
                <a:sym typeface="Arial"/>
              </a:defRPr>
            </a:pPr>
          </a:p>
        </p:txBody>
      </p:sp>
      <p:sp>
        <p:nvSpPr>
          <p:cNvPr id="100" name="제목 텍스트"/>
          <p:cNvSpPr txBox="1"/>
          <p:nvPr>
            <p:ph type="title"/>
          </p:nvPr>
        </p:nvSpPr>
        <p:spPr>
          <a:xfrm>
            <a:off x="0" y="25734"/>
            <a:ext cx="9144000" cy="776531"/>
          </a:xfrm>
          <a:prstGeom prst="rect">
            <a:avLst/>
          </a:prstGeom>
        </p:spPr>
        <p:txBody>
          <a:bodyPr/>
          <a:lstStyle/>
          <a:p>
            <a:pPr/>
            <a:r>
              <a:t>제목 텍스트</a:t>
            </a:r>
          </a:p>
        </p:txBody>
      </p:sp>
      <p:pic>
        <p:nvPicPr>
          <p:cNvPr id="101" name="Shape 49" descr="Shape 49"/>
          <p:cNvPicPr>
            <a:picLocks noChangeAspect="1"/>
          </p:cNvPicPr>
          <p:nvPr/>
        </p:nvPicPr>
        <p:blipFill>
          <a:blip r:embed="rId2">
            <a:extLst/>
          </a:blip>
          <a:stretch>
            <a:fillRect/>
          </a:stretch>
        </p:blipFill>
        <p:spPr>
          <a:xfrm>
            <a:off x="8522681" y="105780"/>
            <a:ext cx="477240" cy="710958"/>
          </a:xfrm>
          <a:prstGeom prst="rect">
            <a:avLst/>
          </a:prstGeom>
          <a:ln w="12700">
            <a:miter lim="400000"/>
          </a:ln>
        </p:spPr>
      </p:pic>
      <p:sp>
        <p:nvSpPr>
          <p:cNvPr id="102" name="슬라이드 번호"/>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type="tx" showMasterSp="0" showMasterPhAnim="1">
  <p:cSld name="10_Picture with Caption">
    <p:spTree>
      <p:nvGrpSpPr>
        <p:cNvPr id="1" name=""/>
        <p:cNvGrpSpPr/>
        <p:nvPr/>
      </p:nvGrpSpPr>
      <p:grpSpPr>
        <a:xfrm>
          <a:off x="0" y="0"/>
          <a:ext cx="0" cy="0"/>
          <a:chOff x="0" y="0"/>
          <a:chExt cx="0" cy="0"/>
        </a:xfrm>
      </p:grpSpPr>
      <p:sp>
        <p:nvSpPr>
          <p:cNvPr id="109" name="Shape 51"/>
          <p:cNvSpPr/>
          <p:nvPr/>
        </p:nvSpPr>
        <p:spPr>
          <a:xfrm>
            <a:off x="-1" y="-1"/>
            <a:ext cx="9108506" cy="864001"/>
          </a:xfrm>
          <a:prstGeom prst="rect">
            <a:avLst/>
          </a:prstGeom>
          <a:gradFill>
            <a:gsLst>
              <a:gs pos="0">
                <a:srgbClr val="EFEFEF"/>
              </a:gs>
              <a:gs pos="100000">
                <a:srgbClr val="FFFFFF"/>
              </a:gs>
            </a:gsLst>
          </a:gradFill>
          <a:ln w="12700">
            <a:miter lim="400000"/>
          </a:ln>
        </p:spPr>
        <p:txBody>
          <a:bodyPr lIns="45719" rIns="45719" anchor="ctr"/>
          <a:lstStyle/>
          <a:p>
            <a:pPr algn="ctr">
              <a:lnSpc>
                <a:spcPct val="100000"/>
              </a:lnSpc>
              <a:defRPr sz="3600">
                <a:solidFill>
                  <a:srgbClr val="FFFFFF"/>
                </a:solidFill>
                <a:latin typeface="Arial"/>
                <a:ea typeface="Arial"/>
                <a:cs typeface="Arial"/>
                <a:sym typeface="Arial"/>
              </a:defRPr>
            </a:pPr>
          </a:p>
        </p:txBody>
      </p:sp>
      <p:sp>
        <p:nvSpPr>
          <p:cNvPr id="110" name="제목 텍스트"/>
          <p:cNvSpPr txBox="1"/>
          <p:nvPr>
            <p:ph type="title"/>
          </p:nvPr>
        </p:nvSpPr>
        <p:spPr>
          <a:xfrm>
            <a:off x="0" y="25734"/>
            <a:ext cx="9144000" cy="776531"/>
          </a:xfrm>
          <a:prstGeom prst="rect">
            <a:avLst/>
          </a:prstGeom>
        </p:spPr>
        <p:txBody>
          <a:bodyPr/>
          <a:lstStyle/>
          <a:p>
            <a:pPr/>
            <a:r>
              <a:t>제목 텍스트</a:t>
            </a:r>
          </a:p>
        </p:txBody>
      </p:sp>
      <p:pic>
        <p:nvPicPr>
          <p:cNvPr id="111" name="Shape 53" descr="Shape 53"/>
          <p:cNvPicPr>
            <a:picLocks noChangeAspect="1"/>
          </p:cNvPicPr>
          <p:nvPr/>
        </p:nvPicPr>
        <p:blipFill>
          <a:blip r:embed="rId2">
            <a:extLst/>
          </a:blip>
          <a:stretch>
            <a:fillRect/>
          </a:stretch>
        </p:blipFill>
        <p:spPr>
          <a:xfrm>
            <a:off x="539551" y="1311483"/>
            <a:ext cx="3394309" cy="3384375"/>
          </a:xfrm>
          <a:prstGeom prst="rect">
            <a:avLst/>
          </a:prstGeom>
          <a:ln w="12700">
            <a:miter lim="400000"/>
          </a:ln>
        </p:spPr>
      </p:pic>
      <p:sp>
        <p:nvSpPr>
          <p:cNvPr id="112" name="Shape 54"/>
          <p:cNvSpPr/>
          <p:nvPr>
            <p:ph type="pic" sz="quarter" idx="13"/>
          </p:nvPr>
        </p:nvSpPr>
        <p:spPr>
          <a:xfrm>
            <a:off x="675615" y="1443923"/>
            <a:ext cx="3104296" cy="2135939"/>
          </a:xfrm>
          <a:prstGeom prst="rect">
            <a:avLst/>
          </a:prstGeom>
        </p:spPr>
        <p:txBody>
          <a:bodyPr lIns="91439" rIns="91439"/>
          <a:lstStyle/>
          <a:p>
            <a:pPr/>
          </a:p>
        </p:txBody>
      </p:sp>
      <p:pic>
        <p:nvPicPr>
          <p:cNvPr id="113" name="Shape 55" descr="Shape 55"/>
          <p:cNvPicPr>
            <a:picLocks noChangeAspect="1"/>
          </p:cNvPicPr>
          <p:nvPr/>
        </p:nvPicPr>
        <p:blipFill>
          <a:blip r:embed="rId3">
            <a:extLst/>
          </a:blip>
          <a:stretch>
            <a:fillRect/>
          </a:stretch>
        </p:blipFill>
        <p:spPr>
          <a:xfrm>
            <a:off x="8522681" y="105780"/>
            <a:ext cx="477240" cy="710958"/>
          </a:xfrm>
          <a:prstGeom prst="rect">
            <a:avLst/>
          </a:prstGeom>
          <a:ln w="12700">
            <a:miter lim="400000"/>
          </a:ln>
        </p:spPr>
      </p:pic>
      <p:sp>
        <p:nvSpPr>
          <p:cNvPr id="114" name="슬라이드 번호"/>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type="tx" showMasterSp="0" showMasterPhAnim="1">
  <p:cSld name="8_Picture with Caption">
    <p:spTree>
      <p:nvGrpSpPr>
        <p:cNvPr id="1" name=""/>
        <p:cNvGrpSpPr/>
        <p:nvPr/>
      </p:nvGrpSpPr>
      <p:grpSpPr>
        <a:xfrm>
          <a:off x="0" y="0"/>
          <a:ext cx="0" cy="0"/>
          <a:chOff x="0" y="0"/>
          <a:chExt cx="0" cy="0"/>
        </a:xfrm>
      </p:grpSpPr>
      <p:sp>
        <p:nvSpPr>
          <p:cNvPr id="121" name="Shape 57"/>
          <p:cNvSpPr/>
          <p:nvPr/>
        </p:nvSpPr>
        <p:spPr>
          <a:xfrm>
            <a:off x="2411758" y="3939900"/>
            <a:ext cx="2160242" cy="1203600"/>
          </a:xfrm>
          <a:prstGeom prst="rect">
            <a:avLst/>
          </a:prstGeom>
          <a:solidFill>
            <a:srgbClr val="0DD2D9"/>
          </a:solidFill>
          <a:ln w="12700">
            <a:miter lim="400000"/>
          </a:ln>
        </p:spPr>
        <p:txBody>
          <a:bodyPr lIns="45719" rIns="45719" anchor="ctr"/>
          <a:lstStyle/>
          <a:p>
            <a:pPr algn="ctr">
              <a:lnSpc>
                <a:spcPct val="100000"/>
              </a:lnSpc>
              <a:defRPr sz="1800">
                <a:solidFill>
                  <a:srgbClr val="FFFFFF"/>
                </a:solidFill>
                <a:latin typeface="Arial"/>
                <a:ea typeface="Arial"/>
                <a:cs typeface="Arial"/>
                <a:sym typeface="Arial"/>
              </a:defRPr>
            </a:pPr>
          </a:p>
        </p:txBody>
      </p:sp>
      <p:sp>
        <p:nvSpPr>
          <p:cNvPr id="122" name="Shape 58"/>
          <p:cNvSpPr/>
          <p:nvPr/>
        </p:nvSpPr>
        <p:spPr>
          <a:xfrm>
            <a:off x="4572000" y="-1"/>
            <a:ext cx="2160241" cy="1203600"/>
          </a:xfrm>
          <a:prstGeom prst="rect">
            <a:avLst/>
          </a:prstGeom>
          <a:solidFill>
            <a:srgbClr val="0DD2D9"/>
          </a:solidFill>
          <a:ln w="12700">
            <a:miter lim="400000"/>
          </a:ln>
        </p:spPr>
        <p:txBody>
          <a:bodyPr lIns="45719" rIns="45719" anchor="ctr"/>
          <a:lstStyle/>
          <a:p>
            <a:pPr algn="ctr">
              <a:lnSpc>
                <a:spcPct val="100000"/>
              </a:lnSpc>
              <a:defRPr sz="1800">
                <a:solidFill>
                  <a:srgbClr val="FFFFFF"/>
                </a:solidFill>
                <a:latin typeface="Arial"/>
                <a:ea typeface="Arial"/>
                <a:cs typeface="Arial"/>
                <a:sym typeface="Arial"/>
              </a:defRPr>
            </a:pPr>
          </a:p>
        </p:txBody>
      </p:sp>
      <p:sp>
        <p:nvSpPr>
          <p:cNvPr id="123" name="Shape 59"/>
          <p:cNvSpPr/>
          <p:nvPr>
            <p:ph type="pic" sz="quarter" idx="13"/>
          </p:nvPr>
        </p:nvSpPr>
        <p:spPr>
          <a:xfrm>
            <a:off x="2411758" y="0"/>
            <a:ext cx="2160001" cy="3960001"/>
          </a:xfrm>
          <a:prstGeom prst="rect">
            <a:avLst/>
          </a:prstGeom>
        </p:spPr>
        <p:txBody>
          <a:bodyPr lIns="91439" rIns="91439"/>
          <a:lstStyle/>
          <a:p>
            <a:pPr/>
          </a:p>
        </p:txBody>
      </p:sp>
      <p:sp>
        <p:nvSpPr>
          <p:cNvPr id="124" name="Shape 60"/>
          <p:cNvSpPr/>
          <p:nvPr>
            <p:ph type="pic" sz="quarter" idx="14"/>
          </p:nvPr>
        </p:nvSpPr>
        <p:spPr>
          <a:xfrm>
            <a:off x="4572239" y="1183500"/>
            <a:ext cx="2160001" cy="3960001"/>
          </a:xfrm>
          <a:prstGeom prst="rect">
            <a:avLst/>
          </a:prstGeom>
        </p:spPr>
        <p:txBody>
          <a:bodyPr lIns="91439" rIns="91439"/>
          <a:lstStyle/>
          <a:p>
            <a:pPr/>
          </a:p>
        </p:txBody>
      </p:sp>
      <p:sp>
        <p:nvSpPr>
          <p:cNvPr id="125" name="슬라이드 번호"/>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type="tx" showMasterSp="0" showMasterPhAnim="1">
  <p:cSld name="6_Picture with Caption">
    <p:spTree>
      <p:nvGrpSpPr>
        <p:cNvPr id="1" name=""/>
        <p:cNvGrpSpPr/>
        <p:nvPr/>
      </p:nvGrpSpPr>
      <p:grpSpPr>
        <a:xfrm>
          <a:off x="0" y="0"/>
          <a:ext cx="0" cy="0"/>
          <a:chOff x="0" y="0"/>
          <a:chExt cx="0" cy="0"/>
        </a:xfrm>
      </p:grpSpPr>
      <p:pic>
        <p:nvPicPr>
          <p:cNvPr id="132" name="Shape 62" descr="Shape 62"/>
          <p:cNvPicPr>
            <a:picLocks noChangeAspect="1"/>
          </p:cNvPicPr>
          <p:nvPr/>
        </p:nvPicPr>
        <p:blipFill>
          <a:blip r:embed="rId2">
            <a:extLst/>
          </a:blip>
          <a:stretch>
            <a:fillRect/>
          </a:stretch>
        </p:blipFill>
        <p:spPr>
          <a:xfrm>
            <a:off x="720079" y="1635644"/>
            <a:ext cx="4217147" cy="2310734"/>
          </a:xfrm>
          <a:prstGeom prst="rect">
            <a:avLst/>
          </a:prstGeom>
          <a:ln w="12700">
            <a:miter lim="400000"/>
          </a:ln>
        </p:spPr>
      </p:pic>
      <p:sp>
        <p:nvSpPr>
          <p:cNvPr id="133" name="Shape 63"/>
          <p:cNvSpPr/>
          <p:nvPr>
            <p:ph type="pic" sz="quarter" idx="13"/>
          </p:nvPr>
        </p:nvSpPr>
        <p:spPr>
          <a:xfrm>
            <a:off x="1442653" y="1739257"/>
            <a:ext cx="2772001" cy="1944001"/>
          </a:xfrm>
          <a:prstGeom prst="rect">
            <a:avLst/>
          </a:prstGeom>
        </p:spPr>
        <p:txBody>
          <a:bodyPr lIns="91439" rIns="91439"/>
          <a:lstStyle/>
          <a:p>
            <a:pPr/>
          </a:p>
        </p:txBody>
      </p:sp>
      <p:sp>
        <p:nvSpPr>
          <p:cNvPr id="134" name="Shape 64"/>
          <p:cNvSpPr/>
          <p:nvPr/>
        </p:nvSpPr>
        <p:spPr>
          <a:xfrm>
            <a:off x="-1" y="-1"/>
            <a:ext cx="9108506" cy="864001"/>
          </a:xfrm>
          <a:prstGeom prst="rect">
            <a:avLst/>
          </a:prstGeom>
          <a:gradFill>
            <a:gsLst>
              <a:gs pos="0">
                <a:srgbClr val="EFEFEF"/>
              </a:gs>
              <a:gs pos="100000">
                <a:srgbClr val="FFFFFF"/>
              </a:gs>
            </a:gsLst>
          </a:gradFill>
          <a:ln w="12700">
            <a:miter lim="400000"/>
          </a:ln>
        </p:spPr>
        <p:txBody>
          <a:bodyPr lIns="45719" rIns="45719" anchor="ctr"/>
          <a:lstStyle/>
          <a:p>
            <a:pPr algn="ctr">
              <a:lnSpc>
                <a:spcPct val="100000"/>
              </a:lnSpc>
              <a:defRPr sz="3600">
                <a:solidFill>
                  <a:srgbClr val="FFFFFF"/>
                </a:solidFill>
                <a:latin typeface="Arial"/>
                <a:ea typeface="Arial"/>
                <a:cs typeface="Arial"/>
                <a:sym typeface="Arial"/>
              </a:defRPr>
            </a:pPr>
          </a:p>
        </p:txBody>
      </p:sp>
      <p:sp>
        <p:nvSpPr>
          <p:cNvPr id="135" name="제목 텍스트"/>
          <p:cNvSpPr txBox="1"/>
          <p:nvPr>
            <p:ph type="title"/>
          </p:nvPr>
        </p:nvSpPr>
        <p:spPr>
          <a:xfrm>
            <a:off x="0" y="25734"/>
            <a:ext cx="9144000" cy="776531"/>
          </a:xfrm>
          <a:prstGeom prst="rect">
            <a:avLst/>
          </a:prstGeom>
        </p:spPr>
        <p:txBody>
          <a:bodyPr/>
          <a:lstStyle/>
          <a:p>
            <a:pPr/>
            <a:r>
              <a:t>제목 텍스트</a:t>
            </a:r>
          </a:p>
        </p:txBody>
      </p:sp>
      <p:pic>
        <p:nvPicPr>
          <p:cNvPr id="136" name="Shape 66" descr="Shape 66"/>
          <p:cNvPicPr>
            <a:picLocks noChangeAspect="1"/>
          </p:cNvPicPr>
          <p:nvPr/>
        </p:nvPicPr>
        <p:blipFill>
          <a:blip r:embed="rId3">
            <a:extLst/>
          </a:blip>
          <a:stretch>
            <a:fillRect/>
          </a:stretch>
        </p:blipFill>
        <p:spPr>
          <a:xfrm>
            <a:off x="8522681" y="105780"/>
            <a:ext cx="477240" cy="710958"/>
          </a:xfrm>
          <a:prstGeom prst="rect">
            <a:avLst/>
          </a:prstGeom>
          <a:ln w="12700">
            <a:miter lim="400000"/>
          </a:ln>
        </p:spPr>
      </p:pic>
      <p:sp>
        <p:nvSpPr>
          <p:cNvPr id="137" name="슬라이드 번호"/>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type="tx" showMasterSp="0" showMasterPhAnim="1">
  <p:cSld name="9_Picture with Caption">
    <p:spTree>
      <p:nvGrpSpPr>
        <p:cNvPr id="1" name=""/>
        <p:cNvGrpSpPr/>
        <p:nvPr/>
      </p:nvGrpSpPr>
      <p:grpSpPr>
        <a:xfrm>
          <a:off x="0" y="0"/>
          <a:ext cx="0" cy="0"/>
          <a:chOff x="0" y="0"/>
          <a:chExt cx="0" cy="0"/>
        </a:xfrm>
      </p:grpSpPr>
      <p:sp>
        <p:nvSpPr>
          <p:cNvPr id="144" name="Shape 68"/>
          <p:cNvSpPr/>
          <p:nvPr/>
        </p:nvSpPr>
        <p:spPr>
          <a:xfrm>
            <a:off x="0" y="2890433"/>
            <a:ext cx="9144000" cy="2253068"/>
          </a:xfrm>
          <a:prstGeom prst="rect">
            <a:avLst/>
          </a:prstGeom>
          <a:solidFill>
            <a:srgbClr val="0DD2D9"/>
          </a:solidFill>
          <a:ln w="12700">
            <a:miter lim="400000"/>
          </a:ln>
        </p:spPr>
        <p:txBody>
          <a:bodyPr lIns="45719" rIns="45719" anchor="ctr"/>
          <a:lstStyle/>
          <a:p>
            <a:pPr algn="ctr">
              <a:lnSpc>
                <a:spcPct val="100000"/>
              </a:lnSpc>
              <a:defRPr sz="1800">
                <a:solidFill>
                  <a:srgbClr val="FFFFFF"/>
                </a:solidFill>
                <a:latin typeface="Arial"/>
                <a:ea typeface="Arial"/>
                <a:cs typeface="Arial"/>
                <a:sym typeface="Arial"/>
              </a:defRPr>
            </a:pPr>
          </a:p>
        </p:txBody>
      </p:sp>
      <p:grpSp>
        <p:nvGrpSpPr>
          <p:cNvPr id="150" name="Shape 69"/>
          <p:cNvGrpSpPr/>
          <p:nvPr/>
        </p:nvGrpSpPr>
        <p:grpSpPr>
          <a:xfrm>
            <a:off x="920694" y="1264900"/>
            <a:ext cx="1298551" cy="2242953"/>
            <a:chOff x="0" y="0"/>
            <a:chExt cx="1298550" cy="2242952"/>
          </a:xfrm>
        </p:grpSpPr>
        <p:sp>
          <p:nvSpPr>
            <p:cNvPr id="145" name="Shape 70"/>
            <p:cNvSpPr/>
            <p:nvPr/>
          </p:nvSpPr>
          <p:spPr>
            <a:xfrm>
              <a:off x="0" y="0"/>
              <a:ext cx="1298551" cy="2242953"/>
            </a:xfrm>
            <a:prstGeom prst="roundRect">
              <a:avLst>
                <a:gd name="adj" fmla="val 13580"/>
              </a:avLst>
            </a:prstGeom>
            <a:solidFill>
              <a:srgbClr val="262626"/>
            </a:solidFill>
            <a:ln w="12700" cap="flat">
              <a:noFill/>
              <a:miter lim="400000"/>
            </a:ln>
            <a:effectLst/>
          </p:spPr>
          <p:txBody>
            <a:bodyPr wrap="square" lIns="45719" tIns="45719" rIns="45719" bIns="45719" numCol="1" anchor="ctr">
              <a:noAutofit/>
            </a:bodyPr>
            <a:lstStyle/>
            <a:p>
              <a:pPr algn="ctr">
                <a:lnSpc>
                  <a:spcPct val="100000"/>
                </a:lnSpc>
                <a:defRPr sz="1800">
                  <a:solidFill>
                    <a:srgbClr val="FFFFFF"/>
                  </a:solidFill>
                  <a:latin typeface="Arial"/>
                  <a:ea typeface="Arial"/>
                  <a:cs typeface="Arial"/>
                  <a:sym typeface="Arial"/>
                </a:defRPr>
              </a:pPr>
            </a:p>
          </p:txBody>
        </p:sp>
        <p:sp>
          <p:nvSpPr>
            <p:cNvPr id="146" name="Shape 71"/>
            <p:cNvSpPr/>
            <p:nvPr/>
          </p:nvSpPr>
          <p:spPr>
            <a:xfrm>
              <a:off x="571649" y="106039"/>
              <a:ext cx="155253" cy="29983"/>
            </a:xfrm>
            <a:prstGeom prst="rect">
              <a:avLst/>
            </a:prstGeom>
            <a:solidFill>
              <a:srgbClr val="B0B0B0"/>
            </a:solidFill>
            <a:ln w="12700" cap="flat">
              <a:noFill/>
              <a:miter lim="400000"/>
            </a:ln>
            <a:effectLst/>
          </p:spPr>
          <p:txBody>
            <a:bodyPr wrap="square" lIns="45719" tIns="45719" rIns="45719" bIns="45719" numCol="1" anchor="ctr">
              <a:noAutofit/>
            </a:bodyPr>
            <a:lstStyle/>
            <a:p>
              <a:pPr algn="ctr">
                <a:lnSpc>
                  <a:spcPct val="100000"/>
                </a:lnSpc>
                <a:defRPr sz="1800">
                  <a:solidFill>
                    <a:srgbClr val="FFFFFF"/>
                  </a:solidFill>
                  <a:latin typeface="Arial"/>
                  <a:ea typeface="Arial"/>
                  <a:cs typeface="Arial"/>
                  <a:sym typeface="Arial"/>
                </a:defRPr>
              </a:pPr>
            </a:p>
          </p:txBody>
        </p:sp>
        <p:grpSp>
          <p:nvGrpSpPr>
            <p:cNvPr id="149" name="Shape 72"/>
            <p:cNvGrpSpPr/>
            <p:nvPr/>
          </p:nvGrpSpPr>
          <p:grpSpPr>
            <a:xfrm>
              <a:off x="586375" y="2036915"/>
              <a:ext cx="125803" cy="138383"/>
              <a:chOff x="0" y="0"/>
              <a:chExt cx="125801" cy="138381"/>
            </a:xfrm>
          </p:grpSpPr>
          <p:sp>
            <p:nvSpPr>
              <p:cNvPr id="147" name="Shape 73"/>
              <p:cNvSpPr/>
              <p:nvPr/>
            </p:nvSpPr>
            <p:spPr>
              <a:xfrm>
                <a:off x="0" y="0"/>
                <a:ext cx="125802" cy="138382"/>
              </a:xfrm>
              <a:prstGeom prst="ellipse">
                <a:avLst/>
              </a:prstGeom>
              <a:gradFill flip="none" rotWithShape="1">
                <a:gsLst>
                  <a:gs pos="0">
                    <a:srgbClr val="0F0F0F"/>
                  </a:gs>
                  <a:gs pos="56000">
                    <a:srgbClr val="595959"/>
                  </a:gs>
                  <a:gs pos="91000">
                    <a:srgbClr val="7F7F7F"/>
                  </a:gs>
                  <a:gs pos="100000">
                    <a:srgbClr val="BFBFBF"/>
                  </a:gs>
                </a:gsLst>
                <a:lin ang="10800000" scaled="0"/>
              </a:gradFill>
              <a:ln w="25400" cap="flat">
                <a:solidFill>
                  <a:srgbClr val="262626"/>
                </a:solidFill>
                <a:prstDash val="solid"/>
                <a:round/>
              </a:ln>
              <a:effectLst/>
            </p:spPr>
            <p:txBody>
              <a:bodyPr wrap="square" lIns="45719" tIns="45719" rIns="45719" bIns="45719" numCol="1" anchor="ctr">
                <a:noAutofit/>
              </a:bodyPr>
              <a:lstStyle/>
              <a:p>
                <a:pPr algn="ctr">
                  <a:lnSpc>
                    <a:spcPct val="100000"/>
                  </a:lnSpc>
                  <a:defRPr sz="1800">
                    <a:solidFill>
                      <a:srgbClr val="FFFFFF"/>
                    </a:solidFill>
                    <a:latin typeface="Arial"/>
                    <a:ea typeface="Arial"/>
                    <a:cs typeface="Arial"/>
                    <a:sym typeface="Arial"/>
                  </a:defRPr>
                </a:pPr>
              </a:p>
            </p:txBody>
          </p:sp>
          <p:sp>
            <p:nvSpPr>
              <p:cNvPr id="148" name="Shape 74"/>
              <p:cNvSpPr/>
              <p:nvPr/>
            </p:nvSpPr>
            <p:spPr>
              <a:xfrm>
                <a:off x="34130" y="37312"/>
                <a:ext cx="57540" cy="63757"/>
              </a:xfrm>
              <a:prstGeom prst="roundRect">
                <a:avLst>
                  <a:gd name="adj" fmla="val 16667"/>
                </a:avLst>
              </a:prstGeom>
              <a:solidFill>
                <a:srgbClr val="737373"/>
              </a:solidFill>
              <a:ln w="9525" cap="flat">
                <a:solidFill>
                  <a:srgbClr val="B0B0B0"/>
                </a:solidFill>
                <a:prstDash val="solid"/>
                <a:round/>
              </a:ln>
              <a:effectLst/>
            </p:spPr>
            <p:txBody>
              <a:bodyPr wrap="square" lIns="45719" tIns="45719" rIns="45719" bIns="45719" numCol="1" anchor="ctr">
                <a:noAutofit/>
              </a:bodyPr>
              <a:lstStyle/>
              <a:p>
                <a:pPr algn="ctr">
                  <a:lnSpc>
                    <a:spcPct val="100000"/>
                  </a:lnSpc>
                  <a:defRPr sz="1800">
                    <a:solidFill>
                      <a:srgbClr val="FFFFFF"/>
                    </a:solidFill>
                    <a:latin typeface="Arial"/>
                    <a:ea typeface="Arial"/>
                    <a:cs typeface="Arial"/>
                    <a:sym typeface="Arial"/>
                  </a:defRPr>
                </a:pPr>
              </a:p>
            </p:txBody>
          </p:sp>
        </p:grpSp>
      </p:grpSp>
      <p:sp>
        <p:nvSpPr>
          <p:cNvPr id="151" name="Shape 75"/>
          <p:cNvSpPr/>
          <p:nvPr>
            <p:ph type="pic" sz="quarter" idx="13"/>
          </p:nvPr>
        </p:nvSpPr>
        <p:spPr>
          <a:xfrm>
            <a:off x="1007007" y="1468079"/>
            <a:ext cx="1143175" cy="1802548"/>
          </a:xfrm>
          <a:prstGeom prst="rect">
            <a:avLst/>
          </a:prstGeom>
        </p:spPr>
        <p:txBody>
          <a:bodyPr lIns="91439" rIns="91439"/>
          <a:lstStyle/>
          <a:p>
            <a:pPr/>
          </a:p>
        </p:txBody>
      </p:sp>
      <p:grpSp>
        <p:nvGrpSpPr>
          <p:cNvPr id="157" name="Shape 76"/>
          <p:cNvGrpSpPr/>
          <p:nvPr/>
        </p:nvGrpSpPr>
        <p:grpSpPr>
          <a:xfrm>
            <a:off x="2910526" y="2088602"/>
            <a:ext cx="1298551" cy="2242953"/>
            <a:chOff x="0" y="0"/>
            <a:chExt cx="1298550" cy="2242952"/>
          </a:xfrm>
        </p:grpSpPr>
        <p:sp>
          <p:nvSpPr>
            <p:cNvPr id="152" name="Shape 77"/>
            <p:cNvSpPr/>
            <p:nvPr/>
          </p:nvSpPr>
          <p:spPr>
            <a:xfrm>
              <a:off x="0" y="0"/>
              <a:ext cx="1298551" cy="2242953"/>
            </a:xfrm>
            <a:prstGeom prst="roundRect">
              <a:avLst>
                <a:gd name="adj" fmla="val 13580"/>
              </a:avLst>
            </a:prstGeom>
            <a:solidFill>
              <a:srgbClr val="262626"/>
            </a:solidFill>
            <a:ln w="12700" cap="flat">
              <a:noFill/>
              <a:miter lim="400000"/>
            </a:ln>
            <a:effectLst/>
          </p:spPr>
          <p:txBody>
            <a:bodyPr wrap="square" lIns="45719" tIns="45719" rIns="45719" bIns="45719" numCol="1" anchor="ctr">
              <a:noAutofit/>
            </a:bodyPr>
            <a:lstStyle/>
            <a:p>
              <a:pPr algn="ctr">
                <a:lnSpc>
                  <a:spcPct val="100000"/>
                </a:lnSpc>
                <a:defRPr sz="1800">
                  <a:solidFill>
                    <a:srgbClr val="FFFFFF"/>
                  </a:solidFill>
                  <a:latin typeface="Arial"/>
                  <a:ea typeface="Arial"/>
                  <a:cs typeface="Arial"/>
                  <a:sym typeface="Arial"/>
                </a:defRPr>
              </a:pPr>
            </a:p>
          </p:txBody>
        </p:sp>
        <p:sp>
          <p:nvSpPr>
            <p:cNvPr id="153" name="Shape 78"/>
            <p:cNvSpPr/>
            <p:nvPr/>
          </p:nvSpPr>
          <p:spPr>
            <a:xfrm>
              <a:off x="571649" y="106039"/>
              <a:ext cx="155253" cy="29983"/>
            </a:xfrm>
            <a:prstGeom prst="rect">
              <a:avLst/>
            </a:prstGeom>
            <a:solidFill>
              <a:srgbClr val="B0B0B0"/>
            </a:solidFill>
            <a:ln w="12700" cap="flat">
              <a:noFill/>
              <a:miter lim="400000"/>
            </a:ln>
            <a:effectLst/>
          </p:spPr>
          <p:txBody>
            <a:bodyPr wrap="square" lIns="45719" tIns="45719" rIns="45719" bIns="45719" numCol="1" anchor="ctr">
              <a:noAutofit/>
            </a:bodyPr>
            <a:lstStyle/>
            <a:p>
              <a:pPr algn="ctr">
                <a:lnSpc>
                  <a:spcPct val="100000"/>
                </a:lnSpc>
                <a:defRPr sz="1800">
                  <a:solidFill>
                    <a:srgbClr val="FFFFFF"/>
                  </a:solidFill>
                  <a:latin typeface="Arial"/>
                  <a:ea typeface="Arial"/>
                  <a:cs typeface="Arial"/>
                  <a:sym typeface="Arial"/>
                </a:defRPr>
              </a:pPr>
            </a:p>
          </p:txBody>
        </p:sp>
        <p:grpSp>
          <p:nvGrpSpPr>
            <p:cNvPr id="156" name="Shape 79"/>
            <p:cNvGrpSpPr/>
            <p:nvPr/>
          </p:nvGrpSpPr>
          <p:grpSpPr>
            <a:xfrm>
              <a:off x="586375" y="2036915"/>
              <a:ext cx="125803" cy="138383"/>
              <a:chOff x="0" y="0"/>
              <a:chExt cx="125801" cy="138381"/>
            </a:xfrm>
          </p:grpSpPr>
          <p:sp>
            <p:nvSpPr>
              <p:cNvPr id="154" name="Shape 80"/>
              <p:cNvSpPr/>
              <p:nvPr/>
            </p:nvSpPr>
            <p:spPr>
              <a:xfrm>
                <a:off x="0" y="0"/>
                <a:ext cx="125802" cy="138382"/>
              </a:xfrm>
              <a:prstGeom prst="ellipse">
                <a:avLst/>
              </a:prstGeom>
              <a:gradFill flip="none" rotWithShape="1">
                <a:gsLst>
                  <a:gs pos="0">
                    <a:srgbClr val="0F0F0F"/>
                  </a:gs>
                  <a:gs pos="56000">
                    <a:srgbClr val="595959"/>
                  </a:gs>
                  <a:gs pos="91000">
                    <a:srgbClr val="7F7F7F"/>
                  </a:gs>
                  <a:gs pos="100000">
                    <a:srgbClr val="BFBFBF"/>
                  </a:gs>
                </a:gsLst>
                <a:lin ang="10800000" scaled="0"/>
              </a:gradFill>
              <a:ln w="25400" cap="flat">
                <a:solidFill>
                  <a:srgbClr val="262626"/>
                </a:solidFill>
                <a:prstDash val="solid"/>
                <a:round/>
              </a:ln>
              <a:effectLst/>
            </p:spPr>
            <p:txBody>
              <a:bodyPr wrap="square" lIns="45719" tIns="45719" rIns="45719" bIns="45719" numCol="1" anchor="ctr">
                <a:noAutofit/>
              </a:bodyPr>
              <a:lstStyle/>
              <a:p>
                <a:pPr algn="ctr">
                  <a:lnSpc>
                    <a:spcPct val="100000"/>
                  </a:lnSpc>
                  <a:defRPr sz="1800">
                    <a:solidFill>
                      <a:srgbClr val="FFFFFF"/>
                    </a:solidFill>
                    <a:latin typeface="Arial"/>
                    <a:ea typeface="Arial"/>
                    <a:cs typeface="Arial"/>
                    <a:sym typeface="Arial"/>
                  </a:defRPr>
                </a:pPr>
              </a:p>
            </p:txBody>
          </p:sp>
          <p:sp>
            <p:nvSpPr>
              <p:cNvPr id="155" name="Shape 81"/>
              <p:cNvSpPr/>
              <p:nvPr/>
            </p:nvSpPr>
            <p:spPr>
              <a:xfrm>
                <a:off x="34130" y="37312"/>
                <a:ext cx="57540" cy="63757"/>
              </a:xfrm>
              <a:prstGeom prst="roundRect">
                <a:avLst>
                  <a:gd name="adj" fmla="val 16667"/>
                </a:avLst>
              </a:prstGeom>
              <a:solidFill>
                <a:srgbClr val="737373"/>
              </a:solidFill>
              <a:ln w="9525" cap="flat">
                <a:solidFill>
                  <a:srgbClr val="B0B0B0"/>
                </a:solidFill>
                <a:prstDash val="solid"/>
                <a:round/>
              </a:ln>
              <a:effectLst/>
            </p:spPr>
            <p:txBody>
              <a:bodyPr wrap="square" lIns="45719" tIns="45719" rIns="45719" bIns="45719" numCol="1" anchor="ctr">
                <a:noAutofit/>
              </a:bodyPr>
              <a:lstStyle/>
              <a:p>
                <a:pPr algn="ctr">
                  <a:lnSpc>
                    <a:spcPct val="100000"/>
                  </a:lnSpc>
                  <a:defRPr sz="1800">
                    <a:solidFill>
                      <a:srgbClr val="FFFFFF"/>
                    </a:solidFill>
                    <a:latin typeface="Arial"/>
                    <a:ea typeface="Arial"/>
                    <a:cs typeface="Arial"/>
                    <a:sym typeface="Arial"/>
                  </a:defRPr>
                </a:pPr>
              </a:p>
            </p:txBody>
          </p:sp>
        </p:grpSp>
      </p:grpSp>
      <p:sp>
        <p:nvSpPr>
          <p:cNvPr id="158" name="Shape 82"/>
          <p:cNvSpPr/>
          <p:nvPr>
            <p:ph type="pic" sz="quarter" idx="14"/>
          </p:nvPr>
        </p:nvSpPr>
        <p:spPr>
          <a:xfrm>
            <a:off x="2996838" y="2291782"/>
            <a:ext cx="1143175" cy="1802548"/>
          </a:xfrm>
          <a:prstGeom prst="rect">
            <a:avLst/>
          </a:prstGeom>
        </p:spPr>
        <p:txBody>
          <a:bodyPr lIns="91439" rIns="91439"/>
          <a:lstStyle/>
          <a:p>
            <a:pPr/>
          </a:p>
        </p:txBody>
      </p:sp>
      <p:grpSp>
        <p:nvGrpSpPr>
          <p:cNvPr id="164" name="Shape 83"/>
          <p:cNvGrpSpPr/>
          <p:nvPr/>
        </p:nvGrpSpPr>
        <p:grpSpPr>
          <a:xfrm>
            <a:off x="4900357" y="1383367"/>
            <a:ext cx="1298551" cy="2242953"/>
            <a:chOff x="0" y="0"/>
            <a:chExt cx="1298550" cy="2242952"/>
          </a:xfrm>
        </p:grpSpPr>
        <p:sp>
          <p:nvSpPr>
            <p:cNvPr id="159" name="Shape 84"/>
            <p:cNvSpPr/>
            <p:nvPr/>
          </p:nvSpPr>
          <p:spPr>
            <a:xfrm>
              <a:off x="0" y="0"/>
              <a:ext cx="1298551" cy="2242953"/>
            </a:xfrm>
            <a:prstGeom prst="roundRect">
              <a:avLst>
                <a:gd name="adj" fmla="val 13580"/>
              </a:avLst>
            </a:prstGeom>
            <a:solidFill>
              <a:srgbClr val="262626"/>
            </a:solidFill>
            <a:ln w="12700" cap="flat">
              <a:noFill/>
              <a:miter lim="400000"/>
            </a:ln>
            <a:effectLst/>
          </p:spPr>
          <p:txBody>
            <a:bodyPr wrap="square" lIns="45719" tIns="45719" rIns="45719" bIns="45719" numCol="1" anchor="ctr">
              <a:noAutofit/>
            </a:bodyPr>
            <a:lstStyle/>
            <a:p>
              <a:pPr algn="ctr">
                <a:lnSpc>
                  <a:spcPct val="100000"/>
                </a:lnSpc>
                <a:defRPr sz="1800">
                  <a:solidFill>
                    <a:srgbClr val="FFFFFF"/>
                  </a:solidFill>
                  <a:latin typeface="Arial"/>
                  <a:ea typeface="Arial"/>
                  <a:cs typeface="Arial"/>
                  <a:sym typeface="Arial"/>
                </a:defRPr>
              </a:pPr>
            </a:p>
          </p:txBody>
        </p:sp>
        <p:sp>
          <p:nvSpPr>
            <p:cNvPr id="160" name="Shape 85"/>
            <p:cNvSpPr/>
            <p:nvPr/>
          </p:nvSpPr>
          <p:spPr>
            <a:xfrm>
              <a:off x="571649" y="106039"/>
              <a:ext cx="155253" cy="29983"/>
            </a:xfrm>
            <a:prstGeom prst="rect">
              <a:avLst/>
            </a:prstGeom>
            <a:solidFill>
              <a:srgbClr val="B0B0B0"/>
            </a:solidFill>
            <a:ln w="12700" cap="flat">
              <a:noFill/>
              <a:miter lim="400000"/>
            </a:ln>
            <a:effectLst/>
          </p:spPr>
          <p:txBody>
            <a:bodyPr wrap="square" lIns="45719" tIns="45719" rIns="45719" bIns="45719" numCol="1" anchor="ctr">
              <a:noAutofit/>
            </a:bodyPr>
            <a:lstStyle/>
            <a:p>
              <a:pPr algn="ctr">
                <a:lnSpc>
                  <a:spcPct val="100000"/>
                </a:lnSpc>
                <a:defRPr sz="1800">
                  <a:solidFill>
                    <a:srgbClr val="FFFFFF"/>
                  </a:solidFill>
                  <a:latin typeface="Arial"/>
                  <a:ea typeface="Arial"/>
                  <a:cs typeface="Arial"/>
                  <a:sym typeface="Arial"/>
                </a:defRPr>
              </a:pPr>
            </a:p>
          </p:txBody>
        </p:sp>
        <p:grpSp>
          <p:nvGrpSpPr>
            <p:cNvPr id="163" name="Shape 86"/>
            <p:cNvGrpSpPr/>
            <p:nvPr/>
          </p:nvGrpSpPr>
          <p:grpSpPr>
            <a:xfrm>
              <a:off x="586375" y="2036915"/>
              <a:ext cx="125803" cy="138383"/>
              <a:chOff x="0" y="0"/>
              <a:chExt cx="125801" cy="138381"/>
            </a:xfrm>
          </p:grpSpPr>
          <p:sp>
            <p:nvSpPr>
              <p:cNvPr id="161" name="Shape 87"/>
              <p:cNvSpPr/>
              <p:nvPr/>
            </p:nvSpPr>
            <p:spPr>
              <a:xfrm>
                <a:off x="0" y="0"/>
                <a:ext cx="125802" cy="138382"/>
              </a:xfrm>
              <a:prstGeom prst="ellipse">
                <a:avLst/>
              </a:prstGeom>
              <a:gradFill flip="none" rotWithShape="1">
                <a:gsLst>
                  <a:gs pos="0">
                    <a:srgbClr val="0F0F0F"/>
                  </a:gs>
                  <a:gs pos="56000">
                    <a:srgbClr val="595959"/>
                  </a:gs>
                  <a:gs pos="91000">
                    <a:srgbClr val="7F7F7F"/>
                  </a:gs>
                  <a:gs pos="100000">
                    <a:srgbClr val="BFBFBF"/>
                  </a:gs>
                </a:gsLst>
                <a:lin ang="10800000" scaled="0"/>
              </a:gradFill>
              <a:ln w="25400" cap="flat">
                <a:solidFill>
                  <a:srgbClr val="262626"/>
                </a:solidFill>
                <a:prstDash val="solid"/>
                <a:round/>
              </a:ln>
              <a:effectLst/>
            </p:spPr>
            <p:txBody>
              <a:bodyPr wrap="square" lIns="45719" tIns="45719" rIns="45719" bIns="45719" numCol="1" anchor="ctr">
                <a:noAutofit/>
              </a:bodyPr>
              <a:lstStyle/>
              <a:p>
                <a:pPr algn="ctr">
                  <a:lnSpc>
                    <a:spcPct val="100000"/>
                  </a:lnSpc>
                  <a:defRPr sz="1800">
                    <a:solidFill>
                      <a:srgbClr val="FFFFFF"/>
                    </a:solidFill>
                    <a:latin typeface="Arial"/>
                    <a:ea typeface="Arial"/>
                    <a:cs typeface="Arial"/>
                    <a:sym typeface="Arial"/>
                  </a:defRPr>
                </a:pPr>
              </a:p>
            </p:txBody>
          </p:sp>
          <p:sp>
            <p:nvSpPr>
              <p:cNvPr id="162" name="Shape 88"/>
              <p:cNvSpPr/>
              <p:nvPr/>
            </p:nvSpPr>
            <p:spPr>
              <a:xfrm>
                <a:off x="34130" y="37312"/>
                <a:ext cx="57540" cy="63757"/>
              </a:xfrm>
              <a:prstGeom prst="roundRect">
                <a:avLst>
                  <a:gd name="adj" fmla="val 16667"/>
                </a:avLst>
              </a:prstGeom>
              <a:solidFill>
                <a:srgbClr val="737373"/>
              </a:solidFill>
              <a:ln w="9525" cap="flat">
                <a:solidFill>
                  <a:srgbClr val="B0B0B0"/>
                </a:solidFill>
                <a:prstDash val="solid"/>
                <a:round/>
              </a:ln>
              <a:effectLst/>
            </p:spPr>
            <p:txBody>
              <a:bodyPr wrap="square" lIns="45719" tIns="45719" rIns="45719" bIns="45719" numCol="1" anchor="ctr">
                <a:noAutofit/>
              </a:bodyPr>
              <a:lstStyle/>
              <a:p>
                <a:pPr algn="ctr">
                  <a:lnSpc>
                    <a:spcPct val="100000"/>
                  </a:lnSpc>
                  <a:defRPr sz="1800">
                    <a:solidFill>
                      <a:srgbClr val="FFFFFF"/>
                    </a:solidFill>
                    <a:latin typeface="Arial"/>
                    <a:ea typeface="Arial"/>
                    <a:cs typeface="Arial"/>
                    <a:sym typeface="Arial"/>
                  </a:defRPr>
                </a:pPr>
              </a:p>
            </p:txBody>
          </p:sp>
        </p:grpSp>
      </p:grpSp>
      <p:sp>
        <p:nvSpPr>
          <p:cNvPr id="165" name="Shape 89"/>
          <p:cNvSpPr/>
          <p:nvPr>
            <p:ph type="pic" sz="quarter" idx="15"/>
          </p:nvPr>
        </p:nvSpPr>
        <p:spPr>
          <a:xfrm>
            <a:off x="4986668" y="1586548"/>
            <a:ext cx="1143175" cy="1802547"/>
          </a:xfrm>
          <a:prstGeom prst="rect">
            <a:avLst/>
          </a:prstGeom>
        </p:spPr>
        <p:txBody>
          <a:bodyPr lIns="91439" rIns="91439"/>
          <a:lstStyle/>
          <a:p>
            <a:pPr/>
          </a:p>
        </p:txBody>
      </p:sp>
      <p:grpSp>
        <p:nvGrpSpPr>
          <p:cNvPr id="171" name="Shape 90"/>
          <p:cNvGrpSpPr/>
          <p:nvPr/>
        </p:nvGrpSpPr>
        <p:grpSpPr>
          <a:xfrm>
            <a:off x="6890187" y="2345020"/>
            <a:ext cx="1298551" cy="2242953"/>
            <a:chOff x="0" y="0"/>
            <a:chExt cx="1298550" cy="2242952"/>
          </a:xfrm>
        </p:grpSpPr>
        <p:sp>
          <p:nvSpPr>
            <p:cNvPr id="166" name="Shape 91"/>
            <p:cNvSpPr/>
            <p:nvPr/>
          </p:nvSpPr>
          <p:spPr>
            <a:xfrm>
              <a:off x="0" y="0"/>
              <a:ext cx="1298551" cy="2242953"/>
            </a:xfrm>
            <a:prstGeom prst="roundRect">
              <a:avLst>
                <a:gd name="adj" fmla="val 13580"/>
              </a:avLst>
            </a:prstGeom>
            <a:solidFill>
              <a:srgbClr val="262626"/>
            </a:solidFill>
            <a:ln w="12700" cap="flat">
              <a:noFill/>
              <a:miter lim="400000"/>
            </a:ln>
            <a:effectLst/>
          </p:spPr>
          <p:txBody>
            <a:bodyPr wrap="square" lIns="45719" tIns="45719" rIns="45719" bIns="45719" numCol="1" anchor="ctr">
              <a:noAutofit/>
            </a:bodyPr>
            <a:lstStyle/>
            <a:p>
              <a:pPr algn="ctr">
                <a:lnSpc>
                  <a:spcPct val="100000"/>
                </a:lnSpc>
                <a:defRPr sz="1800">
                  <a:solidFill>
                    <a:srgbClr val="FFFFFF"/>
                  </a:solidFill>
                  <a:latin typeface="Arial"/>
                  <a:ea typeface="Arial"/>
                  <a:cs typeface="Arial"/>
                  <a:sym typeface="Arial"/>
                </a:defRPr>
              </a:pPr>
            </a:p>
          </p:txBody>
        </p:sp>
        <p:sp>
          <p:nvSpPr>
            <p:cNvPr id="167" name="Shape 92"/>
            <p:cNvSpPr/>
            <p:nvPr/>
          </p:nvSpPr>
          <p:spPr>
            <a:xfrm>
              <a:off x="571649" y="106039"/>
              <a:ext cx="155253" cy="29983"/>
            </a:xfrm>
            <a:prstGeom prst="rect">
              <a:avLst/>
            </a:prstGeom>
            <a:solidFill>
              <a:srgbClr val="B0B0B0"/>
            </a:solidFill>
            <a:ln w="12700" cap="flat">
              <a:noFill/>
              <a:miter lim="400000"/>
            </a:ln>
            <a:effectLst/>
          </p:spPr>
          <p:txBody>
            <a:bodyPr wrap="square" lIns="45719" tIns="45719" rIns="45719" bIns="45719" numCol="1" anchor="ctr">
              <a:noAutofit/>
            </a:bodyPr>
            <a:lstStyle/>
            <a:p>
              <a:pPr algn="ctr">
                <a:lnSpc>
                  <a:spcPct val="100000"/>
                </a:lnSpc>
                <a:defRPr sz="1800">
                  <a:solidFill>
                    <a:srgbClr val="FFFFFF"/>
                  </a:solidFill>
                  <a:latin typeface="Arial"/>
                  <a:ea typeface="Arial"/>
                  <a:cs typeface="Arial"/>
                  <a:sym typeface="Arial"/>
                </a:defRPr>
              </a:pPr>
            </a:p>
          </p:txBody>
        </p:sp>
        <p:grpSp>
          <p:nvGrpSpPr>
            <p:cNvPr id="170" name="Shape 93"/>
            <p:cNvGrpSpPr/>
            <p:nvPr/>
          </p:nvGrpSpPr>
          <p:grpSpPr>
            <a:xfrm>
              <a:off x="586375" y="2036915"/>
              <a:ext cx="125803" cy="138383"/>
              <a:chOff x="0" y="0"/>
              <a:chExt cx="125801" cy="138381"/>
            </a:xfrm>
          </p:grpSpPr>
          <p:sp>
            <p:nvSpPr>
              <p:cNvPr id="168" name="Shape 94"/>
              <p:cNvSpPr/>
              <p:nvPr/>
            </p:nvSpPr>
            <p:spPr>
              <a:xfrm>
                <a:off x="0" y="0"/>
                <a:ext cx="125802" cy="138382"/>
              </a:xfrm>
              <a:prstGeom prst="ellipse">
                <a:avLst/>
              </a:prstGeom>
              <a:gradFill flip="none" rotWithShape="1">
                <a:gsLst>
                  <a:gs pos="0">
                    <a:srgbClr val="0F0F0F"/>
                  </a:gs>
                  <a:gs pos="56000">
                    <a:srgbClr val="595959"/>
                  </a:gs>
                  <a:gs pos="91000">
                    <a:srgbClr val="7F7F7F"/>
                  </a:gs>
                  <a:gs pos="100000">
                    <a:srgbClr val="BFBFBF"/>
                  </a:gs>
                </a:gsLst>
                <a:lin ang="10800000" scaled="0"/>
              </a:gradFill>
              <a:ln w="25400" cap="flat">
                <a:solidFill>
                  <a:srgbClr val="262626"/>
                </a:solidFill>
                <a:prstDash val="solid"/>
                <a:round/>
              </a:ln>
              <a:effectLst/>
            </p:spPr>
            <p:txBody>
              <a:bodyPr wrap="square" lIns="45719" tIns="45719" rIns="45719" bIns="45719" numCol="1" anchor="ctr">
                <a:noAutofit/>
              </a:bodyPr>
              <a:lstStyle/>
              <a:p>
                <a:pPr algn="ctr">
                  <a:lnSpc>
                    <a:spcPct val="100000"/>
                  </a:lnSpc>
                  <a:defRPr sz="1800">
                    <a:solidFill>
                      <a:srgbClr val="FFFFFF"/>
                    </a:solidFill>
                    <a:latin typeface="Arial"/>
                    <a:ea typeface="Arial"/>
                    <a:cs typeface="Arial"/>
                    <a:sym typeface="Arial"/>
                  </a:defRPr>
                </a:pPr>
              </a:p>
            </p:txBody>
          </p:sp>
          <p:sp>
            <p:nvSpPr>
              <p:cNvPr id="169" name="Shape 95"/>
              <p:cNvSpPr/>
              <p:nvPr/>
            </p:nvSpPr>
            <p:spPr>
              <a:xfrm>
                <a:off x="34130" y="37312"/>
                <a:ext cx="57540" cy="63757"/>
              </a:xfrm>
              <a:prstGeom prst="roundRect">
                <a:avLst>
                  <a:gd name="adj" fmla="val 16667"/>
                </a:avLst>
              </a:prstGeom>
              <a:solidFill>
                <a:srgbClr val="737373"/>
              </a:solidFill>
              <a:ln w="9525" cap="flat">
                <a:solidFill>
                  <a:srgbClr val="B0B0B0"/>
                </a:solidFill>
                <a:prstDash val="solid"/>
                <a:round/>
              </a:ln>
              <a:effectLst/>
            </p:spPr>
            <p:txBody>
              <a:bodyPr wrap="square" lIns="45719" tIns="45719" rIns="45719" bIns="45719" numCol="1" anchor="ctr">
                <a:noAutofit/>
              </a:bodyPr>
              <a:lstStyle/>
              <a:p>
                <a:pPr algn="ctr">
                  <a:lnSpc>
                    <a:spcPct val="100000"/>
                  </a:lnSpc>
                  <a:defRPr sz="1800">
                    <a:solidFill>
                      <a:srgbClr val="FFFFFF"/>
                    </a:solidFill>
                    <a:latin typeface="Arial"/>
                    <a:ea typeface="Arial"/>
                    <a:cs typeface="Arial"/>
                    <a:sym typeface="Arial"/>
                  </a:defRPr>
                </a:pPr>
              </a:p>
            </p:txBody>
          </p:sp>
        </p:grpSp>
      </p:grpSp>
      <p:sp>
        <p:nvSpPr>
          <p:cNvPr id="172" name="Shape 96"/>
          <p:cNvSpPr/>
          <p:nvPr>
            <p:ph type="pic" sz="quarter" idx="16"/>
          </p:nvPr>
        </p:nvSpPr>
        <p:spPr>
          <a:xfrm>
            <a:off x="6976498" y="2548200"/>
            <a:ext cx="1143175" cy="1802548"/>
          </a:xfrm>
          <a:prstGeom prst="rect">
            <a:avLst/>
          </a:prstGeom>
        </p:spPr>
        <p:txBody>
          <a:bodyPr lIns="91439" rIns="91439"/>
          <a:lstStyle/>
          <a:p>
            <a:pPr/>
          </a:p>
        </p:txBody>
      </p:sp>
      <p:sp>
        <p:nvSpPr>
          <p:cNvPr id="173" name="Shape 97"/>
          <p:cNvSpPr/>
          <p:nvPr/>
        </p:nvSpPr>
        <p:spPr>
          <a:xfrm>
            <a:off x="-1" y="-1"/>
            <a:ext cx="9108506" cy="864001"/>
          </a:xfrm>
          <a:prstGeom prst="rect">
            <a:avLst/>
          </a:prstGeom>
          <a:gradFill>
            <a:gsLst>
              <a:gs pos="0">
                <a:srgbClr val="EFEFEF"/>
              </a:gs>
              <a:gs pos="100000">
                <a:srgbClr val="FFFFFF"/>
              </a:gs>
            </a:gsLst>
          </a:gradFill>
          <a:ln w="12700">
            <a:miter lim="400000"/>
          </a:ln>
        </p:spPr>
        <p:txBody>
          <a:bodyPr lIns="45719" rIns="45719" anchor="ctr"/>
          <a:lstStyle/>
          <a:p>
            <a:pPr algn="ctr">
              <a:lnSpc>
                <a:spcPct val="100000"/>
              </a:lnSpc>
              <a:defRPr sz="3600">
                <a:solidFill>
                  <a:srgbClr val="FFFFFF"/>
                </a:solidFill>
                <a:latin typeface="Arial"/>
                <a:ea typeface="Arial"/>
                <a:cs typeface="Arial"/>
                <a:sym typeface="Arial"/>
              </a:defRPr>
            </a:pPr>
          </a:p>
        </p:txBody>
      </p:sp>
      <p:sp>
        <p:nvSpPr>
          <p:cNvPr id="174" name="제목 텍스트"/>
          <p:cNvSpPr txBox="1"/>
          <p:nvPr>
            <p:ph type="title"/>
          </p:nvPr>
        </p:nvSpPr>
        <p:spPr>
          <a:xfrm>
            <a:off x="0" y="25734"/>
            <a:ext cx="9144000" cy="776531"/>
          </a:xfrm>
          <a:prstGeom prst="rect">
            <a:avLst/>
          </a:prstGeom>
        </p:spPr>
        <p:txBody>
          <a:bodyPr/>
          <a:lstStyle/>
          <a:p>
            <a:pPr/>
            <a:r>
              <a:t>제목 텍스트</a:t>
            </a:r>
          </a:p>
        </p:txBody>
      </p:sp>
      <p:pic>
        <p:nvPicPr>
          <p:cNvPr id="175" name="Shape 99" descr="Shape 99"/>
          <p:cNvPicPr>
            <a:picLocks noChangeAspect="1"/>
          </p:cNvPicPr>
          <p:nvPr/>
        </p:nvPicPr>
        <p:blipFill>
          <a:blip r:embed="rId2">
            <a:extLst/>
          </a:blip>
          <a:stretch>
            <a:fillRect/>
          </a:stretch>
        </p:blipFill>
        <p:spPr>
          <a:xfrm>
            <a:off x="8522681" y="105780"/>
            <a:ext cx="477240" cy="710958"/>
          </a:xfrm>
          <a:prstGeom prst="rect">
            <a:avLst/>
          </a:prstGeom>
          <a:ln w="12700">
            <a:miter lim="400000"/>
          </a:ln>
        </p:spPr>
      </p:pic>
      <p:sp>
        <p:nvSpPr>
          <p:cNvPr id="176" name="슬라이드 번호"/>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type="tx" showMasterSp="0" showMasterPhAnim="1">
  <p:cSld name="3_Custom Layout">
    <p:spTree>
      <p:nvGrpSpPr>
        <p:cNvPr id="1" name=""/>
        <p:cNvGrpSpPr/>
        <p:nvPr/>
      </p:nvGrpSpPr>
      <p:grpSpPr>
        <a:xfrm>
          <a:off x="0" y="0"/>
          <a:ext cx="0" cy="0"/>
          <a:chOff x="0" y="0"/>
          <a:chExt cx="0" cy="0"/>
        </a:xfrm>
      </p:grpSpPr>
      <p:sp>
        <p:nvSpPr>
          <p:cNvPr id="183" name="Shape 101"/>
          <p:cNvSpPr/>
          <p:nvPr/>
        </p:nvSpPr>
        <p:spPr>
          <a:xfrm>
            <a:off x="0" y="0"/>
            <a:ext cx="9144000" cy="5143499"/>
          </a:xfrm>
          <a:prstGeom prst="rect">
            <a:avLst/>
          </a:prstGeom>
          <a:solidFill>
            <a:srgbClr val="0DD2D9"/>
          </a:solidFill>
          <a:ln w="12700">
            <a:miter lim="400000"/>
          </a:ln>
        </p:spPr>
        <p:txBody>
          <a:bodyPr lIns="45719" rIns="45719" anchor="ctr"/>
          <a:lstStyle/>
          <a:p>
            <a:pPr algn="ctr">
              <a:lnSpc>
                <a:spcPct val="100000"/>
              </a:lnSpc>
              <a:defRPr sz="1800">
                <a:solidFill>
                  <a:srgbClr val="FFFFFF"/>
                </a:solidFill>
                <a:latin typeface="Arial"/>
                <a:ea typeface="Arial"/>
                <a:cs typeface="Arial"/>
                <a:sym typeface="Arial"/>
              </a:defRPr>
            </a:pPr>
          </a:p>
        </p:txBody>
      </p:sp>
      <p:sp>
        <p:nvSpPr>
          <p:cNvPr id="184" name="Shape 102"/>
          <p:cNvSpPr/>
          <p:nvPr/>
        </p:nvSpPr>
        <p:spPr>
          <a:xfrm>
            <a:off x="1046841" y="807553"/>
            <a:ext cx="7050317" cy="3528392"/>
          </a:xfrm>
          <a:prstGeom prst="rect">
            <a:avLst/>
          </a:prstGeom>
          <a:ln w="31750">
            <a:solidFill>
              <a:srgbClr val="FFFFFF"/>
            </a:solidFill>
          </a:ln>
        </p:spPr>
        <p:txBody>
          <a:bodyPr lIns="45719" rIns="45719" anchor="ctr"/>
          <a:lstStyle/>
          <a:p>
            <a:pPr algn="ctr">
              <a:lnSpc>
                <a:spcPct val="100000"/>
              </a:lnSpc>
              <a:defRPr sz="1800">
                <a:solidFill>
                  <a:srgbClr val="FFFFFF"/>
                </a:solidFill>
                <a:latin typeface="Arial"/>
                <a:ea typeface="Arial"/>
                <a:cs typeface="Arial"/>
                <a:sym typeface="Arial"/>
              </a:defRPr>
            </a:pPr>
          </a:p>
        </p:txBody>
      </p:sp>
      <p:sp>
        <p:nvSpPr>
          <p:cNvPr id="185" name="Shape 103"/>
          <p:cNvSpPr/>
          <p:nvPr/>
        </p:nvSpPr>
        <p:spPr>
          <a:xfrm>
            <a:off x="1403647" y="1131589"/>
            <a:ext cx="6336705" cy="2880322"/>
          </a:xfrm>
          <a:prstGeom prst="rect">
            <a:avLst/>
          </a:prstGeom>
          <a:gradFill>
            <a:gsLst>
              <a:gs pos="0">
                <a:srgbClr val="EFEFEF"/>
              </a:gs>
              <a:gs pos="100000">
                <a:srgbClr val="FFFFFF"/>
              </a:gs>
            </a:gsLst>
          </a:gradFill>
          <a:ln w="12700">
            <a:miter lim="400000"/>
          </a:ln>
        </p:spPr>
        <p:txBody>
          <a:bodyPr lIns="45719" rIns="45719" anchor="ctr"/>
          <a:lstStyle/>
          <a:p>
            <a:pPr algn="ctr">
              <a:lnSpc>
                <a:spcPct val="100000"/>
              </a:lnSpc>
              <a:defRPr sz="1800">
                <a:latin typeface="Arial"/>
                <a:ea typeface="Arial"/>
                <a:cs typeface="Arial"/>
                <a:sym typeface="Arial"/>
              </a:defRPr>
            </a:pPr>
          </a:p>
        </p:txBody>
      </p:sp>
      <p:sp>
        <p:nvSpPr>
          <p:cNvPr id="186" name="제목 텍스트"/>
          <p:cNvSpPr txBox="1"/>
          <p:nvPr>
            <p:ph type="title"/>
          </p:nvPr>
        </p:nvSpPr>
        <p:spPr>
          <a:xfrm>
            <a:off x="1043608" y="2924942"/>
            <a:ext cx="7056784" cy="533308"/>
          </a:xfrm>
          <a:prstGeom prst="rect">
            <a:avLst/>
          </a:prstGeom>
        </p:spPr>
        <p:txBody>
          <a:bodyPr/>
          <a:lstStyle>
            <a:lvl1pPr algn="ctr">
              <a:defRPr sz="3600">
                <a:solidFill>
                  <a:srgbClr val="3F3F3F"/>
                </a:solidFill>
                <a:latin typeface="Arial"/>
                <a:ea typeface="Arial"/>
                <a:cs typeface="Arial"/>
                <a:sym typeface="Arial"/>
              </a:defRPr>
            </a:lvl1pPr>
          </a:lstStyle>
          <a:p>
            <a:pPr/>
            <a:r>
              <a:t>제목 텍스트</a:t>
            </a:r>
          </a:p>
        </p:txBody>
      </p:sp>
      <p:pic>
        <p:nvPicPr>
          <p:cNvPr id="187" name="Shape 105" descr="Shape 105"/>
          <p:cNvPicPr>
            <a:picLocks noChangeAspect="1"/>
          </p:cNvPicPr>
          <p:nvPr/>
        </p:nvPicPr>
        <p:blipFill>
          <a:blip r:embed="rId2">
            <a:extLst/>
          </a:blip>
          <a:stretch>
            <a:fillRect/>
          </a:stretch>
        </p:blipFill>
        <p:spPr>
          <a:xfrm>
            <a:off x="4056913" y="1318423"/>
            <a:ext cx="985235" cy="1467730"/>
          </a:xfrm>
          <a:prstGeom prst="rect">
            <a:avLst/>
          </a:prstGeom>
          <a:ln w="12700">
            <a:miter lim="400000"/>
          </a:ln>
        </p:spPr>
      </p:pic>
      <p:sp>
        <p:nvSpPr>
          <p:cNvPr id="188" name="슬라이드 번호"/>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type="tx" showMasterSp="0" showMasterPhAnim="1">
  <p:cSld name="Custom Layout">
    <p:spTree>
      <p:nvGrpSpPr>
        <p:cNvPr id="1" name=""/>
        <p:cNvGrpSpPr/>
        <p:nvPr/>
      </p:nvGrpSpPr>
      <p:grpSpPr>
        <a:xfrm>
          <a:off x="0" y="0"/>
          <a:ext cx="0" cy="0"/>
          <a:chOff x="0" y="0"/>
          <a:chExt cx="0" cy="0"/>
        </a:xfrm>
      </p:grpSpPr>
      <p:sp>
        <p:nvSpPr>
          <p:cNvPr id="195" name="Shape 107"/>
          <p:cNvSpPr/>
          <p:nvPr/>
        </p:nvSpPr>
        <p:spPr>
          <a:xfrm>
            <a:off x="354007" y="1131588"/>
            <a:ext cx="2849841" cy="3649172"/>
          </a:xfrm>
          <a:prstGeom prst="roundRect">
            <a:avLst>
              <a:gd name="adj" fmla="val 3968"/>
            </a:avLst>
          </a:prstGeom>
          <a:solidFill>
            <a:srgbClr val="0DD2D9"/>
          </a:solidFill>
          <a:ln w="12700">
            <a:miter lim="400000"/>
          </a:ln>
        </p:spPr>
        <p:txBody>
          <a:bodyPr lIns="45719" rIns="45719" anchor="ctr"/>
          <a:lstStyle/>
          <a:p>
            <a:pPr algn="ctr">
              <a:lnSpc>
                <a:spcPct val="100000"/>
              </a:lnSpc>
              <a:defRPr sz="1800">
                <a:solidFill>
                  <a:srgbClr val="FFFFFF"/>
                </a:solidFill>
                <a:latin typeface="Arial"/>
                <a:ea typeface="Arial"/>
                <a:cs typeface="Arial"/>
                <a:sym typeface="Arial"/>
              </a:defRPr>
            </a:pPr>
          </a:p>
        </p:txBody>
      </p:sp>
      <p:sp>
        <p:nvSpPr>
          <p:cNvPr id="196" name="Shape 108"/>
          <p:cNvSpPr txBox="1"/>
          <p:nvPr/>
        </p:nvSpPr>
        <p:spPr>
          <a:xfrm>
            <a:off x="755575" y="1427128"/>
            <a:ext cx="2232249" cy="586343"/>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defRPr>
                <a:solidFill>
                  <a:srgbClr val="FFFFFF"/>
                </a:solidFill>
                <a:latin typeface="Arial"/>
                <a:ea typeface="Arial"/>
                <a:cs typeface="Arial"/>
                <a:sym typeface="Arial"/>
              </a:defRPr>
            </a:lvl1pPr>
          </a:lstStyle>
          <a:p>
            <a:pPr/>
            <a:r>
              <a:t>You can Resize without losing quality</a:t>
            </a:r>
          </a:p>
        </p:txBody>
      </p:sp>
      <p:sp>
        <p:nvSpPr>
          <p:cNvPr id="197" name="Shape 109"/>
          <p:cNvSpPr txBox="1"/>
          <p:nvPr/>
        </p:nvSpPr>
        <p:spPr>
          <a:xfrm>
            <a:off x="755575" y="1939375"/>
            <a:ext cx="2232249" cy="859334"/>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a:solidFill>
                  <a:srgbClr val="FFFFFF"/>
                </a:solidFill>
                <a:latin typeface="Arial"/>
                <a:ea typeface="Arial"/>
                <a:cs typeface="Arial"/>
                <a:sym typeface="Arial"/>
              </a:defRPr>
            </a:pPr>
            <a:r>
              <a:t>You can Change Fill Color &amp;</a:t>
            </a:r>
          </a:p>
          <a:p>
            <a:pPr>
              <a:defRPr>
                <a:solidFill>
                  <a:srgbClr val="FFFFFF"/>
                </a:solidFill>
                <a:latin typeface="Arial"/>
                <a:ea typeface="Arial"/>
                <a:cs typeface="Arial"/>
                <a:sym typeface="Arial"/>
              </a:defRPr>
            </a:pPr>
            <a:r>
              <a:t>Line Color</a:t>
            </a:r>
          </a:p>
        </p:txBody>
      </p:sp>
      <p:sp>
        <p:nvSpPr>
          <p:cNvPr id="198" name="Shape 110"/>
          <p:cNvSpPr/>
          <p:nvPr/>
        </p:nvSpPr>
        <p:spPr>
          <a:xfrm>
            <a:off x="531931" y="1347500"/>
            <a:ext cx="108520" cy="3240472"/>
          </a:xfrm>
          <a:prstGeom prst="roundRect">
            <a:avLst>
              <a:gd name="adj" fmla="val 50000"/>
            </a:avLst>
          </a:prstGeom>
          <a:solidFill>
            <a:srgbClr val="FFFFFF">
              <a:alpha val="40784"/>
            </a:srgbClr>
          </a:solidFill>
          <a:ln w="12700">
            <a:miter lim="400000"/>
          </a:ln>
        </p:spPr>
        <p:txBody>
          <a:bodyPr lIns="45719" rIns="45719" anchor="ctr"/>
          <a:lstStyle/>
          <a:p>
            <a:pPr algn="ctr">
              <a:lnSpc>
                <a:spcPct val="100000"/>
              </a:lnSpc>
              <a:defRPr sz="1800">
                <a:solidFill>
                  <a:srgbClr val="FFFFFF"/>
                </a:solidFill>
                <a:latin typeface="Arial"/>
                <a:ea typeface="Arial"/>
                <a:cs typeface="Arial"/>
                <a:sym typeface="Arial"/>
              </a:defRPr>
            </a:pPr>
          </a:p>
        </p:txBody>
      </p:sp>
      <p:sp>
        <p:nvSpPr>
          <p:cNvPr id="199" name="Shape 111"/>
          <p:cNvSpPr/>
          <p:nvPr/>
        </p:nvSpPr>
        <p:spPr>
          <a:xfrm rot="5400000">
            <a:off x="2592641" y="1238200"/>
            <a:ext cx="502331" cy="502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16475" y="5125"/>
                </a:lnTo>
                <a:lnTo>
                  <a:pt x="5323" y="5125"/>
                </a:lnTo>
                <a:lnTo>
                  <a:pt x="5323" y="16277"/>
                </a:lnTo>
                <a:lnTo>
                  <a:pt x="0" y="21600"/>
                </a:lnTo>
                <a:close/>
              </a:path>
            </a:pathLst>
          </a:custGeom>
          <a:solidFill>
            <a:srgbClr val="FFFFFF">
              <a:alpha val="22745"/>
            </a:srgbClr>
          </a:solidFill>
          <a:ln w="12700">
            <a:miter lim="400000"/>
          </a:ln>
        </p:spPr>
        <p:txBody>
          <a:bodyPr lIns="45719" rIns="45719" anchor="ctr"/>
          <a:lstStyle/>
          <a:p>
            <a:pPr algn="ctr">
              <a:lnSpc>
                <a:spcPct val="100000"/>
              </a:lnSpc>
              <a:defRPr sz="1800">
                <a:solidFill>
                  <a:srgbClr val="FFFFFF"/>
                </a:solidFill>
                <a:latin typeface="Arial"/>
                <a:ea typeface="Arial"/>
                <a:cs typeface="Arial"/>
                <a:sym typeface="Arial"/>
              </a:defRPr>
            </a:pPr>
          </a:p>
        </p:txBody>
      </p:sp>
      <p:grpSp>
        <p:nvGrpSpPr>
          <p:cNvPr id="202" name="Shape 112"/>
          <p:cNvGrpSpPr/>
          <p:nvPr/>
        </p:nvGrpSpPr>
        <p:grpSpPr>
          <a:xfrm>
            <a:off x="755724" y="3062542"/>
            <a:ext cx="1872059" cy="1573813"/>
            <a:chOff x="0" y="0"/>
            <a:chExt cx="1872058" cy="1573812"/>
          </a:xfrm>
        </p:grpSpPr>
        <p:sp>
          <p:nvSpPr>
            <p:cNvPr id="200" name="Shape 113"/>
            <p:cNvSpPr txBox="1"/>
            <p:nvPr/>
          </p:nvSpPr>
          <p:spPr>
            <a:xfrm>
              <a:off x="25438" y="1330012"/>
              <a:ext cx="1846621" cy="243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lvl1pPr>
                <a:defRPr sz="1000">
                  <a:solidFill>
                    <a:srgbClr val="FFFFFF"/>
                  </a:solidFill>
                </a:defRPr>
              </a:lvl1pPr>
            </a:lstStyle>
            <a:p>
              <a:pPr/>
              <a:r>
                <a:t>www.googleslidesppt.com</a:t>
              </a:r>
            </a:p>
          </p:txBody>
        </p:sp>
        <p:sp>
          <p:nvSpPr>
            <p:cNvPr id="201" name="Shape 114"/>
            <p:cNvSpPr txBox="1"/>
            <p:nvPr/>
          </p:nvSpPr>
          <p:spPr>
            <a:xfrm>
              <a:off x="0" y="0"/>
              <a:ext cx="1827644" cy="145687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p>
              <a:pPr>
                <a:defRPr sz="2800">
                  <a:solidFill>
                    <a:srgbClr val="FFFFFF"/>
                  </a:solidFill>
                  <a:latin typeface="Arial"/>
                  <a:ea typeface="Arial"/>
                  <a:cs typeface="Arial"/>
                  <a:sym typeface="Arial"/>
                </a:defRPr>
              </a:pPr>
              <a:r>
                <a:t>Google</a:t>
              </a:r>
            </a:p>
            <a:p>
              <a:pPr>
                <a:defRPr sz="2800">
                  <a:solidFill>
                    <a:srgbClr val="FFFFFF"/>
                  </a:solidFill>
                  <a:latin typeface="Arial"/>
                  <a:ea typeface="Arial"/>
                  <a:cs typeface="Arial"/>
                  <a:sym typeface="Arial"/>
                </a:defRPr>
              </a:pPr>
              <a:r>
                <a:t>Slides</a:t>
              </a:r>
            </a:p>
            <a:p>
              <a:pPr>
                <a:defRPr sz="2800">
                  <a:solidFill>
                    <a:srgbClr val="FFFFFF"/>
                  </a:solidFill>
                  <a:latin typeface="Arial"/>
                  <a:ea typeface="Arial"/>
                  <a:cs typeface="Arial"/>
                  <a:sym typeface="Arial"/>
                </a:defRPr>
              </a:pPr>
              <a:r>
                <a:t>PPT</a:t>
              </a:r>
            </a:p>
          </p:txBody>
        </p:sp>
      </p:grpSp>
      <p:sp>
        <p:nvSpPr>
          <p:cNvPr id="203" name="슬라이드 번호"/>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type="tx" showMasterSp="0" showMasterPhAnim="1">
  <p:cSld name="1_Custom Layout">
    <p:spTree>
      <p:nvGrpSpPr>
        <p:cNvPr id="1" name=""/>
        <p:cNvGrpSpPr/>
        <p:nvPr/>
      </p:nvGrpSpPr>
      <p:grpSpPr>
        <a:xfrm>
          <a:off x="0" y="0"/>
          <a:ext cx="0" cy="0"/>
          <a:chOff x="0" y="0"/>
          <a:chExt cx="0" cy="0"/>
        </a:xfrm>
      </p:grpSpPr>
      <p:sp>
        <p:nvSpPr>
          <p:cNvPr id="210" name="제목 텍스트"/>
          <p:cNvSpPr txBox="1"/>
          <p:nvPr>
            <p:ph type="title"/>
          </p:nvPr>
        </p:nvSpPr>
        <p:spPr>
          <a:xfrm>
            <a:off x="0" y="25734"/>
            <a:ext cx="9144000" cy="776400"/>
          </a:xfrm>
          <a:prstGeom prst="rect">
            <a:avLst/>
          </a:prstGeom>
        </p:spPr>
        <p:txBody>
          <a:bodyPr/>
          <a:lstStyle>
            <a:lvl1pPr algn="ctr">
              <a:defRPr sz="3600">
                <a:solidFill>
                  <a:srgbClr val="3F3F3F"/>
                </a:solidFill>
                <a:latin typeface="Arial"/>
                <a:ea typeface="Arial"/>
                <a:cs typeface="Arial"/>
                <a:sym typeface="Arial"/>
              </a:defRPr>
            </a:lvl1pPr>
          </a:lstStyle>
          <a:p>
            <a:pPr/>
            <a:r>
              <a:t>제목 텍스트</a:t>
            </a:r>
          </a:p>
        </p:txBody>
      </p:sp>
      <p:sp>
        <p:nvSpPr>
          <p:cNvPr id="211" name="슬라이드 번호"/>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type="tx" showMasterSp="0" showMasterPhAnim="1">
  <p:cSld name="Title Slide">
    <p:spTree>
      <p:nvGrpSpPr>
        <p:cNvPr id="1" name=""/>
        <p:cNvGrpSpPr/>
        <p:nvPr/>
      </p:nvGrpSpPr>
      <p:grpSpPr>
        <a:xfrm>
          <a:off x="0" y="0"/>
          <a:ext cx="0" cy="0"/>
          <a:chOff x="0" y="0"/>
          <a:chExt cx="0" cy="0"/>
        </a:xfrm>
      </p:grpSpPr>
      <p:sp>
        <p:nvSpPr>
          <p:cNvPr id="218" name="Shape 26"/>
          <p:cNvSpPr/>
          <p:nvPr/>
        </p:nvSpPr>
        <p:spPr>
          <a:xfrm>
            <a:off x="-2" y="-2"/>
            <a:ext cx="9108508" cy="864003"/>
          </a:xfrm>
          <a:prstGeom prst="rect">
            <a:avLst/>
          </a:prstGeom>
          <a:gradFill>
            <a:gsLst>
              <a:gs pos="0">
                <a:srgbClr val="EFEFEF"/>
              </a:gs>
              <a:gs pos="100000">
                <a:srgbClr val="FFFFFF"/>
              </a:gs>
            </a:gsLst>
          </a:gradFill>
          <a:ln w="12700">
            <a:miter lim="400000"/>
          </a:ln>
        </p:spPr>
        <p:txBody>
          <a:bodyPr lIns="45718" tIns="45718" rIns="45718" bIns="45718" anchor="ctr"/>
          <a:lstStyle/>
          <a:p>
            <a:pPr algn="ctr">
              <a:lnSpc>
                <a:spcPct val="100000"/>
              </a:lnSpc>
              <a:defRPr sz="3600">
                <a:solidFill>
                  <a:srgbClr val="FFFFFF"/>
                </a:solidFill>
                <a:latin typeface="Arial"/>
                <a:ea typeface="Arial"/>
                <a:cs typeface="Arial"/>
                <a:sym typeface="Arial"/>
              </a:defRPr>
            </a:pPr>
          </a:p>
        </p:txBody>
      </p:sp>
      <p:sp>
        <p:nvSpPr>
          <p:cNvPr id="219" name="제목 텍스트"/>
          <p:cNvSpPr txBox="1"/>
          <p:nvPr>
            <p:ph type="title"/>
          </p:nvPr>
        </p:nvSpPr>
        <p:spPr>
          <a:xfrm>
            <a:off x="0" y="25734"/>
            <a:ext cx="9144000" cy="776531"/>
          </a:xfrm>
          <a:prstGeom prst="rect">
            <a:avLst/>
          </a:prstGeom>
        </p:spPr>
        <p:txBody>
          <a:bodyPr lIns="91423" tIns="91423" rIns="91423" bIns="91423"/>
          <a:lstStyle/>
          <a:p>
            <a:pPr/>
            <a:r>
              <a:t>제목 텍스트</a:t>
            </a:r>
          </a:p>
        </p:txBody>
      </p:sp>
      <p:pic>
        <p:nvPicPr>
          <p:cNvPr id="220" name="Shape 28" descr="Shape 28"/>
          <p:cNvPicPr>
            <a:picLocks noChangeAspect="1"/>
          </p:cNvPicPr>
          <p:nvPr/>
        </p:nvPicPr>
        <p:blipFill>
          <a:blip r:embed="rId2">
            <a:extLst/>
          </a:blip>
          <a:stretch>
            <a:fillRect/>
          </a:stretch>
        </p:blipFill>
        <p:spPr>
          <a:xfrm>
            <a:off x="8522681" y="105780"/>
            <a:ext cx="477241" cy="710959"/>
          </a:xfrm>
          <a:prstGeom prst="rect">
            <a:avLst/>
          </a:prstGeom>
          <a:ln w="12700">
            <a:miter lim="400000"/>
          </a:ln>
        </p:spPr>
      </p:pic>
      <p:sp>
        <p:nvSpPr>
          <p:cNvPr id="221" name="슬라이드 번호"/>
          <p:cNvSpPr txBox="1"/>
          <p:nvPr>
            <p:ph type="sldNum" sz="quarter" idx="2"/>
          </p:nvPr>
        </p:nvSpPr>
        <p:spPr>
          <a:xfrm>
            <a:off x="6279546" y="4635136"/>
            <a:ext cx="273654" cy="264253"/>
          </a:xfrm>
          <a:prstGeom prst="rect">
            <a:avLst/>
          </a:prstGeom>
        </p:spPr>
        <p:txBody>
          <a:bodyPr lIns="45718" tIns="45718" rIns="45718" bIns="45718"/>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type="tx" showMasterSp="0" showMasterPhAnim="1">
  <p:cSld name="1_Title Slide">
    <p:spTree>
      <p:nvGrpSpPr>
        <p:cNvPr id="1" name=""/>
        <p:cNvGrpSpPr/>
        <p:nvPr/>
      </p:nvGrpSpPr>
      <p:grpSpPr>
        <a:xfrm>
          <a:off x="0" y="0"/>
          <a:ext cx="0" cy="0"/>
          <a:chOff x="0" y="0"/>
          <a:chExt cx="0" cy="0"/>
        </a:xfrm>
      </p:grpSpPr>
      <p:sp>
        <p:nvSpPr>
          <p:cNvPr id="228" name="Shape 16"/>
          <p:cNvSpPr/>
          <p:nvPr/>
        </p:nvSpPr>
        <p:spPr>
          <a:xfrm>
            <a:off x="2699790" y="1851667"/>
            <a:ext cx="6444211" cy="1440163"/>
          </a:xfrm>
          <a:prstGeom prst="rect">
            <a:avLst/>
          </a:prstGeom>
          <a:solidFill>
            <a:srgbClr val="0DD2D9"/>
          </a:solidFill>
          <a:ln w="12700">
            <a:miter lim="400000"/>
          </a:ln>
        </p:spPr>
        <p:txBody>
          <a:bodyPr lIns="45718" tIns="45718" rIns="45718" bIns="45718" anchor="ctr"/>
          <a:lstStyle/>
          <a:p>
            <a:pPr algn="ctr">
              <a:lnSpc>
                <a:spcPct val="100000"/>
              </a:lnSpc>
              <a:defRPr sz="1800">
                <a:solidFill>
                  <a:srgbClr val="FFFFFF"/>
                </a:solidFill>
                <a:latin typeface="Arial"/>
                <a:ea typeface="Arial"/>
                <a:cs typeface="Arial"/>
                <a:sym typeface="Arial"/>
              </a:defRPr>
            </a:pPr>
          </a:p>
        </p:txBody>
      </p:sp>
      <p:sp>
        <p:nvSpPr>
          <p:cNvPr id="229" name="Shape 17"/>
          <p:cNvSpPr/>
          <p:nvPr/>
        </p:nvSpPr>
        <p:spPr>
          <a:xfrm>
            <a:off x="-2" y="0"/>
            <a:ext cx="1619675" cy="5143499"/>
          </a:xfrm>
          <a:prstGeom prst="rect">
            <a:avLst/>
          </a:prstGeom>
          <a:gradFill>
            <a:gsLst>
              <a:gs pos="0">
                <a:srgbClr val="EAEAEA"/>
              </a:gs>
              <a:gs pos="42000">
                <a:srgbClr val="EEEEEE"/>
              </a:gs>
              <a:gs pos="100000">
                <a:srgbClr val="FFFFFF"/>
              </a:gs>
            </a:gsLst>
          </a:gradFill>
          <a:ln w="12700">
            <a:miter lim="400000"/>
          </a:ln>
        </p:spPr>
        <p:txBody>
          <a:bodyPr lIns="45718" tIns="45718" rIns="45718" bIns="45718" anchor="ctr"/>
          <a:lstStyle/>
          <a:p>
            <a:pPr algn="ctr">
              <a:lnSpc>
                <a:spcPct val="100000"/>
              </a:lnSpc>
              <a:defRPr sz="1800">
                <a:solidFill>
                  <a:srgbClr val="FFFFFF"/>
                </a:solidFill>
                <a:latin typeface="Arial"/>
                <a:ea typeface="Arial"/>
                <a:cs typeface="Arial"/>
                <a:sym typeface="Arial"/>
              </a:defRPr>
            </a:pPr>
          </a:p>
        </p:txBody>
      </p:sp>
      <p:sp>
        <p:nvSpPr>
          <p:cNvPr id="230" name="Shape 18"/>
          <p:cNvSpPr/>
          <p:nvPr/>
        </p:nvSpPr>
        <p:spPr>
          <a:xfrm>
            <a:off x="711744" y="4952172"/>
            <a:ext cx="8432256" cy="1"/>
          </a:xfrm>
          <a:prstGeom prst="line">
            <a:avLst/>
          </a:prstGeom>
          <a:ln w="12700">
            <a:solidFill>
              <a:srgbClr val="0DD2D9"/>
            </a:solidFill>
          </a:ln>
        </p:spPr>
        <p:txBody>
          <a:bodyPr lIns="45718" tIns="45718" rIns="45718" bIns="45718"/>
          <a:lstStyle/>
          <a:p>
            <a:pPr>
              <a:defRPr>
                <a:latin typeface="+mn-lt"/>
                <a:ea typeface="+mn-ea"/>
                <a:cs typeface="+mn-cs"/>
                <a:sym typeface="Helvetica Neue"/>
              </a:defRPr>
            </a:pPr>
          </a:p>
        </p:txBody>
      </p:sp>
      <p:pic>
        <p:nvPicPr>
          <p:cNvPr id="231" name="Shape 19" descr="Shape 19"/>
          <p:cNvPicPr>
            <a:picLocks noChangeAspect="1"/>
          </p:cNvPicPr>
          <p:nvPr/>
        </p:nvPicPr>
        <p:blipFill>
          <a:blip r:embed="rId2">
            <a:extLst/>
          </a:blip>
          <a:stretch>
            <a:fillRect/>
          </a:stretch>
        </p:blipFill>
        <p:spPr>
          <a:xfrm>
            <a:off x="168018" y="3332172"/>
            <a:ext cx="1087453" cy="1620002"/>
          </a:xfrm>
          <a:prstGeom prst="rect">
            <a:avLst/>
          </a:prstGeom>
          <a:ln w="12700">
            <a:miter lim="400000"/>
          </a:ln>
        </p:spPr>
      </p:pic>
      <p:sp>
        <p:nvSpPr>
          <p:cNvPr id="232" name="Shape 20"/>
          <p:cNvSpPr/>
          <p:nvPr/>
        </p:nvSpPr>
        <p:spPr>
          <a:xfrm>
            <a:off x="0" y="195485"/>
            <a:ext cx="9143998" cy="1"/>
          </a:xfrm>
          <a:prstGeom prst="line">
            <a:avLst/>
          </a:prstGeom>
          <a:ln w="12700">
            <a:solidFill>
              <a:srgbClr val="0DD2D9"/>
            </a:solidFill>
          </a:ln>
        </p:spPr>
        <p:txBody>
          <a:bodyPr lIns="45718" tIns="45718" rIns="45718" bIns="45718"/>
          <a:lstStyle/>
          <a:p>
            <a:pPr>
              <a:defRPr>
                <a:latin typeface="+mn-lt"/>
                <a:ea typeface="+mn-ea"/>
                <a:cs typeface="+mn-cs"/>
                <a:sym typeface="Helvetica Neue"/>
              </a:defRPr>
            </a:pPr>
          </a:p>
        </p:txBody>
      </p:sp>
      <p:sp>
        <p:nvSpPr>
          <p:cNvPr id="233" name="슬라이드 번호"/>
          <p:cNvSpPr txBox="1"/>
          <p:nvPr>
            <p:ph type="sldNum" sz="quarter" idx="2"/>
          </p:nvPr>
        </p:nvSpPr>
        <p:spPr>
          <a:xfrm>
            <a:off x="6279546" y="4635136"/>
            <a:ext cx="273654" cy="264253"/>
          </a:xfrm>
          <a:prstGeom prst="rect">
            <a:avLst/>
          </a:prstGeom>
        </p:spPr>
        <p:txBody>
          <a:bodyPr lIns="45718" tIns="45718" rIns="45718" bIns="45718"/>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type="tx" showMasterSp="0" showMasterPhAnim="1">
  <p:cSld name="1_Picture with Caption">
    <p:spTree>
      <p:nvGrpSpPr>
        <p:cNvPr id="1" name=""/>
        <p:cNvGrpSpPr/>
        <p:nvPr/>
      </p:nvGrpSpPr>
      <p:grpSpPr>
        <a:xfrm>
          <a:off x="0" y="0"/>
          <a:ext cx="0" cy="0"/>
          <a:chOff x="0" y="0"/>
          <a:chExt cx="0" cy="0"/>
        </a:xfrm>
      </p:grpSpPr>
      <p:sp>
        <p:nvSpPr>
          <p:cNvPr id="240" name="Shape 22"/>
          <p:cNvSpPr/>
          <p:nvPr/>
        </p:nvSpPr>
        <p:spPr>
          <a:xfrm>
            <a:off x="0" y="3003550"/>
            <a:ext cx="9144001" cy="2139950"/>
          </a:xfrm>
          <a:prstGeom prst="rect">
            <a:avLst/>
          </a:prstGeom>
          <a:solidFill>
            <a:srgbClr val="0DD2D9"/>
          </a:solidFill>
          <a:ln w="12700">
            <a:miter lim="400000"/>
          </a:ln>
        </p:spPr>
        <p:txBody>
          <a:bodyPr lIns="45718" tIns="45718" rIns="45718" bIns="45718" anchor="ctr"/>
          <a:lstStyle/>
          <a:p>
            <a:pPr algn="ctr">
              <a:lnSpc>
                <a:spcPct val="100000"/>
              </a:lnSpc>
              <a:defRPr sz="1800">
                <a:solidFill>
                  <a:srgbClr val="FFFFFF"/>
                </a:solidFill>
                <a:latin typeface="Arial"/>
                <a:ea typeface="Arial"/>
                <a:cs typeface="Arial"/>
                <a:sym typeface="Arial"/>
              </a:defRPr>
            </a:pPr>
          </a:p>
        </p:txBody>
      </p:sp>
      <p:sp>
        <p:nvSpPr>
          <p:cNvPr id="241" name="Shape 23"/>
          <p:cNvSpPr/>
          <p:nvPr>
            <p:ph type="pic" sz="quarter" idx="13"/>
          </p:nvPr>
        </p:nvSpPr>
        <p:spPr>
          <a:xfrm>
            <a:off x="755575" y="2157550"/>
            <a:ext cx="1692001" cy="1692002"/>
          </a:xfrm>
          <a:prstGeom prst="rect">
            <a:avLst/>
          </a:prstGeom>
          <a:ln w="50800">
            <a:solidFill>
              <a:srgbClr val="0DD2D9"/>
            </a:solidFill>
            <a:round/>
          </a:ln>
        </p:spPr>
        <p:txBody>
          <a:bodyPr lIns="91439" rIns="91439"/>
          <a:lstStyle/>
          <a:p>
            <a:pPr/>
          </a:p>
        </p:txBody>
      </p:sp>
      <p:sp>
        <p:nvSpPr>
          <p:cNvPr id="242" name="제목 텍스트"/>
          <p:cNvSpPr txBox="1"/>
          <p:nvPr>
            <p:ph type="title"/>
          </p:nvPr>
        </p:nvSpPr>
        <p:spPr>
          <a:xfrm>
            <a:off x="0" y="254335"/>
            <a:ext cx="9144000" cy="776401"/>
          </a:xfrm>
          <a:prstGeom prst="rect">
            <a:avLst/>
          </a:prstGeom>
        </p:spPr>
        <p:txBody>
          <a:bodyPr lIns="91423" tIns="91423" rIns="91423" bIns="91423"/>
          <a:lstStyle>
            <a:lvl1pPr algn="ctr">
              <a:defRPr sz="3600">
                <a:solidFill>
                  <a:srgbClr val="3F3F3F"/>
                </a:solidFill>
                <a:latin typeface="Arial"/>
                <a:ea typeface="Arial"/>
                <a:cs typeface="Arial"/>
                <a:sym typeface="Arial"/>
              </a:defRPr>
            </a:lvl1pPr>
          </a:lstStyle>
          <a:p>
            <a:pPr/>
            <a:r>
              <a:t>제목 텍스트</a:t>
            </a:r>
          </a:p>
        </p:txBody>
      </p:sp>
      <p:sp>
        <p:nvSpPr>
          <p:cNvPr id="243" name="슬라이드 번호"/>
          <p:cNvSpPr txBox="1"/>
          <p:nvPr>
            <p:ph type="sldNum" sz="quarter" idx="2"/>
          </p:nvPr>
        </p:nvSpPr>
        <p:spPr>
          <a:xfrm>
            <a:off x="6279546" y="4635136"/>
            <a:ext cx="273654" cy="264253"/>
          </a:xfrm>
          <a:prstGeom prst="rect">
            <a:avLst/>
          </a:prstGeom>
        </p:spPr>
        <p:txBody>
          <a:bodyPr lIns="45718" tIns="45718" rIns="45718" bIns="45718"/>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type="tx" showMasterSp="0" showMasterPhAnim="1">
  <p:cSld name="Title and Content">
    <p:spTree>
      <p:nvGrpSpPr>
        <p:cNvPr id="1" name=""/>
        <p:cNvGrpSpPr/>
        <p:nvPr/>
      </p:nvGrpSpPr>
      <p:grpSpPr>
        <a:xfrm>
          <a:off x="0" y="0"/>
          <a:ext cx="0" cy="0"/>
          <a:chOff x="0" y="0"/>
          <a:chExt cx="0" cy="0"/>
        </a:xfrm>
      </p:grpSpPr>
      <p:sp>
        <p:nvSpPr>
          <p:cNvPr id="250" name="Shape 11"/>
          <p:cNvSpPr/>
          <p:nvPr/>
        </p:nvSpPr>
        <p:spPr>
          <a:xfrm>
            <a:off x="-2" y="0"/>
            <a:ext cx="1619675" cy="5143499"/>
          </a:xfrm>
          <a:prstGeom prst="rect">
            <a:avLst/>
          </a:prstGeom>
          <a:gradFill>
            <a:gsLst>
              <a:gs pos="0">
                <a:srgbClr val="EAEAEA"/>
              </a:gs>
              <a:gs pos="42000">
                <a:srgbClr val="EEEEEE"/>
              </a:gs>
              <a:gs pos="100000">
                <a:srgbClr val="FFFFFF"/>
              </a:gs>
            </a:gsLst>
          </a:gradFill>
          <a:ln w="12700">
            <a:miter lim="400000"/>
          </a:ln>
        </p:spPr>
        <p:txBody>
          <a:bodyPr lIns="45718" tIns="45718" rIns="45718" bIns="45718" anchor="ctr"/>
          <a:lstStyle/>
          <a:p>
            <a:pPr algn="ctr">
              <a:lnSpc>
                <a:spcPct val="100000"/>
              </a:lnSpc>
              <a:defRPr sz="1800">
                <a:solidFill>
                  <a:srgbClr val="FFFFFF"/>
                </a:solidFill>
                <a:latin typeface="Arial"/>
                <a:ea typeface="Arial"/>
                <a:cs typeface="Arial"/>
                <a:sym typeface="Arial"/>
              </a:defRPr>
            </a:pPr>
          </a:p>
        </p:txBody>
      </p:sp>
      <p:pic>
        <p:nvPicPr>
          <p:cNvPr id="251" name="Shape 13" descr="Shape 13"/>
          <p:cNvPicPr>
            <a:picLocks noChangeAspect="1"/>
          </p:cNvPicPr>
          <p:nvPr/>
        </p:nvPicPr>
        <p:blipFill>
          <a:blip r:embed="rId2">
            <a:extLst/>
          </a:blip>
          <a:stretch>
            <a:fillRect/>
          </a:stretch>
        </p:blipFill>
        <p:spPr>
          <a:xfrm>
            <a:off x="168018" y="3332172"/>
            <a:ext cx="1087453" cy="1620002"/>
          </a:xfrm>
          <a:prstGeom prst="rect">
            <a:avLst/>
          </a:prstGeom>
          <a:ln w="12700">
            <a:miter lim="400000"/>
          </a:ln>
        </p:spPr>
      </p:pic>
      <p:sp>
        <p:nvSpPr>
          <p:cNvPr id="252" name="Shape 14"/>
          <p:cNvSpPr/>
          <p:nvPr/>
        </p:nvSpPr>
        <p:spPr>
          <a:xfrm>
            <a:off x="711744" y="4952172"/>
            <a:ext cx="8432256" cy="1"/>
          </a:xfrm>
          <a:prstGeom prst="line">
            <a:avLst/>
          </a:prstGeom>
          <a:ln w="12700">
            <a:solidFill>
              <a:srgbClr val="0DD2D9"/>
            </a:solidFill>
          </a:ln>
        </p:spPr>
        <p:txBody>
          <a:bodyPr lIns="45719" rIns="45719"/>
          <a:lstStyle/>
          <a:p>
            <a:pPr>
              <a:defRPr>
                <a:latin typeface="+mn-lt"/>
                <a:ea typeface="+mn-ea"/>
                <a:cs typeface="+mn-cs"/>
                <a:sym typeface="Helvetica Neue"/>
              </a:defRPr>
            </a:pPr>
          </a:p>
        </p:txBody>
      </p:sp>
      <p:sp>
        <p:nvSpPr>
          <p:cNvPr id="253" name="제목 텍스트"/>
          <p:cNvSpPr txBox="1"/>
          <p:nvPr>
            <p:ph type="title"/>
          </p:nvPr>
        </p:nvSpPr>
        <p:spPr>
          <a:xfrm>
            <a:off x="1584000" y="25734"/>
            <a:ext cx="7560000" cy="776531"/>
          </a:xfrm>
          <a:prstGeom prst="rect">
            <a:avLst/>
          </a:prstGeom>
        </p:spPr>
        <p:txBody>
          <a:bodyPr lIns="91423" tIns="91423" rIns="91423" bIns="91423"/>
          <a:lstStyle/>
          <a:p>
            <a:pPr/>
            <a:r>
              <a:t>제목 텍스트</a:t>
            </a:r>
          </a:p>
        </p:txBody>
      </p:sp>
      <p:sp>
        <p:nvSpPr>
          <p:cNvPr id="254" name="슬라이드 번호"/>
          <p:cNvSpPr txBox="1"/>
          <p:nvPr>
            <p:ph type="sldNum" sz="quarter" idx="2"/>
          </p:nvPr>
        </p:nvSpPr>
        <p:spPr>
          <a:xfrm>
            <a:off x="6279546" y="4635136"/>
            <a:ext cx="273654" cy="264253"/>
          </a:xfrm>
          <a:prstGeom prst="rect">
            <a:avLst/>
          </a:prstGeom>
        </p:spPr>
        <p:txBody>
          <a:bodyPr lIns="45718" tIns="45718" rIns="45718" bIns="45718"/>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type="tx" showMasterSp="0" showMasterPhAnim="1">
  <p:cSld name="Title Slide">
    <p:spTree>
      <p:nvGrpSpPr>
        <p:cNvPr id="1" name=""/>
        <p:cNvGrpSpPr/>
        <p:nvPr/>
      </p:nvGrpSpPr>
      <p:grpSpPr>
        <a:xfrm>
          <a:off x="0" y="0"/>
          <a:ext cx="0" cy="0"/>
          <a:chOff x="0" y="0"/>
          <a:chExt cx="0" cy="0"/>
        </a:xfrm>
      </p:grpSpPr>
      <p:sp>
        <p:nvSpPr>
          <p:cNvPr id="261" name="Shape 26"/>
          <p:cNvSpPr/>
          <p:nvPr/>
        </p:nvSpPr>
        <p:spPr>
          <a:xfrm>
            <a:off x="-3" y="-2"/>
            <a:ext cx="9108510" cy="864003"/>
          </a:xfrm>
          <a:prstGeom prst="rect">
            <a:avLst/>
          </a:prstGeom>
          <a:gradFill>
            <a:gsLst>
              <a:gs pos="0">
                <a:srgbClr val="EFEFEF"/>
              </a:gs>
              <a:gs pos="100000">
                <a:srgbClr val="FFFFFF"/>
              </a:gs>
            </a:gsLst>
          </a:gradFill>
          <a:ln w="12700">
            <a:miter lim="400000"/>
          </a:ln>
        </p:spPr>
        <p:txBody>
          <a:bodyPr lIns="45718" tIns="45718" rIns="45718" bIns="45718" anchor="ctr"/>
          <a:lstStyle/>
          <a:p>
            <a:pPr algn="ctr">
              <a:lnSpc>
                <a:spcPct val="100000"/>
              </a:lnSpc>
              <a:defRPr sz="3600">
                <a:solidFill>
                  <a:srgbClr val="FFFFFF"/>
                </a:solidFill>
                <a:latin typeface="Arial"/>
                <a:ea typeface="Arial"/>
                <a:cs typeface="Arial"/>
                <a:sym typeface="Arial"/>
              </a:defRPr>
            </a:pPr>
          </a:p>
        </p:txBody>
      </p:sp>
      <p:sp>
        <p:nvSpPr>
          <p:cNvPr id="262" name="제목 텍스트"/>
          <p:cNvSpPr txBox="1"/>
          <p:nvPr>
            <p:ph type="title"/>
          </p:nvPr>
        </p:nvSpPr>
        <p:spPr>
          <a:xfrm>
            <a:off x="0" y="25734"/>
            <a:ext cx="9144000" cy="776531"/>
          </a:xfrm>
          <a:prstGeom prst="rect">
            <a:avLst/>
          </a:prstGeom>
        </p:spPr>
        <p:txBody>
          <a:bodyPr lIns="91422" tIns="91422" rIns="91422" bIns="91422"/>
          <a:lstStyle/>
          <a:p>
            <a:pPr/>
            <a:r>
              <a:t>제목 텍스트</a:t>
            </a:r>
          </a:p>
        </p:txBody>
      </p:sp>
      <p:pic>
        <p:nvPicPr>
          <p:cNvPr id="263" name="Shape 28" descr="Shape 28"/>
          <p:cNvPicPr>
            <a:picLocks noChangeAspect="1"/>
          </p:cNvPicPr>
          <p:nvPr/>
        </p:nvPicPr>
        <p:blipFill>
          <a:blip r:embed="rId2">
            <a:extLst/>
          </a:blip>
          <a:stretch>
            <a:fillRect/>
          </a:stretch>
        </p:blipFill>
        <p:spPr>
          <a:xfrm>
            <a:off x="8522681" y="105780"/>
            <a:ext cx="477242" cy="710959"/>
          </a:xfrm>
          <a:prstGeom prst="rect">
            <a:avLst/>
          </a:prstGeom>
          <a:ln w="12700">
            <a:miter lim="400000"/>
          </a:ln>
        </p:spPr>
      </p:pic>
      <p:sp>
        <p:nvSpPr>
          <p:cNvPr id="264" name="슬라이드 번호"/>
          <p:cNvSpPr txBox="1"/>
          <p:nvPr>
            <p:ph type="sldNum" sz="quarter" idx="2"/>
          </p:nvPr>
        </p:nvSpPr>
        <p:spPr>
          <a:xfrm>
            <a:off x="6279548" y="4635137"/>
            <a:ext cx="273652" cy="264251"/>
          </a:xfrm>
          <a:prstGeom prst="rect">
            <a:avLst/>
          </a:prstGeom>
        </p:spPr>
        <p:txBody>
          <a:bodyPr lIns="45718" tIns="45718" rIns="45718" bIns="45718"/>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type="tx" showMasterSp="0" showMasterPhAnim="1">
  <p:cSld name="Title Slide">
    <p:spTree>
      <p:nvGrpSpPr>
        <p:cNvPr id="1" name=""/>
        <p:cNvGrpSpPr/>
        <p:nvPr/>
      </p:nvGrpSpPr>
      <p:grpSpPr>
        <a:xfrm>
          <a:off x="0" y="0"/>
          <a:ext cx="0" cy="0"/>
          <a:chOff x="0" y="0"/>
          <a:chExt cx="0" cy="0"/>
        </a:xfrm>
      </p:grpSpPr>
      <p:sp>
        <p:nvSpPr>
          <p:cNvPr id="271" name="Shape 26"/>
          <p:cNvSpPr/>
          <p:nvPr/>
        </p:nvSpPr>
        <p:spPr>
          <a:xfrm>
            <a:off x="-3" y="-2"/>
            <a:ext cx="9108510" cy="864003"/>
          </a:xfrm>
          <a:prstGeom prst="rect">
            <a:avLst/>
          </a:prstGeom>
          <a:gradFill>
            <a:gsLst>
              <a:gs pos="0">
                <a:srgbClr val="EFEFEF"/>
              </a:gs>
              <a:gs pos="100000">
                <a:srgbClr val="FFFFFF"/>
              </a:gs>
            </a:gsLst>
          </a:gradFill>
          <a:ln w="12700">
            <a:miter lim="400000"/>
          </a:ln>
        </p:spPr>
        <p:txBody>
          <a:bodyPr lIns="45718" tIns="45718" rIns="45718" bIns="45718" anchor="ctr"/>
          <a:lstStyle/>
          <a:p>
            <a:pPr algn="ctr">
              <a:lnSpc>
                <a:spcPct val="100000"/>
              </a:lnSpc>
              <a:defRPr sz="3600">
                <a:solidFill>
                  <a:srgbClr val="FFFFFF"/>
                </a:solidFill>
                <a:latin typeface="Arial"/>
                <a:ea typeface="Arial"/>
                <a:cs typeface="Arial"/>
                <a:sym typeface="Arial"/>
              </a:defRPr>
            </a:pPr>
          </a:p>
        </p:txBody>
      </p:sp>
      <p:sp>
        <p:nvSpPr>
          <p:cNvPr id="272" name="제목 텍스트"/>
          <p:cNvSpPr txBox="1"/>
          <p:nvPr>
            <p:ph type="title"/>
          </p:nvPr>
        </p:nvSpPr>
        <p:spPr>
          <a:xfrm>
            <a:off x="0" y="25734"/>
            <a:ext cx="9144000" cy="776531"/>
          </a:xfrm>
          <a:prstGeom prst="rect">
            <a:avLst/>
          </a:prstGeom>
        </p:spPr>
        <p:txBody>
          <a:bodyPr lIns="91421" tIns="91421" rIns="91421" bIns="91421"/>
          <a:lstStyle/>
          <a:p>
            <a:pPr/>
            <a:r>
              <a:t>제목 텍스트</a:t>
            </a:r>
          </a:p>
        </p:txBody>
      </p:sp>
      <p:pic>
        <p:nvPicPr>
          <p:cNvPr id="273" name="Shape 28" descr="Shape 28"/>
          <p:cNvPicPr>
            <a:picLocks noChangeAspect="1"/>
          </p:cNvPicPr>
          <p:nvPr/>
        </p:nvPicPr>
        <p:blipFill>
          <a:blip r:embed="rId2">
            <a:extLst/>
          </a:blip>
          <a:stretch>
            <a:fillRect/>
          </a:stretch>
        </p:blipFill>
        <p:spPr>
          <a:xfrm>
            <a:off x="8522681" y="105780"/>
            <a:ext cx="477243" cy="710959"/>
          </a:xfrm>
          <a:prstGeom prst="rect">
            <a:avLst/>
          </a:prstGeom>
          <a:ln w="12700">
            <a:miter lim="400000"/>
          </a:ln>
        </p:spPr>
      </p:pic>
      <p:sp>
        <p:nvSpPr>
          <p:cNvPr id="274" name="슬라이드 번호"/>
          <p:cNvSpPr txBox="1"/>
          <p:nvPr>
            <p:ph type="sldNum" sz="quarter" idx="2"/>
          </p:nvPr>
        </p:nvSpPr>
        <p:spPr>
          <a:xfrm>
            <a:off x="6279549" y="4635137"/>
            <a:ext cx="273652" cy="264251"/>
          </a:xfrm>
          <a:prstGeom prst="rect">
            <a:avLst/>
          </a:prstGeom>
        </p:spPr>
        <p:txBody>
          <a:bodyPr lIns="45718" tIns="45718" rIns="45718" bIns="45718"/>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type="tx" showMasterSp="0" showMasterPhAnim="1">
  <p:cSld name="Title Slide">
    <p:spTree>
      <p:nvGrpSpPr>
        <p:cNvPr id="1" name=""/>
        <p:cNvGrpSpPr/>
        <p:nvPr/>
      </p:nvGrpSpPr>
      <p:grpSpPr>
        <a:xfrm>
          <a:off x="0" y="0"/>
          <a:ext cx="0" cy="0"/>
          <a:chOff x="0" y="0"/>
          <a:chExt cx="0" cy="0"/>
        </a:xfrm>
      </p:grpSpPr>
      <p:sp>
        <p:nvSpPr>
          <p:cNvPr id="281" name="Shape 26"/>
          <p:cNvSpPr/>
          <p:nvPr/>
        </p:nvSpPr>
        <p:spPr>
          <a:xfrm>
            <a:off x="-3" y="-2"/>
            <a:ext cx="9108510" cy="864003"/>
          </a:xfrm>
          <a:prstGeom prst="rect">
            <a:avLst/>
          </a:prstGeom>
          <a:gradFill>
            <a:gsLst>
              <a:gs pos="0">
                <a:srgbClr val="EFEFEF"/>
              </a:gs>
              <a:gs pos="100000">
                <a:srgbClr val="FFFFFF"/>
              </a:gs>
            </a:gsLst>
          </a:gradFill>
          <a:ln w="12700">
            <a:miter lim="400000"/>
          </a:ln>
        </p:spPr>
        <p:txBody>
          <a:bodyPr lIns="45718" tIns="45718" rIns="45718" bIns="45718" anchor="ctr"/>
          <a:lstStyle/>
          <a:p>
            <a:pPr algn="ctr">
              <a:lnSpc>
                <a:spcPct val="100000"/>
              </a:lnSpc>
              <a:defRPr sz="3600">
                <a:solidFill>
                  <a:srgbClr val="FFFFFF"/>
                </a:solidFill>
                <a:latin typeface="Arial"/>
                <a:ea typeface="Arial"/>
                <a:cs typeface="Arial"/>
                <a:sym typeface="Arial"/>
              </a:defRPr>
            </a:pPr>
          </a:p>
        </p:txBody>
      </p:sp>
      <p:sp>
        <p:nvSpPr>
          <p:cNvPr id="282" name="제목 텍스트"/>
          <p:cNvSpPr txBox="1"/>
          <p:nvPr>
            <p:ph type="title"/>
          </p:nvPr>
        </p:nvSpPr>
        <p:spPr>
          <a:xfrm>
            <a:off x="0" y="25734"/>
            <a:ext cx="9144000" cy="776531"/>
          </a:xfrm>
          <a:prstGeom prst="rect">
            <a:avLst/>
          </a:prstGeom>
        </p:spPr>
        <p:txBody>
          <a:bodyPr lIns="91422" tIns="91422" rIns="91422" bIns="91422"/>
          <a:lstStyle/>
          <a:p>
            <a:pPr/>
            <a:r>
              <a:t>제목 텍스트</a:t>
            </a:r>
          </a:p>
        </p:txBody>
      </p:sp>
      <p:pic>
        <p:nvPicPr>
          <p:cNvPr id="283" name="Shape 28" descr="Shape 28"/>
          <p:cNvPicPr>
            <a:picLocks noChangeAspect="1"/>
          </p:cNvPicPr>
          <p:nvPr/>
        </p:nvPicPr>
        <p:blipFill>
          <a:blip r:embed="rId2">
            <a:extLst/>
          </a:blip>
          <a:stretch>
            <a:fillRect/>
          </a:stretch>
        </p:blipFill>
        <p:spPr>
          <a:xfrm>
            <a:off x="8522681" y="105780"/>
            <a:ext cx="477242" cy="710959"/>
          </a:xfrm>
          <a:prstGeom prst="rect">
            <a:avLst/>
          </a:prstGeom>
          <a:ln w="12700">
            <a:miter lim="400000"/>
          </a:ln>
        </p:spPr>
      </p:pic>
      <p:sp>
        <p:nvSpPr>
          <p:cNvPr id="284" name="슬라이드 번호"/>
          <p:cNvSpPr txBox="1"/>
          <p:nvPr>
            <p:ph type="sldNum" sz="quarter" idx="2"/>
          </p:nvPr>
        </p:nvSpPr>
        <p:spPr>
          <a:xfrm>
            <a:off x="6279548" y="4635137"/>
            <a:ext cx="273652" cy="264251"/>
          </a:xfrm>
          <a:prstGeom prst="rect">
            <a:avLst/>
          </a:prstGeom>
        </p:spPr>
        <p:txBody>
          <a:bodyPr lIns="45718" tIns="45718" rIns="45718" bIns="45718"/>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type="tx" showMasterSp="0" showMasterPhAnim="1">
  <p:cSld name="3_Custom Layout">
    <p:spTree>
      <p:nvGrpSpPr>
        <p:cNvPr id="1" name=""/>
        <p:cNvGrpSpPr/>
        <p:nvPr/>
      </p:nvGrpSpPr>
      <p:grpSpPr>
        <a:xfrm>
          <a:off x="0" y="0"/>
          <a:ext cx="0" cy="0"/>
          <a:chOff x="0" y="0"/>
          <a:chExt cx="0" cy="0"/>
        </a:xfrm>
      </p:grpSpPr>
      <p:sp>
        <p:nvSpPr>
          <p:cNvPr id="291" name="Shape 101"/>
          <p:cNvSpPr/>
          <p:nvPr/>
        </p:nvSpPr>
        <p:spPr>
          <a:xfrm>
            <a:off x="0" y="0"/>
            <a:ext cx="9144000" cy="5143499"/>
          </a:xfrm>
          <a:prstGeom prst="rect">
            <a:avLst/>
          </a:prstGeom>
          <a:solidFill>
            <a:srgbClr val="0DD2D9"/>
          </a:solidFill>
          <a:ln w="12700">
            <a:miter lim="400000"/>
          </a:ln>
        </p:spPr>
        <p:txBody>
          <a:bodyPr lIns="45718" tIns="45718" rIns="45718" bIns="45718" anchor="ctr"/>
          <a:lstStyle/>
          <a:p>
            <a:pPr algn="ctr">
              <a:lnSpc>
                <a:spcPct val="100000"/>
              </a:lnSpc>
              <a:defRPr sz="1800">
                <a:solidFill>
                  <a:srgbClr val="FFFFFF"/>
                </a:solidFill>
                <a:latin typeface="Arial"/>
                <a:ea typeface="Arial"/>
                <a:cs typeface="Arial"/>
                <a:sym typeface="Arial"/>
              </a:defRPr>
            </a:pPr>
          </a:p>
        </p:txBody>
      </p:sp>
      <p:sp>
        <p:nvSpPr>
          <p:cNvPr id="292" name="Shape 102"/>
          <p:cNvSpPr/>
          <p:nvPr/>
        </p:nvSpPr>
        <p:spPr>
          <a:xfrm>
            <a:off x="1046841" y="807551"/>
            <a:ext cx="7050317" cy="3528395"/>
          </a:xfrm>
          <a:prstGeom prst="rect">
            <a:avLst/>
          </a:prstGeom>
          <a:ln w="31750">
            <a:solidFill>
              <a:srgbClr val="FFFFFF"/>
            </a:solidFill>
          </a:ln>
        </p:spPr>
        <p:txBody>
          <a:bodyPr lIns="45718" tIns="45718" rIns="45718" bIns="45718" anchor="ctr"/>
          <a:lstStyle/>
          <a:p>
            <a:pPr algn="ctr">
              <a:lnSpc>
                <a:spcPct val="100000"/>
              </a:lnSpc>
              <a:defRPr sz="1800">
                <a:solidFill>
                  <a:srgbClr val="FFFFFF"/>
                </a:solidFill>
                <a:latin typeface="Arial"/>
                <a:ea typeface="Arial"/>
                <a:cs typeface="Arial"/>
                <a:sym typeface="Arial"/>
              </a:defRPr>
            </a:pPr>
          </a:p>
        </p:txBody>
      </p:sp>
      <p:sp>
        <p:nvSpPr>
          <p:cNvPr id="293" name="Shape 103"/>
          <p:cNvSpPr/>
          <p:nvPr/>
        </p:nvSpPr>
        <p:spPr>
          <a:xfrm>
            <a:off x="1403646" y="1131588"/>
            <a:ext cx="6336708" cy="2880324"/>
          </a:xfrm>
          <a:prstGeom prst="rect">
            <a:avLst/>
          </a:prstGeom>
          <a:gradFill>
            <a:gsLst>
              <a:gs pos="0">
                <a:srgbClr val="EFEFEF"/>
              </a:gs>
              <a:gs pos="100000">
                <a:srgbClr val="FFFFFF"/>
              </a:gs>
            </a:gsLst>
          </a:gradFill>
          <a:ln w="12700">
            <a:miter lim="400000"/>
          </a:ln>
        </p:spPr>
        <p:txBody>
          <a:bodyPr lIns="45718" tIns="45718" rIns="45718" bIns="45718" anchor="ctr"/>
          <a:lstStyle/>
          <a:p>
            <a:pPr algn="ctr">
              <a:lnSpc>
                <a:spcPct val="100000"/>
              </a:lnSpc>
              <a:defRPr sz="1800">
                <a:latin typeface="Arial"/>
                <a:ea typeface="Arial"/>
                <a:cs typeface="Arial"/>
                <a:sym typeface="Arial"/>
              </a:defRPr>
            </a:pPr>
          </a:p>
        </p:txBody>
      </p:sp>
      <p:sp>
        <p:nvSpPr>
          <p:cNvPr id="294" name="제목 텍스트"/>
          <p:cNvSpPr txBox="1"/>
          <p:nvPr>
            <p:ph type="title"/>
          </p:nvPr>
        </p:nvSpPr>
        <p:spPr>
          <a:xfrm>
            <a:off x="1043608" y="2924942"/>
            <a:ext cx="7056784" cy="533310"/>
          </a:xfrm>
          <a:prstGeom prst="rect">
            <a:avLst/>
          </a:prstGeom>
        </p:spPr>
        <p:txBody>
          <a:bodyPr lIns="91422" tIns="91422" rIns="91422" bIns="91422"/>
          <a:lstStyle>
            <a:lvl1pPr algn="ctr">
              <a:defRPr sz="3600">
                <a:solidFill>
                  <a:srgbClr val="3F3F3F"/>
                </a:solidFill>
                <a:latin typeface="Arial"/>
                <a:ea typeface="Arial"/>
                <a:cs typeface="Arial"/>
                <a:sym typeface="Arial"/>
              </a:defRPr>
            </a:lvl1pPr>
          </a:lstStyle>
          <a:p>
            <a:pPr/>
            <a:r>
              <a:t>제목 텍스트</a:t>
            </a:r>
          </a:p>
        </p:txBody>
      </p:sp>
      <p:pic>
        <p:nvPicPr>
          <p:cNvPr id="295" name="Shape 105" descr="Shape 105"/>
          <p:cNvPicPr>
            <a:picLocks noChangeAspect="1"/>
          </p:cNvPicPr>
          <p:nvPr/>
        </p:nvPicPr>
        <p:blipFill>
          <a:blip r:embed="rId2">
            <a:extLst/>
          </a:blip>
          <a:stretch>
            <a:fillRect/>
          </a:stretch>
        </p:blipFill>
        <p:spPr>
          <a:xfrm>
            <a:off x="4056912" y="1318423"/>
            <a:ext cx="985237" cy="1467730"/>
          </a:xfrm>
          <a:prstGeom prst="rect">
            <a:avLst/>
          </a:prstGeom>
          <a:ln w="12700">
            <a:miter lim="400000"/>
          </a:ln>
        </p:spPr>
      </p:pic>
      <p:sp>
        <p:nvSpPr>
          <p:cNvPr id="296" name="슬라이드 번호"/>
          <p:cNvSpPr txBox="1"/>
          <p:nvPr>
            <p:ph type="sldNum" sz="quarter" idx="2"/>
          </p:nvPr>
        </p:nvSpPr>
        <p:spPr>
          <a:xfrm>
            <a:off x="6279548" y="4635137"/>
            <a:ext cx="273652" cy="264251"/>
          </a:xfrm>
          <a:prstGeom prst="rect">
            <a:avLst/>
          </a:prstGeom>
        </p:spPr>
        <p:txBody>
          <a:bodyPr lIns="45718" tIns="45718" rIns="45718" bIns="45718"/>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 Id="rId20" Type="http://schemas.openxmlformats.org/officeDocument/2006/relationships/slideLayout" Target="../slideLayouts/slideLayout18.xml"/><Relationship Id="rId21" Type="http://schemas.openxmlformats.org/officeDocument/2006/relationships/slideLayout" Target="../slideLayouts/slideLayout19.xml"/><Relationship Id="rId22" Type="http://schemas.openxmlformats.org/officeDocument/2006/relationships/slideLayout" Target="../slideLayouts/slideLayout20.xml"/><Relationship Id="rId23" Type="http://schemas.openxmlformats.org/officeDocument/2006/relationships/slideLayout" Target="../slideLayouts/slideLayout21.xml"/><Relationship Id="rId24" Type="http://schemas.openxmlformats.org/officeDocument/2006/relationships/slideLayout" Target="../slideLayouts/slideLayout22.xml"/><Relationship Id="rId25" Type="http://schemas.openxmlformats.org/officeDocument/2006/relationships/slideLayout" Target="../slideLayouts/slideLayout23.xml"/><Relationship Id="rId26"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11"/>
          <p:cNvSpPr/>
          <p:nvPr/>
        </p:nvSpPr>
        <p:spPr>
          <a:xfrm>
            <a:off x="-1" y="0"/>
            <a:ext cx="1619673" cy="5143499"/>
          </a:xfrm>
          <a:prstGeom prst="rect">
            <a:avLst/>
          </a:prstGeom>
          <a:gradFill>
            <a:gsLst>
              <a:gs pos="0">
                <a:srgbClr val="EAEAEA"/>
              </a:gs>
              <a:gs pos="42000">
                <a:srgbClr val="EEEEEE"/>
              </a:gs>
              <a:gs pos="100000">
                <a:srgbClr val="FFFFFF"/>
              </a:gs>
            </a:gsLst>
          </a:gradFill>
          <a:ln w="12700">
            <a:miter lim="400000"/>
          </a:ln>
        </p:spPr>
        <p:txBody>
          <a:bodyPr lIns="45719" rIns="45719" anchor="ctr"/>
          <a:lstStyle/>
          <a:p>
            <a:pPr algn="ctr">
              <a:lnSpc>
                <a:spcPct val="100000"/>
              </a:lnSpc>
              <a:defRPr sz="1800">
                <a:solidFill>
                  <a:srgbClr val="FFFFFF"/>
                </a:solidFill>
                <a:latin typeface="Arial"/>
                <a:ea typeface="Arial"/>
                <a:cs typeface="Arial"/>
                <a:sym typeface="Arial"/>
              </a:defRPr>
            </a:pPr>
          </a:p>
        </p:txBody>
      </p:sp>
      <p:sp>
        <p:nvSpPr>
          <p:cNvPr id="3" name="제목 텍스트"/>
          <p:cNvSpPr txBox="1"/>
          <p:nvPr>
            <p:ph type="title"/>
          </p:nvPr>
        </p:nvSpPr>
        <p:spPr>
          <a:xfrm>
            <a:off x="1584000" y="25734"/>
            <a:ext cx="7560000" cy="77653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normAutofit fontScale="100000" lnSpcReduction="0"/>
          </a:bodyPr>
          <a:lstStyle/>
          <a:p>
            <a:pPr/>
            <a:r>
              <a:t>제목 텍스트</a:t>
            </a:r>
          </a:p>
        </p:txBody>
      </p:sp>
      <p:pic>
        <p:nvPicPr>
          <p:cNvPr id="4" name="Shape 13" descr="Shape 13"/>
          <p:cNvPicPr>
            <a:picLocks noChangeAspect="1"/>
          </p:cNvPicPr>
          <p:nvPr/>
        </p:nvPicPr>
        <p:blipFill>
          <a:blip r:embed="rId2">
            <a:extLst/>
          </a:blip>
          <a:stretch>
            <a:fillRect/>
          </a:stretch>
        </p:blipFill>
        <p:spPr>
          <a:xfrm>
            <a:off x="168018" y="3332172"/>
            <a:ext cx="1087452" cy="1620001"/>
          </a:xfrm>
          <a:prstGeom prst="rect">
            <a:avLst/>
          </a:prstGeom>
          <a:ln w="12700">
            <a:miter lim="400000"/>
          </a:ln>
        </p:spPr>
      </p:pic>
      <p:sp>
        <p:nvSpPr>
          <p:cNvPr id="5" name="Shape 14"/>
          <p:cNvSpPr/>
          <p:nvPr/>
        </p:nvSpPr>
        <p:spPr>
          <a:xfrm>
            <a:off x="711744" y="4952172"/>
            <a:ext cx="8432256" cy="1"/>
          </a:xfrm>
          <a:prstGeom prst="line">
            <a:avLst/>
          </a:prstGeom>
          <a:ln w="12700">
            <a:solidFill>
              <a:srgbClr val="0DD2D9"/>
            </a:solidFill>
          </a:ln>
        </p:spPr>
        <p:txBody>
          <a:bodyPr lIns="45719" rIns="45719"/>
          <a:lstStyle/>
          <a:p>
            <a:pPr algn="ctr">
              <a:lnSpc>
                <a:spcPct val="100000"/>
              </a:lnSpc>
              <a:defRPr sz="3600">
                <a:solidFill>
                  <a:srgbClr val="FFFFFF"/>
                </a:solidFill>
                <a:latin typeface="Arial"/>
                <a:ea typeface="Arial"/>
                <a:cs typeface="Arial"/>
                <a:sym typeface="Arial"/>
              </a:defRPr>
            </a:pPr>
          </a:p>
        </p:txBody>
      </p:sp>
      <p:sp>
        <p:nvSpPr>
          <p:cNvPr id="6" name="본문 첫 번째 줄…"/>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본문 첫 번째 줄</a:t>
            </a:r>
          </a:p>
          <a:p>
            <a:pPr lvl="1"/>
            <a:r>
              <a:t>본문 두 번째 줄</a:t>
            </a:r>
          </a:p>
          <a:p>
            <a:pPr lvl="2"/>
            <a:r>
              <a:t>본문 세 번째 줄</a:t>
            </a:r>
          </a:p>
          <a:p>
            <a:pPr lvl="3"/>
            <a:r>
              <a:t>본문 네 번째 줄</a:t>
            </a:r>
          </a:p>
          <a:p>
            <a:pPr lvl="4"/>
            <a:r>
              <a:t>본문 다섯 번째 줄</a:t>
            </a:r>
          </a:p>
        </p:txBody>
      </p:sp>
      <p:sp>
        <p:nvSpPr>
          <p:cNvPr id="7" name="슬라이드 번호"/>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lnSpc>
                <a:spcPct val="100000"/>
              </a:lnSpc>
              <a:defRPr b="0" sz="1200">
                <a:solidFill>
                  <a:srgbClr val="000000"/>
                </a:solidFill>
                <a:latin typeface="Arial"/>
                <a:ea typeface="Arial"/>
                <a:cs typeface="Arial"/>
                <a:sym typeface="Aria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3800" u="none">
          <a:ln>
            <a:noFill/>
          </a:ln>
          <a:solidFill>
            <a:srgbClr val="535353"/>
          </a:solidFill>
          <a:uFillTx/>
          <a:latin typeface="나눔바른고딕"/>
          <a:ea typeface="나눔바른고딕"/>
          <a:cs typeface="나눔바른고딕"/>
          <a:sym typeface="나눔바른고딕"/>
        </a:defRPr>
      </a:lvl1pPr>
      <a:lvl2pPr marL="0" marR="0" indent="0" algn="l" defTabSz="914400" rtl="0" latinLnBrk="0">
        <a:lnSpc>
          <a:spcPct val="100000"/>
        </a:lnSpc>
        <a:spcBef>
          <a:spcPts val="0"/>
        </a:spcBef>
        <a:spcAft>
          <a:spcPts val="0"/>
        </a:spcAft>
        <a:buClrTx/>
        <a:buSzTx/>
        <a:buFontTx/>
        <a:buNone/>
        <a:tabLst/>
        <a:defRPr b="1" baseline="0" cap="none" i="0" spc="0" strike="noStrike" sz="3800" u="none">
          <a:ln>
            <a:noFill/>
          </a:ln>
          <a:solidFill>
            <a:srgbClr val="535353"/>
          </a:solidFill>
          <a:uFillTx/>
          <a:latin typeface="나눔바른고딕"/>
          <a:ea typeface="나눔바른고딕"/>
          <a:cs typeface="나눔바른고딕"/>
          <a:sym typeface="나눔바른고딕"/>
        </a:defRPr>
      </a:lvl2pPr>
      <a:lvl3pPr marL="0" marR="0" indent="0" algn="l" defTabSz="914400" rtl="0" latinLnBrk="0">
        <a:lnSpc>
          <a:spcPct val="100000"/>
        </a:lnSpc>
        <a:spcBef>
          <a:spcPts val="0"/>
        </a:spcBef>
        <a:spcAft>
          <a:spcPts val="0"/>
        </a:spcAft>
        <a:buClrTx/>
        <a:buSzTx/>
        <a:buFontTx/>
        <a:buNone/>
        <a:tabLst/>
        <a:defRPr b="1" baseline="0" cap="none" i="0" spc="0" strike="noStrike" sz="3800" u="none">
          <a:ln>
            <a:noFill/>
          </a:ln>
          <a:solidFill>
            <a:srgbClr val="535353"/>
          </a:solidFill>
          <a:uFillTx/>
          <a:latin typeface="나눔바른고딕"/>
          <a:ea typeface="나눔바른고딕"/>
          <a:cs typeface="나눔바른고딕"/>
          <a:sym typeface="나눔바른고딕"/>
        </a:defRPr>
      </a:lvl3pPr>
      <a:lvl4pPr marL="0" marR="0" indent="0" algn="l" defTabSz="914400" rtl="0" latinLnBrk="0">
        <a:lnSpc>
          <a:spcPct val="100000"/>
        </a:lnSpc>
        <a:spcBef>
          <a:spcPts val="0"/>
        </a:spcBef>
        <a:spcAft>
          <a:spcPts val="0"/>
        </a:spcAft>
        <a:buClrTx/>
        <a:buSzTx/>
        <a:buFontTx/>
        <a:buNone/>
        <a:tabLst/>
        <a:defRPr b="1" baseline="0" cap="none" i="0" spc="0" strike="noStrike" sz="3800" u="none">
          <a:ln>
            <a:noFill/>
          </a:ln>
          <a:solidFill>
            <a:srgbClr val="535353"/>
          </a:solidFill>
          <a:uFillTx/>
          <a:latin typeface="나눔바른고딕"/>
          <a:ea typeface="나눔바른고딕"/>
          <a:cs typeface="나눔바른고딕"/>
          <a:sym typeface="나눔바른고딕"/>
        </a:defRPr>
      </a:lvl4pPr>
      <a:lvl5pPr marL="0" marR="0" indent="0" algn="l" defTabSz="914400" rtl="0" latinLnBrk="0">
        <a:lnSpc>
          <a:spcPct val="100000"/>
        </a:lnSpc>
        <a:spcBef>
          <a:spcPts val="0"/>
        </a:spcBef>
        <a:spcAft>
          <a:spcPts val="0"/>
        </a:spcAft>
        <a:buClrTx/>
        <a:buSzTx/>
        <a:buFontTx/>
        <a:buNone/>
        <a:tabLst/>
        <a:defRPr b="1" baseline="0" cap="none" i="0" spc="0" strike="noStrike" sz="3800" u="none">
          <a:ln>
            <a:noFill/>
          </a:ln>
          <a:solidFill>
            <a:srgbClr val="535353"/>
          </a:solidFill>
          <a:uFillTx/>
          <a:latin typeface="나눔바른고딕"/>
          <a:ea typeface="나눔바른고딕"/>
          <a:cs typeface="나눔바른고딕"/>
          <a:sym typeface="나눔바른고딕"/>
        </a:defRPr>
      </a:lvl5pPr>
      <a:lvl6pPr marL="0" marR="0" indent="0" algn="l" defTabSz="914400" rtl="0" latinLnBrk="0">
        <a:lnSpc>
          <a:spcPct val="100000"/>
        </a:lnSpc>
        <a:spcBef>
          <a:spcPts val="0"/>
        </a:spcBef>
        <a:spcAft>
          <a:spcPts val="0"/>
        </a:spcAft>
        <a:buClrTx/>
        <a:buSzTx/>
        <a:buFontTx/>
        <a:buNone/>
        <a:tabLst/>
        <a:defRPr b="1" baseline="0" cap="none" i="0" spc="0" strike="noStrike" sz="3800" u="none">
          <a:ln>
            <a:noFill/>
          </a:ln>
          <a:solidFill>
            <a:srgbClr val="535353"/>
          </a:solidFill>
          <a:uFillTx/>
          <a:latin typeface="나눔바른고딕"/>
          <a:ea typeface="나눔바른고딕"/>
          <a:cs typeface="나눔바른고딕"/>
          <a:sym typeface="나눔바른고딕"/>
        </a:defRPr>
      </a:lvl6pPr>
      <a:lvl7pPr marL="0" marR="0" indent="0" algn="l" defTabSz="914400" rtl="0" latinLnBrk="0">
        <a:lnSpc>
          <a:spcPct val="100000"/>
        </a:lnSpc>
        <a:spcBef>
          <a:spcPts val="0"/>
        </a:spcBef>
        <a:spcAft>
          <a:spcPts val="0"/>
        </a:spcAft>
        <a:buClrTx/>
        <a:buSzTx/>
        <a:buFontTx/>
        <a:buNone/>
        <a:tabLst/>
        <a:defRPr b="1" baseline="0" cap="none" i="0" spc="0" strike="noStrike" sz="3800" u="none">
          <a:ln>
            <a:noFill/>
          </a:ln>
          <a:solidFill>
            <a:srgbClr val="535353"/>
          </a:solidFill>
          <a:uFillTx/>
          <a:latin typeface="나눔바른고딕"/>
          <a:ea typeface="나눔바른고딕"/>
          <a:cs typeface="나눔바른고딕"/>
          <a:sym typeface="나눔바른고딕"/>
        </a:defRPr>
      </a:lvl7pPr>
      <a:lvl8pPr marL="0" marR="0" indent="0" algn="l" defTabSz="914400" rtl="0" latinLnBrk="0">
        <a:lnSpc>
          <a:spcPct val="100000"/>
        </a:lnSpc>
        <a:spcBef>
          <a:spcPts val="0"/>
        </a:spcBef>
        <a:spcAft>
          <a:spcPts val="0"/>
        </a:spcAft>
        <a:buClrTx/>
        <a:buSzTx/>
        <a:buFontTx/>
        <a:buNone/>
        <a:tabLst/>
        <a:defRPr b="1" baseline="0" cap="none" i="0" spc="0" strike="noStrike" sz="3800" u="none">
          <a:ln>
            <a:noFill/>
          </a:ln>
          <a:solidFill>
            <a:srgbClr val="535353"/>
          </a:solidFill>
          <a:uFillTx/>
          <a:latin typeface="나눔바른고딕"/>
          <a:ea typeface="나눔바른고딕"/>
          <a:cs typeface="나눔바른고딕"/>
          <a:sym typeface="나눔바른고딕"/>
        </a:defRPr>
      </a:lvl8pPr>
      <a:lvl9pPr marL="0" marR="0" indent="0" algn="l" defTabSz="914400" rtl="0" latinLnBrk="0">
        <a:lnSpc>
          <a:spcPct val="100000"/>
        </a:lnSpc>
        <a:spcBef>
          <a:spcPts val="0"/>
        </a:spcBef>
        <a:spcAft>
          <a:spcPts val="0"/>
        </a:spcAft>
        <a:buClrTx/>
        <a:buSzTx/>
        <a:buFontTx/>
        <a:buNone/>
        <a:tabLst/>
        <a:defRPr b="1" baseline="0" cap="none" i="0" spc="0" strike="noStrike" sz="3800" u="none">
          <a:ln>
            <a:noFill/>
          </a:ln>
          <a:solidFill>
            <a:srgbClr val="535353"/>
          </a:solidFill>
          <a:uFillTx/>
          <a:latin typeface="나눔바른고딕"/>
          <a:ea typeface="나눔바른고딕"/>
          <a:cs typeface="나눔바른고딕"/>
          <a:sym typeface="나눔바른고딕"/>
        </a:defRPr>
      </a:lvl9pPr>
    </p:titleStyle>
    <p:bodyStyle>
      <a:lvl1pPr marL="0" marR="0" indent="0" algn="l" defTabSz="914400" rtl="0" latinLnBrk="0">
        <a:lnSpc>
          <a:spcPct val="100000"/>
        </a:lnSpc>
        <a:spcBef>
          <a:spcPts val="0"/>
        </a:spcBef>
        <a:spcAft>
          <a:spcPts val="0"/>
        </a:spcAft>
        <a:buClrTx/>
        <a:buSzTx/>
        <a:buFontTx/>
        <a:buNone/>
        <a:tabLst/>
        <a:defRPr b="0" baseline="0" cap="none" i="0" spc="0" strike="noStrike" sz="3200" u="none">
          <a:ln>
            <a:noFill/>
          </a:ln>
          <a:solidFill>
            <a:srgbClr val="FFFFFF"/>
          </a:solidFill>
          <a:uFillTx/>
          <a:latin typeface="나눔바른고딕"/>
          <a:ea typeface="나눔바른고딕"/>
          <a:cs typeface="나눔바른고딕"/>
          <a:sym typeface="나눔바른고딕"/>
        </a:defRPr>
      </a:lvl1pPr>
      <a:lvl2pPr marL="0" marR="0" indent="0" algn="l" defTabSz="914400" rtl="0" latinLnBrk="0">
        <a:lnSpc>
          <a:spcPct val="100000"/>
        </a:lnSpc>
        <a:spcBef>
          <a:spcPts val="0"/>
        </a:spcBef>
        <a:spcAft>
          <a:spcPts val="0"/>
        </a:spcAft>
        <a:buClrTx/>
        <a:buSzTx/>
        <a:buFontTx/>
        <a:buNone/>
        <a:tabLst/>
        <a:defRPr b="0" baseline="0" cap="none" i="0" spc="0" strike="noStrike" sz="3200" u="none">
          <a:ln>
            <a:noFill/>
          </a:ln>
          <a:solidFill>
            <a:srgbClr val="FFFFFF"/>
          </a:solidFill>
          <a:uFillTx/>
          <a:latin typeface="나눔바른고딕"/>
          <a:ea typeface="나눔바른고딕"/>
          <a:cs typeface="나눔바른고딕"/>
          <a:sym typeface="나눔바른고딕"/>
        </a:defRPr>
      </a:lvl2pPr>
      <a:lvl3pPr marL="0" marR="0" indent="0" algn="l" defTabSz="914400" rtl="0" latinLnBrk="0">
        <a:lnSpc>
          <a:spcPct val="100000"/>
        </a:lnSpc>
        <a:spcBef>
          <a:spcPts val="0"/>
        </a:spcBef>
        <a:spcAft>
          <a:spcPts val="0"/>
        </a:spcAft>
        <a:buClrTx/>
        <a:buSzTx/>
        <a:buFontTx/>
        <a:buNone/>
        <a:tabLst/>
        <a:defRPr b="0" baseline="0" cap="none" i="0" spc="0" strike="noStrike" sz="3200" u="none">
          <a:ln>
            <a:noFill/>
          </a:ln>
          <a:solidFill>
            <a:srgbClr val="FFFFFF"/>
          </a:solidFill>
          <a:uFillTx/>
          <a:latin typeface="나눔바른고딕"/>
          <a:ea typeface="나눔바른고딕"/>
          <a:cs typeface="나눔바른고딕"/>
          <a:sym typeface="나눔바른고딕"/>
        </a:defRPr>
      </a:lvl3pPr>
      <a:lvl4pPr marL="0" marR="0" indent="0" algn="l" defTabSz="914400" rtl="0" latinLnBrk="0">
        <a:lnSpc>
          <a:spcPct val="100000"/>
        </a:lnSpc>
        <a:spcBef>
          <a:spcPts val="0"/>
        </a:spcBef>
        <a:spcAft>
          <a:spcPts val="0"/>
        </a:spcAft>
        <a:buClrTx/>
        <a:buSzTx/>
        <a:buFontTx/>
        <a:buNone/>
        <a:tabLst/>
        <a:defRPr b="0" baseline="0" cap="none" i="0" spc="0" strike="noStrike" sz="3200" u="none">
          <a:ln>
            <a:noFill/>
          </a:ln>
          <a:solidFill>
            <a:srgbClr val="FFFFFF"/>
          </a:solidFill>
          <a:uFillTx/>
          <a:latin typeface="나눔바른고딕"/>
          <a:ea typeface="나눔바른고딕"/>
          <a:cs typeface="나눔바른고딕"/>
          <a:sym typeface="나눔바른고딕"/>
        </a:defRPr>
      </a:lvl4pPr>
      <a:lvl5pPr marL="0" marR="0" indent="0" algn="l" defTabSz="914400" rtl="0" latinLnBrk="0">
        <a:lnSpc>
          <a:spcPct val="100000"/>
        </a:lnSpc>
        <a:spcBef>
          <a:spcPts val="0"/>
        </a:spcBef>
        <a:spcAft>
          <a:spcPts val="0"/>
        </a:spcAft>
        <a:buClrTx/>
        <a:buSzTx/>
        <a:buFontTx/>
        <a:buNone/>
        <a:tabLst/>
        <a:defRPr b="0" baseline="0" cap="none" i="0" spc="0" strike="noStrike" sz="3200" u="none">
          <a:ln>
            <a:noFill/>
          </a:ln>
          <a:solidFill>
            <a:srgbClr val="FFFFFF"/>
          </a:solidFill>
          <a:uFillTx/>
          <a:latin typeface="나눔바른고딕"/>
          <a:ea typeface="나눔바른고딕"/>
          <a:cs typeface="나눔바른고딕"/>
          <a:sym typeface="나눔바른고딕"/>
        </a:defRPr>
      </a:lvl5pPr>
      <a:lvl6pPr marL="0" marR="0" indent="0" algn="l" defTabSz="914400" rtl="0" latinLnBrk="0">
        <a:lnSpc>
          <a:spcPct val="100000"/>
        </a:lnSpc>
        <a:spcBef>
          <a:spcPts val="0"/>
        </a:spcBef>
        <a:spcAft>
          <a:spcPts val="0"/>
        </a:spcAft>
        <a:buClrTx/>
        <a:buSzTx/>
        <a:buFontTx/>
        <a:buNone/>
        <a:tabLst/>
        <a:defRPr b="0" baseline="0" cap="none" i="0" spc="0" strike="noStrike" sz="3200" u="none">
          <a:ln>
            <a:noFill/>
          </a:ln>
          <a:solidFill>
            <a:srgbClr val="FFFFFF"/>
          </a:solidFill>
          <a:uFillTx/>
          <a:latin typeface="나눔바른고딕"/>
          <a:ea typeface="나눔바른고딕"/>
          <a:cs typeface="나눔바른고딕"/>
          <a:sym typeface="나눔바른고딕"/>
        </a:defRPr>
      </a:lvl6pPr>
      <a:lvl7pPr marL="0" marR="0" indent="0" algn="l" defTabSz="914400" rtl="0" latinLnBrk="0">
        <a:lnSpc>
          <a:spcPct val="100000"/>
        </a:lnSpc>
        <a:spcBef>
          <a:spcPts val="0"/>
        </a:spcBef>
        <a:spcAft>
          <a:spcPts val="0"/>
        </a:spcAft>
        <a:buClrTx/>
        <a:buSzTx/>
        <a:buFontTx/>
        <a:buNone/>
        <a:tabLst/>
        <a:defRPr b="0" baseline="0" cap="none" i="0" spc="0" strike="noStrike" sz="3200" u="none">
          <a:ln>
            <a:noFill/>
          </a:ln>
          <a:solidFill>
            <a:srgbClr val="FFFFFF"/>
          </a:solidFill>
          <a:uFillTx/>
          <a:latin typeface="나눔바른고딕"/>
          <a:ea typeface="나눔바른고딕"/>
          <a:cs typeface="나눔바른고딕"/>
          <a:sym typeface="나눔바른고딕"/>
        </a:defRPr>
      </a:lvl7pPr>
      <a:lvl8pPr marL="0" marR="0" indent="0" algn="l" defTabSz="914400" rtl="0" latinLnBrk="0">
        <a:lnSpc>
          <a:spcPct val="100000"/>
        </a:lnSpc>
        <a:spcBef>
          <a:spcPts val="0"/>
        </a:spcBef>
        <a:spcAft>
          <a:spcPts val="0"/>
        </a:spcAft>
        <a:buClrTx/>
        <a:buSzTx/>
        <a:buFontTx/>
        <a:buNone/>
        <a:tabLst/>
        <a:defRPr b="0" baseline="0" cap="none" i="0" spc="0" strike="noStrike" sz="3200" u="none">
          <a:ln>
            <a:noFill/>
          </a:ln>
          <a:solidFill>
            <a:srgbClr val="FFFFFF"/>
          </a:solidFill>
          <a:uFillTx/>
          <a:latin typeface="나눔바른고딕"/>
          <a:ea typeface="나눔바른고딕"/>
          <a:cs typeface="나눔바른고딕"/>
          <a:sym typeface="나눔바른고딕"/>
        </a:defRPr>
      </a:lvl8pPr>
      <a:lvl9pPr marL="0" marR="0" indent="0" algn="l" defTabSz="914400" rtl="0" latinLnBrk="0">
        <a:lnSpc>
          <a:spcPct val="100000"/>
        </a:lnSpc>
        <a:spcBef>
          <a:spcPts val="0"/>
        </a:spcBef>
        <a:spcAft>
          <a:spcPts val="0"/>
        </a:spcAft>
        <a:buClrTx/>
        <a:buSzTx/>
        <a:buFontTx/>
        <a:buNone/>
        <a:tabLst/>
        <a:defRPr b="0" baseline="0" cap="none" i="0" spc="0" strike="noStrike" sz="3200" u="none">
          <a:ln>
            <a:noFill/>
          </a:ln>
          <a:solidFill>
            <a:srgbClr val="FFFFFF"/>
          </a:solidFill>
          <a:uFillTx/>
          <a:latin typeface="나눔바른고딕"/>
          <a:ea typeface="나눔바른고딕"/>
          <a:cs typeface="나눔바른고딕"/>
          <a:sym typeface="나눔바른고딕"/>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5.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16.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21.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 Id="rId3" Type="http://schemas.openxmlformats.org/officeDocument/2006/relationships/image" Target="../media/image1.tif"/></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1.jpe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4.xml"/><Relationship Id="rId3" Type="http://schemas.openxmlformats.org/officeDocument/2006/relationships/image" Target="../media/image1.gif"/></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3.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7.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8.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23.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9.xml"/><Relationship Id="rId3" Type="http://schemas.openxmlformats.org/officeDocument/2006/relationships/image" Target="../media/image13.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0.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2.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3.xml"/><Relationship Id="rId3" Type="http://schemas.openxmlformats.org/officeDocument/2006/relationships/image" Target="../media/image14.png"/><Relationship Id="rId4" Type="http://schemas.openxmlformats.org/officeDocument/2006/relationships/image" Target="../media/image25.pn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4.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05" name="Shape 122"/>
          <p:cNvSpPr txBox="1"/>
          <p:nvPr>
            <p:ph type="ctrTitle"/>
          </p:nvPr>
        </p:nvSpPr>
        <p:spPr>
          <a:xfrm>
            <a:off x="25400" y="2997715"/>
            <a:ext cx="9144000" cy="1260305"/>
          </a:xfrm>
          <a:prstGeom prst="rect">
            <a:avLst/>
          </a:prstGeom>
        </p:spPr>
        <p:txBody>
          <a:bodyPr lIns="45699" tIns="45699" rIns="45699" bIns="45699"/>
          <a:lstStyle/>
          <a:p>
            <a:pPr>
              <a:defRPr sz="5700">
                <a:latin typeface="Ubuntu"/>
                <a:ea typeface="Ubuntu"/>
                <a:cs typeface="Ubuntu"/>
                <a:sym typeface="Ubuntu"/>
              </a:defRPr>
            </a:pPr>
            <a:r>
              <a:t>Great </a:t>
            </a:r>
            <a:r>
              <a:rPr>
                <a:solidFill>
                  <a:srgbClr val="0DD2D9"/>
                </a:solidFill>
              </a:rPr>
              <a:t>Code</a:t>
            </a:r>
            <a:endParaRPr>
              <a:solidFill>
                <a:srgbClr val="0DD2D9"/>
              </a:solidFill>
            </a:endParaRPr>
          </a:p>
          <a:p>
            <a:pPr>
              <a:defRPr sz="1500">
                <a:latin typeface="Ubuntu"/>
                <a:ea typeface="Ubuntu"/>
                <a:cs typeface="Ubuntu"/>
                <a:sym typeface="Ubuntu"/>
              </a:defRPr>
            </a:pPr>
            <a:r>
              <a:t>Understanding the </a:t>
            </a:r>
            <a:r>
              <a:rPr>
                <a:solidFill>
                  <a:srgbClr val="0DD2D9"/>
                </a:solidFill>
              </a:rPr>
              <a:t>Machine</a:t>
            </a:r>
          </a:p>
        </p:txBody>
      </p:sp>
      <p:sp>
        <p:nvSpPr>
          <p:cNvPr id="306" name="Shape 125"/>
          <p:cNvSpPr txBox="1"/>
          <p:nvPr>
            <p:ph type="subTitle" sz="quarter" idx="1"/>
          </p:nvPr>
        </p:nvSpPr>
        <p:spPr>
          <a:xfrm>
            <a:off x="-73966" y="4252738"/>
            <a:ext cx="9144001" cy="799881"/>
          </a:xfrm>
          <a:prstGeom prst="rect">
            <a:avLst/>
          </a:prstGeom>
        </p:spPr>
        <p:txBody>
          <a:bodyPr/>
          <a:lstStyle/>
          <a:p>
            <a:pPr/>
            <a:r>
              <a:t>1장 최고의 코드를 위해 알아야 할 것 </a:t>
            </a:r>
          </a:p>
          <a:p>
            <a:pPr/>
            <a:r>
              <a:t>2장 수치 표기법</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grpSp>
        <p:nvGrpSpPr>
          <p:cNvPr id="312" name="Shape 195"/>
          <p:cNvGrpSpPr/>
          <p:nvPr/>
        </p:nvGrpSpPr>
        <p:grpSpPr>
          <a:xfrm>
            <a:off x="827584" y="2288071"/>
            <a:ext cx="1692001" cy="1692002"/>
            <a:chOff x="0" y="0"/>
            <a:chExt cx="1692000" cy="1692000"/>
          </a:xfrm>
        </p:grpSpPr>
        <p:sp>
          <p:nvSpPr>
            <p:cNvPr id="310" name="도형"/>
            <p:cNvSpPr/>
            <p:nvPr/>
          </p:nvSpPr>
          <p:spPr>
            <a:xfrm>
              <a:off x="0" y="0"/>
              <a:ext cx="1692002" cy="1692002"/>
            </a:xfrm>
            <a:prstGeom prst="ellipse">
              <a:avLst/>
            </a:prstGeom>
            <a:solidFill>
              <a:srgbClr val="D8D8D8"/>
            </a:solidFill>
            <a:ln w="12700" cap="flat">
              <a:noFill/>
              <a:miter lim="400000"/>
            </a:ln>
            <a:effectLst/>
          </p:spPr>
          <p:txBody>
            <a:bodyPr wrap="square" lIns="45718" tIns="45718" rIns="45718" bIns="45718" numCol="1" anchor="ctr">
              <a:noAutofit/>
            </a:bodyPr>
            <a:lstStyle/>
            <a:p>
              <a:pPr algn="ctr">
                <a:lnSpc>
                  <a:spcPct val="100000"/>
                </a:lnSpc>
                <a:defRPr sz="3600">
                  <a:solidFill>
                    <a:srgbClr val="FFFFFF"/>
                  </a:solidFill>
                  <a:latin typeface="Arial"/>
                  <a:ea typeface="Arial"/>
                  <a:cs typeface="Arial"/>
                  <a:sym typeface="Arial"/>
                </a:defRPr>
              </a:pPr>
            </a:p>
          </p:txBody>
        </p:sp>
        <p:pic>
          <p:nvPicPr>
            <p:cNvPr id="311" name="image6.jpeg" descr="image6.jpeg"/>
            <p:cNvPicPr>
              <a:picLocks noChangeAspect="1"/>
            </p:cNvPicPr>
            <p:nvPr/>
          </p:nvPicPr>
          <p:blipFill>
            <a:blip r:embed="rId3">
              <a:extLst/>
            </a:blip>
            <a:srcRect l="0" t="0" r="0" b="0"/>
            <a:stretch>
              <a:fillRect/>
            </a:stretch>
          </p:blipFill>
          <p:spPr>
            <a:xfrm>
              <a:off x="1" y="1"/>
              <a:ext cx="1691878" cy="16918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3" y="0"/>
                  </a:moveTo>
                  <a:cubicBezTo>
                    <a:pt x="4837" y="0"/>
                    <a:pt x="0" y="4837"/>
                    <a:pt x="0" y="10803"/>
                  </a:cubicBezTo>
                  <a:cubicBezTo>
                    <a:pt x="0" y="16768"/>
                    <a:pt x="4837" y="21600"/>
                    <a:pt x="10803" y="21600"/>
                  </a:cubicBezTo>
                  <a:cubicBezTo>
                    <a:pt x="16768" y="21600"/>
                    <a:pt x="21600" y="16768"/>
                    <a:pt x="21600" y="10803"/>
                  </a:cubicBezTo>
                  <a:cubicBezTo>
                    <a:pt x="21600" y="4837"/>
                    <a:pt x="16768" y="0"/>
                    <a:pt x="10803" y="0"/>
                  </a:cubicBezTo>
                  <a:close/>
                </a:path>
              </a:pathLst>
            </a:custGeom>
            <a:ln w="50800" cap="flat">
              <a:solidFill>
                <a:srgbClr val="0DD2D9"/>
              </a:solidFill>
              <a:prstDash val="solid"/>
              <a:round/>
            </a:ln>
            <a:effectLst/>
          </p:spPr>
        </p:pic>
      </p:grpSp>
      <p:sp>
        <p:nvSpPr>
          <p:cNvPr id="313" name="Shape 173"/>
          <p:cNvSpPr/>
          <p:nvPr/>
        </p:nvSpPr>
        <p:spPr>
          <a:xfrm>
            <a:off x="7645762" y="2607535"/>
            <a:ext cx="792029" cy="792029"/>
          </a:xfrm>
          <a:prstGeom prst="ellipse">
            <a:avLst/>
          </a:prstGeom>
          <a:solidFill>
            <a:srgbClr val="0DD2D9"/>
          </a:solidFill>
          <a:ln w="50800">
            <a:solidFill>
              <a:srgbClr val="FFFFFF"/>
            </a:solidFill>
          </a:ln>
        </p:spPr>
        <p:txBody>
          <a:bodyPr lIns="45718" tIns="45718" rIns="45718" bIns="45718" anchor="ctr"/>
          <a:lstStyle/>
          <a:p>
            <a:pPr algn="ctr">
              <a:lnSpc>
                <a:spcPct val="100000"/>
              </a:lnSpc>
              <a:defRPr sz="1800">
                <a:solidFill>
                  <a:srgbClr val="FFFFFF"/>
                </a:solidFill>
                <a:latin typeface="Arial"/>
                <a:ea typeface="Arial"/>
                <a:cs typeface="Arial"/>
                <a:sym typeface="Arial"/>
              </a:defRPr>
            </a:pPr>
          </a:p>
        </p:txBody>
      </p:sp>
      <p:sp>
        <p:nvSpPr>
          <p:cNvPr id="314" name="Shape 174"/>
          <p:cNvSpPr/>
          <p:nvPr/>
        </p:nvSpPr>
        <p:spPr>
          <a:xfrm>
            <a:off x="3483500" y="2607535"/>
            <a:ext cx="792029" cy="792029"/>
          </a:xfrm>
          <a:prstGeom prst="ellipse">
            <a:avLst/>
          </a:prstGeom>
          <a:solidFill>
            <a:srgbClr val="0DD2D9"/>
          </a:solidFill>
          <a:ln w="50800">
            <a:solidFill>
              <a:srgbClr val="FFFFFF"/>
            </a:solidFill>
          </a:ln>
        </p:spPr>
        <p:txBody>
          <a:bodyPr lIns="45718" tIns="45718" rIns="45718" bIns="45718" anchor="ctr"/>
          <a:lstStyle/>
          <a:p>
            <a:pPr algn="ctr">
              <a:lnSpc>
                <a:spcPct val="100000"/>
              </a:lnSpc>
              <a:defRPr sz="1800">
                <a:solidFill>
                  <a:srgbClr val="FFFFFF"/>
                </a:solidFill>
                <a:latin typeface="Arial"/>
                <a:ea typeface="Arial"/>
                <a:cs typeface="Arial"/>
                <a:sym typeface="Arial"/>
              </a:defRPr>
            </a:pPr>
          </a:p>
        </p:txBody>
      </p:sp>
      <p:sp>
        <p:nvSpPr>
          <p:cNvPr id="315" name="Shape 175"/>
          <p:cNvSpPr/>
          <p:nvPr/>
        </p:nvSpPr>
        <p:spPr>
          <a:xfrm>
            <a:off x="4860699" y="2607535"/>
            <a:ext cx="792029" cy="792029"/>
          </a:xfrm>
          <a:prstGeom prst="ellipse">
            <a:avLst/>
          </a:prstGeom>
          <a:solidFill>
            <a:srgbClr val="0DD2D9"/>
          </a:solidFill>
          <a:ln w="50800">
            <a:solidFill>
              <a:srgbClr val="FFFFFF"/>
            </a:solidFill>
          </a:ln>
        </p:spPr>
        <p:txBody>
          <a:bodyPr lIns="45718" tIns="45718" rIns="45718" bIns="45718" anchor="ctr"/>
          <a:lstStyle/>
          <a:p>
            <a:pPr algn="ctr">
              <a:lnSpc>
                <a:spcPct val="100000"/>
              </a:lnSpc>
              <a:defRPr sz="1800">
                <a:solidFill>
                  <a:srgbClr val="FFFFFF"/>
                </a:solidFill>
                <a:latin typeface="Arial"/>
                <a:ea typeface="Arial"/>
                <a:cs typeface="Arial"/>
                <a:sym typeface="Arial"/>
              </a:defRPr>
            </a:pPr>
          </a:p>
        </p:txBody>
      </p:sp>
      <p:sp>
        <p:nvSpPr>
          <p:cNvPr id="316" name="Shape 176"/>
          <p:cNvSpPr/>
          <p:nvPr/>
        </p:nvSpPr>
        <p:spPr>
          <a:xfrm>
            <a:off x="6237899" y="2607535"/>
            <a:ext cx="792029" cy="792029"/>
          </a:xfrm>
          <a:prstGeom prst="ellipse">
            <a:avLst/>
          </a:prstGeom>
          <a:solidFill>
            <a:srgbClr val="0DD2D9"/>
          </a:solidFill>
          <a:ln w="50800">
            <a:solidFill>
              <a:srgbClr val="FFFFFF"/>
            </a:solidFill>
          </a:ln>
        </p:spPr>
        <p:txBody>
          <a:bodyPr lIns="45718" tIns="45718" rIns="45718" bIns="45718" anchor="ctr"/>
          <a:lstStyle/>
          <a:p>
            <a:pPr algn="ctr">
              <a:lnSpc>
                <a:spcPct val="100000"/>
              </a:lnSpc>
              <a:defRPr sz="1800">
                <a:solidFill>
                  <a:srgbClr val="FFFFFF"/>
                </a:solidFill>
                <a:latin typeface="Arial"/>
                <a:ea typeface="Arial"/>
                <a:cs typeface="Arial"/>
                <a:sym typeface="Arial"/>
              </a:defRPr>
            </a:pPr>
          </a:p>
        </p:txBody>
      </p:sp>
      <p:sp>
        <p:nvSpPr>
          <p:cNvPr id="317" name="Shape 177"/>
          <p:cNvSpPr/>
          <p:nvPr/>
        </p:nvSpPr>
        <p:spPr>
          <a:xfrm>
            <a:off x="7830332" y="2790338"/>
            <a:ext cx="422888" cy="42641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749" y="7105"/>
                </a:moveTo>
                <a:cubicBezTo>
                  <a:pt x="9648" y="6547"/>
                  <a:pt x="7488" y="7784"/>
                  <a:pt x="6925" y="9868"/>
                </a:cubicBezTo>
                <a:cubicBezTo>
                  <a:pt x="6362" y="11952"/>
                  <a:pt x="7609" y="14094"/>
                  <a:pt x="9710" y="14652"/>
                </a:cubicBezTo>
                <a:cubicBezTo>
                  <a:pt x="11812" y="15211"/>
                  <a:pt x="13972" y="13974"/>
                  <a:pt x="14535" y="11890"/>
                </a:cubicBezTo>
                <a:cubicBezTo>
                  <a:pt x="15098" y="9806"/>
                  <a:pt x="13851" y="7664"/>
                  <a:pt x="11749" y="7105"/>
                </a:cubicBezTo>
                <a:close/>
                <a:moveTo>
                  <a:pt x="12450" y="4511"/>
                </a:moveTo>
                <a:cubicBezTo>
                  <a:pt x="15997" y="5453"/>
                  <a:pt x="18101" y="9068"/>
                  <a:pt x="17151" y="12585"/>
                </a:cubicBezTo>
                <a:cubicBezTo>
                  <a:pt x="16201" y="16102"/>
                  <a:pt x="12556" y="18189"/>
                  <a:pt x="9009" y="17247"/>
                </a:cubicBezTo>
                <a:cubicBezTo>
                  <a:pt x="5463" y="16304"/>
                  <a:pt x="3358" y="12689"/>
                  <a:pt x="4309" y="9173"/>
                </a:cubicBezTo>
                <a:cubicBezTo>
                  <a:pt x="5259" y="5656"/>
                  <a:pt x="8904" y="3569"/>
                  <a:pt x="12450" y="4511"/>
                </a:cubicBezTo>
                <a:close/>
                <a:moveTo>
                  <a:pt x="12705" y="3567"/>
                </a:moveTo>
                <a:cubicBezTo>
                  <a:pt x="8634" y="2485"/>
                  <a:pt x="4448" y="4882"/>
                  <a:pt x="3357" y="8920"/>
                </a:cubicBezTo>
                <a:cubicBezTo>
                  <a:pt x="2266" y="12958"/>
                  <a:pt x="4683" y="17108"/>
                  <a:pt x="8754" y="18190"/>
                </a:cubicBezTo>
                <a:cubicBezTo>
                  <a:pt x="12826" y="19272"/>
                  <a:pt x="17011" y="16876"/>
                  <a:pt x="18102" y="12838"/>
                </a:cubicBezTo>
                <a:cubicBezTo>
                  <a:pt x="19193" y="8800"/>
                  <a:pt x="16777" y="4649"/>
                  <a:pt x="12705" y="3567"/>
                </a:cubicBezTo>
                <a:close/>
                <a:moveTo>
                  <a:pt x="21600" y="5115"/>
                </a:moveTo>
                <a:lnTo>
                  <a:pt x="21567" y="5235"/>
                </a:lnTo>
                <a:lnTo>
                  <a:pt x="21534" y="5185"/>
                </a:lnTo>
                <a:close/>
                <a:moveTo>
                  <a:pt x="15142" y="843"/>
                </a:moveTo>
                <a:lnTo>
                  <a:pt x="15096" y="3523"/>
                </a:lnTo>
                <a:lnTo>
                  <a:pt x="15013" y="3501"/>
                </a:lnTo>
                <a:cubicBezTo>
                  <a:pt x="15689" y="3878"/>
                  <a:pt x="16301" y="4341"/>
                  <a:pt x="16818" y="4890"/>
                </a:cubicBezTo>
                <a:lnTo>
                  <a:pt x="19223" y="4297"/>
                </a:lnTo>
                <a:lnTo>
                  <a:pt x="20765" y="7173"/>
                </a:lnTo>
                <a:lnTo>
                  <a:pt x="19051" y="8706"/>
                </a:lnTo>
                <a:cubicBezTo>
                  <a:pt x="19266" y="9482"/>
                  <a:pt x="19367" y="10294"/>
                  <a:pt x="19331" y="11121"/>
                </a:cubicBezTo>
                <a:lnTo>
                  <a:pt x="21472" y="12300"/>
                </a:lnTo>
                <a:lnTo>
                  <a:pt x="20622" y="15446"/>
                </a:lnTo>
                <a:lnTo>
                  <a:pt x="18024" y="15403"/>
                </a:lnTo>
                <a:cubicBezTo>
                  <a:pt x="17695" y="15947"/>
                  <a:pt x="17297" y="16438"/>
                  <a:pt x="16851" y="16876"/>
                </a:cubicBezTo>
                <a:lnTo>
                  <a:pt x="17705" y="19085"/>
                </a:lnTo>
                <a:lnTo>
                  <a:pt x="15014" y="20953"/>
                </a:lnTo>
                <a:lnTo>
                  <a:pt x="12973" y="19196"/>
                </a:lnTo>
                <a:lnTo>
                  <a:pt x="13222" y="19023"/>
                </a:lnTo>
                <a:cubicBezTo>
                  <a:pt x="12440" y="19274"/>
                  <a:pt x="11613" y="19395"/>
                  <a:pt x="10770" y="19390"/>
                </a:cubicBezTo>
                <a:lnTo>
                  <a:pt x="9533" y="21600"/>
                </a:lnTo>
                <a:lnTo>
                  <a:pt x="6360" y="20757"/>
                </a:lnTo>
                <a:lnTo>
                  <a:pt x="6403" y="18230"/>
                </a:lnTo>
                <a:cubicBezTo>
                  <a:pt x="5731" y="17850"/>
                  <a:pt x="5124" y="17385"/>
                  <a:pt x="4611" y="16835"/>
                </a:cubicBezTo>
                <a:lnTo>
                  <a:pt x="4652" y="16923"/>
                </a:lnTo>
                <a:lnTo>
                  <a:pt x="1998" y="17433"/>
                </a:lnTo>
                <a:lnTo>
                  <a:pt x="610" y="14480"/>
                </a:lnTo>
                <a:lnTo>
                  <a:pt x="2405" y="13037"/>
                </a:lnTo>
                <a:cubicBezTo>
                  <a:pt x="2213" y="12341"/>
                  <a:pt x="2113" y="11615"/>
                  <a:pt x="2113" y="10877"/>
                </a:cubicBezTo>
                <a:lnTo>
                  <a:pt x="0" y="9714"/>
                </a:lnTo>
                <a:lnTo>
                  <a:pt x="850" y="6567"/>
                </a:lnTo>
                <a:lnTo>
                  <a:pt x="3271" y="6608"/>
                </a:lnTo>
                <a:cubicBezTo>
                  <a:pt x="3600" y="6033"/>
                  <a:pt x="3997" y="5509"/>
                  <a:pt x="4445" y="5040"/>
                </a:cubicBezTo>
                <a:lnTo>
                  <a:pt x="3634" y="2559"/>
                </a:lnTo>
                <a:lnTo>
                  <a:pt x="6420" y="833"/>
                </a:lnTo>
                <a:lnTo>
                  <a:pt x="8365" y="2693"/>
                </a:lnTo>
                <a:lnTo>
                  <a:pt x="8346" y="2705"/>
                </a:lnTo>
                <a:cubicBezTo>
                  <a:pt x="9110" y="2467"/>
                  <a:pt x="9918" y="2356"/>
                  <a:pt x="10740" y="2365"/>
                </a:cubicBezTo>
                <a:lnTo>
                  <a:pt x="10657" y="2343"/>
                </a:lnTo>
                <a:lnTo>
                  <a:pt x="11969" y="0"/>
                </a:lnTo>
                <a:close/>
              </a:path>
            </a:pathLst>
          </a:custGeom>
          <a:solidFill>
            <a:srgbClr val="FFFFFF"/>
          </a:solidFill>
          <a:ln w="12700">
            <a:miter lim="400000"/>
          </a:ln>
        </p:spPr>
        <p:txBody>
          <a:bodyPr lIns="45718" tIns="45718" rIns="45718" bIns="45718" anchor="ctr"/>
          <a:lstStyle/>
          <a:p>
            <a:pPr algn="ctr">
              <a:lnSpc>
                <a:spcPct val="100000"/>
              </a:lnSpc>
              <a:defRPr sz="1800">
                <a:solidFill>
                  <a:srgbClr val="FFFFFF"/>
                </a:solidFill>
                <a:latin typeface="Arial"/>
                <a:ea typeface="Arial"/>
                <a:cs typeface="Arial"/>
                <a:sym typeface="Arial"/>
              </a:defRPr>
            </a:pPr>
          </a:p>
        </p:txBody>
      </p:sp>
      <p:sp>
        <p:nvSpPr>
          <p:cNvPr id="318" name="Shape 178"/>
          <p:cNvSpPr/>
          <p:nvPr/>
        </p:nvSpPr>
        <p:spPr>
          <a:xfrm>
            <a:off x="6412019" y="2873025"/>
            <a:ext cx="443788" cy="2610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79" y="0"/>
                </a:moveTo>
                <a:cubicBezTo>
                  <a:pt x="10381" y="0"/>
                  <a:pt x="11710" y="1263"/>
                  <a:pt x="12452" y="3279"/>
                </a:cubicBezTo>
                <a:cubicBezTo>
                  <a:pt x="12920" y="2554"/>
                  <a:pt x="13545" y="2158"/>
                  <a:pt x="14226" y="2158"/>
                </a:cubicBezTo>
                <a:cubicBezTo>
                  <a:pt x="15703" y="2158"/>
                  <a:pt x="16923" y="4026"/>
                  <a:pt x="17062" y="6461"/>
                </a:cubicBezTo>
                <a:cubicBezTo>
                  <a:pt x="17088" y="6435"/>
                  <a:pt x="17114" y="6434"/>
                  <a:pt x="17140" y="6434"/>
                </a:cubicBezTo>
                <a:cubicBezTo>
                  <a:pt x="19603" y="6434"/>
                  <a:pt x="21600" y="9829"/>
                  <a:pt x="21600" y="14017"/>
                </a:cubicBezTo>
                <a:cubicBezTo>
                  <a:pt x="21600" y="17971"/>
                  <a:pt x="19820" y="21218"/>
                  <a:pt x="17547" y="21565"/>
                </a:cubicBezTo>
                <a:lnTo>
                  <a:pt x="17547" y="21600"/>
                </a:lnTo>
                <a:lnTo>
                  <a:pt x="4978" y="21600"/>
                </a:lnTo>
                <a:lnTo>
                  <a:pt x="4978" y="21543"/>
                </a:lnTo>
                <a:cubicBezTo>
                  <a:pt x="4808" y="21583"/>
                  <a:pt x="4635" y="21600"/>
                  <a:pt x="4460" y="21600"/>
                </a:cubicBezTo>
                <a:cubicBezTo>
                  <a:pt x="1997" y="21600"/>
                  <a:pt x="0" y="18205"/>
                  <a:pt x="0" y="14017"/>
                </a:cubicBezTo>
                <a:cubicBezTo>
                  <a:pt x="0" y="9829"/>
                  <a:pt x="1997" y="6434"/>
                  <a:pt x="4460" y="6434"/>
                </a:cubicBezTo>
                <a:lnTo>
                  <a:pt x="4551" y="6466"/>
                </a:lnTo>
                <a:cubicBezTo>
                  <a:pt x="4791" y="2797"/>
                  <a:pt x="6643" y="0"/>
                  <a:pt x="8879" y="0"/>
                </a:cubicBezTo>
                <a:close/>
              </a:path>
            </a:pathLst>
          </a:custGeom>
          <a:solidFill>
            <a:srgbClr val="FFFFFF"/>
          </a:solidFill>
          <a:ln w="12700">
            <a:miter lim="400000"/>
          </a:ln>
        </p:spPr>
        <p:txBody>
          <a:bodyPr lIns="45718" tIns="45718" rIns="45718" bIns="45718" anchor="ctr"/>
          <a:lstStyle/>
          <a:p>
            <a:pPr algn="ctr">
              <a:lnSpc>
                <a:spcPct val="100000"/>
              </a:lnSpc>
              <a:defRPr sz="1800">
                <a:solidFill>
                  <a:srgbClr val="FFFFFF"/>
                </a:solidFill>
                <a:latin typeface="Arial"/>
                <a:ea typeface="Arial"/>
                <a:cs typeface="Arial"/>
                <a:sym typeface="Arial"/>
              </a:defRPr>
            </a:pPr>
          </a:p>
        </p:txBody>
      </p:sp>
      <p:sp>
        <p:nvSpPr>
          <p:cNvPr id="319" name="Shape 179"/>
          <p:cNvSpPr/>
          <p:nvPr/>
        </p:nvSpPr>
        <p:spPr>
          <a:xfrm rot="2700000">
            <a:off x="5105741" y="2732888"/>
            <a:ext cx="301941" cy="5413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7" y="0"/>
                </a:moveTo>
                <a:cubicBezTo>
                  <a:pt x="12296" y="26"/>
                  <a:pt x="13869" y="651"/>
                  <a:pt x="14004" y="1665"/>
                </a:cubicBezTo>
                <a:cubicBezTo>
                  <a:pt x="14352" y="2941"/>
                  <a:pt x="12417" y="3255"/>
                  <a:pt x="12966" y="4789"/>
                </a:cubicBezTo>
                <a:lnTo>
                  <a:pt x="21600" y="4789"/>
                </a:lnTo>
                <a:lnTo>
                  <a:pt x="21600" y="9598"/>
                </a:lnTo>
                <a:cubicBezTo>
                  <a:pt x="18932" y="9873"/>
                  <a:pt x="18357" y="8821"/>
                  <a:pt x="16095" y="9012"/>
                </a:cubicBezTo>
                <a:cubicBezTo>
                  <a:pt x="14277" y="9088"/>
                  <a:pt x="13156" y="9965"/>
                  <a:pt x="13110" y="10796"/>
                </a:cubicBezTo>
                <a:cubicBezTo>
                  <a:pt x="13141" y="11525"/>
                  <a:pt x="14300" y="12602"/>
                  <a:pt x="16464" y="12611"/>
                </a:cubicBezTo>
                <a:cubicBezTo>
                  <a:pt x="19082" y="12461"/>
                  <a:pt x="18698" y="11744"/>
                  <a:pt x="21600" y="11809"/>
                </a:cubicBezTo>
                <a:lnTo>
                  <a:pt x="21600" y="16837"/>
                </a:lnTo>
                <a:lnTo>
                  <a:pt x="12611" y="16837"/>
                </a:lnTo>
                <a:cubicBezTo>
                  <a:pt x="12479" y="18485"/>
                  <a:pt x="13776" y="18260"/>
                  <a:pt x="14046" y="19729"/>
                </a:cubicBezTo>
                <a:cubicBezTo>
                  <a:pt x="14031" y="20937"/>
                  <a:pt x="12100" y="21583"/>
                  <a:pt x="10793" y="21600"/>
                </a:cubicBezTo>
                <a:cubicBezTo>
                  <a:pt x="9304" y="21574"/>
                  <a:pt x="7731" y="20949"/>
                  <a:pt x="7595" y="19935"/>
                </a:cubicBezTo>
                <a:cubicBezTo>
                  <a:pt x="7250" y="18666"/>
                  <a:pt x="9161" y="18348"/>
                  <a:pt x="8639" y="16837"/>
                </a:cubicBezTo>
                <a:lnTo>
                  <a:pt x="0" y="16837"/>
                </a:lnTo>
                <a:lnTo>
                  <a:pt x="0" y="11894"/>
                </a:lnTo>
                <a:cubicBezTo>
                  <a:pt x="2766" y="11581"/>
                  <a:pt x="3326" y="12666"/>
                  <a:pt x="5619" y="12471"/>
                </a:cubicBezTo>
                <a:cubicBezTo>
                  <a:pt x="7437" y="12396"/>
                  <a:pt x="8558" y="11519"/>
                  <a:pt x="8604" y="10688"/>
                </a:cubicBezTo>
                <a:cubicBezTo>
                  <a:pt x="8574" y="9959"/>
                  <a:pt x="7415" y="8882"/>
                  <a:pt x="5251" y="8873"/>
                </a:cubicBezTo>
                <a:cubicBezTo>
                  <a:pt x="2598" y="9025"/>
                  <a:pt x="3027" y="9758"/>
                  <a:pt x="0" y="9673"/>
                </a:cubicBezTo>
                <a:lnTo>
                  <a:pt x="0" y="4789"/>
                </a:lnTo>
                <a:lnTo>
                  <a:pt x="8988" y="4789"/>
                </a:lnTo>
                <a:cubicBezTo>
                  <a:pt x="9135" y="3112"/>
                  <a:pt x="7825" y="3347"/>
                  <a:pt x="7553" y="1870"/>
                </a:cubicBezTo>
                <a:cubicBezTo>
                  <a:pt x="7569" y="663"/>
                  <a:pt x="9500" y="17"/>
                  <a:pt x="10807" y="0"/>
                </a:cubicBezTo>
                <a:close/>
              </a:path>
            </a:pathLst>
          </a:custGeom>
          <a:solidFill>
            <a:srgbClr val="FFFFFF"/>
          </a:solidFill>
          <a:ln w="12700">
            <a:miter lim="400000"/>
          </a:ln>
        </p:spPr>
        <p:txBody>
          <a:bodyPr lIns="45718" tIns="45718" rIns="45718" bIns="45718" anchor="ctr"/>
          <a:lstStyle/>
          <a:p>
            <a:pPr algn="ctr">
              <a:lnSpc>
                <a:spcPct val="100000"/>
              </a:lnSpc>
              <a:defRPr sz="1800">
                <a:solidFill>
                  <a:srgbClr val="FFFFFF"/>
                </a:solidFill>
                <a:latin typeface="Arial"/>
                <a:ea typeface="Arial"/>
                <a:cs typeface="Arial"/>
                <a:sym typeface="Arial"/>
              </a:defRPr>
            </a:pPr>
          </a:p>
        </p:txBody>
      </p:sp>
      <p:sp>
        <p:nvSpPr>
          <p:cNvPr id="320" name="Shape 180"/>
          <p:cNvSpPr/>
          <p:nvPr/>
        </p:nvSpPr>
        <p:spPr>
          <a:xfrm>
            <a:off x="3689506" y="2825679"/>
            <a:ext cx="380017" cy="355734"/>
          </a:xfrm>
          <a:custGeom>
            <a:avLst/>
            <a:gdLst/>
            <a:ahLst/>
            <a:cxnLst>
              <a:cxn ang="0">
                <a:pos x="wd2" y="hd2"/>
              </a:cxn>
              <a:cxn ang="5400000">
                <a:pos x="wd2" y="hd2"/>
              </a:cxn>
              <a:cxn ang="10800000">
                <a:pos x="wd2" y="hd2"/>
              </a:cxn>
              <a:cxn ang="16200000">
                <a:pos x="wd2" y="hd2"/>
              </a:cxn>
            </a:cxnLst>
            <a:rect l="0" t="0" r="r" b="b"/>
            <a:pathLst>
              <a:path w="21600" h="21594" fill="norm" stroke="1" extrusionOk="0">
                <a:moveTo>
                  <a:pt x="10511" y="19780"/>
                </a:moveTo>
                <a:cubicBezTo>
                  <a:pt x="10511" y="19785"/>
                  <a:pt x="11089" y="19883"/>
                  <a:pt x="11089" y="19780"/>
                </a:cubicBezTo>
                <a:lnTo>
                  <a:pt x="11089" y="19768"/>
                </a:lnTo>
                <a:cubicBezTo>
                  <a:pt x="14567" y="18552"/>
                  <a:pt x="16297" y="17804"/>
                  <a:pt x="19942" y="19293"/>
                </a:cubicBezTo>
                <a:lnTo>
                  <a:pt x="20006" y="3752"/>
                </a:lnTo>
                <a:lnTo>
                  <a:pt x="19034" y="3752"/>
                </a:lnTo>
                <a:cubicBezTo>
                  <a:pt x="19048" y="8369"/>
                  <a:pt x="19062" y="12985"/>
                  <a:pt x="19076" y="17601"/>
                </a:cubicBezTo>
                <a:cubicBezTo>
                  <a:pt x="16559" y="16505"/>
                  <a:pt x="13683" y="17369"/>
                  <a:pt x="11089" y="19689"/>
                </a:cubicBezTo>
                <a:lnTo>
                  <a:pt x="11089" y="2863"/>
                </a:lnTo>
                <a:cubicBezTo>
                  <a:pt x="12643" y="1065"/>
                  <a:pt x="14106" y="15"/>
                  <a:pt x="16040" y="0"/>
                </a:cubicBezTo>
                <a:cubicBezTo>
                  <a:pt x="16920" y="-6"/>
                  <a:pt x="17897" y="201"/>
                  <a:pt x="19024" y="649"/>
                </a:cubicBezTo>
                <a:cubicBezTo>
                  <a:pt x="19027" y="1454"/>
                  <a:pt x="19029" y="2260"/>
                  <a:pt x="19032" y="3065"/>
                </a:cubicBezTo>
                <a:lnTo>
                  <a:pt x="20804" y="3051"/>
                </a:lnTo>
                <a:lnTo>
                  <a:pt x="20804" y="5257"/>
                </a:lnTo>
                <a:lnTo>
                  <a:pt x="21600" y="5257"/>
                </a:lnTo>
                <a:lnTo>
                  <a:pt x="21600" y="21594"/>
                </a:lnTo>
                <a:lnTo>
                  <a:pt x="0" y="21594"/>
                </a:lnTo>
                <a:lnTo>
                  <a:pt x="0" y="5257"/>
                </a:lnTo>
                <a:lnTo>
                  <a:pt x="683" y="5257"/>
                </a:lnTo>
                <a:lnTo>
                  <a:pt x="683" y="3051"/>
                </a:lnTo>
                <a:lnTo>
                  <a:pt x="2568" y="3065"/>
                </a:lnTo>
                <a:cubicBezTo>
                  <a:pt x="2571" y="2260"/>
                  <a:pt x="2573" y="1454"/>
                  <a:pt x="2575" y="649"/>
                </a:cubicBezTo>
                <a:cubicBezTo>
                  <a:pt x="3703" y="201"/>
                  <a:pt x="4680" y="-6"/>
                  <a:pt x="5559" y="0"/>
                </a:cubicBezTo>
                <a:cubicBezTo>
                  <a:pt x="7494" y="15"/>
                  <a:pt x="8957" y="1065"/>
                  <a:pt x="10511" y="2863"/>
                </a:cubicBezTo>
                <a:lnTo>
                  <a:pt x="10511" y="19689"/>
                </a:lnTo>
                <a:cubicBezTo>
                  <a:pt x="7917" y="17369"/>
                  <a:pt x="5041" y="16505"/>
                  <a:pt x="2524" y="17601"/>
                </a:cubicBezTo>
                <a:lnTo>
                  <a:pt x="2566" y="3752"/>
                </a:lnTo>
                <a:lnTo>
                  <a:pt x="1594" y="3752"/>
                </a:lnTo>
                <a:lnTo>
                  <a:pt x="1531" y="19157"/>
                </a:lnTo>
                <a:cubicBezTo>
                  <a:pt x="5155" y="17559"/>
                  <a:pt x="7212" y="18697"/>
                  <a:pt x="10511" y="19768"/>
                </a:cubicBezTo>
              </a:path>
            </a:pathLst>
          </a:custGeom>
          <a:solidFill>
            <a:srgbClr val="FFFFFF"/>
          </a:solidFill>
          <a:ln w="12700">
            <a:miter lim="400000"/>
          </a:ln>
        </p:spPr>
        <p:txBody>
          <a:bodyPr lIns="45718" tIns="45718" rIns="45718" bIns="45718" anchor="ctr"/>
          <a:lstStyle/>
          <a:p>
            <a:pPr algn="ctr">
              <a:lnSpc>
                <a:spcPct val="100000"/>
              </a:lnSpc>
              <a:defRPr sz="1800">
                <a:solidFill>
                  <a:srgbClr val="FFFFFF"/>
                </a:solidFill>
                <a:latin typeface="Arial"/>
                <a:ea typeface="Arial"/>
                <a:cs typeface="Arial"/>
                <a:sym typeface="Arial"/>
              </a:defRPr>
            </a:pPr>
          </a:p>
        </p:txBody>
      </p:sp>
      <p:sp>
        <p:nvSpPr>
          <p:cNvPr id="321" name="Shape 181"/>
          <p:cNvSpPr txBox="1"/>
          <p:nvPr/>
        </p:nvSpPr>
        <p:spPr>
          <a:xfrm>
            <a:off x="3186266" y="1532679"/>
            <a:ext cx="5274166" cy="62225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r>
              <a:t>현재 핀테크</a:t>
            </a:r>
            <a:r>
              <a:t>(Fin-Tech)</a:t>
            </a:r>
            <a:r>
              <a:t>기업 크리젠솔루션에서 개발 및 유지보수 업무를 담당하고 있는 개발자 문성현입니다.</a:t>
            </a:r>
          </a:p>
        </p:txBody>
      </p:sp>
      <p:sp>
        <p:nvSpPr>
          <p:cNvPr id="322" name="Shape 182"/>
          <p:cNvSpPr txBox="1"/>
          <p:nvPr/>
        </p:nvSpPr>
        <p:spPr>
          <a:xfrm>
            <a:off x="1188404" y="1848672"/>
            <a:ext cx="970360" cy="39619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lgn="ctr">
              <a:defRPr sz="2000">
                <a:latin typeface="Arial"/>
                <a:ea typeface="Arial"/>
                <a:cs typeface="Arial"/>
                <a:sym typeface="Arial"/>
              </a:defRPr>
            </a:lvl1pPr>
          </a:lstStyle>
          <a:p>
            <a:pPr/>
            <a:r>
              <a:t>문성현</a:t>
            </a:r>
          </a:p>
        </p:txBody>
      </p:sp>
      <p:grpSp>
        <p:nvGrpSpPr>
          <p:cNvPr id="325" name="Shape 183"/>
          <p:cNvGrpSpPr/>
          <p:nvPr/>
        </p:nvGrpSpPr>
        <p:grpSpPr>
          <a:xfrm>
            <a:off x="7438121" y="3647820"/>
            <a:ext cx="1302546" cy="1075463"/>
            <a:chOff x="0" y="0"/>
            <a:chExt cx="1302545" cy="1075462"/>
          </a:xfrm>
        </p:grpSpPr>
        <p:sp>
          <p:nvSpPr>
            <p:cNvPr id="323" name="Shape 184"/>
            <p:cNvSpPr txBox="1"/>
            <p:nvPr/>
          </p:nvSpPr>
          <p:spPr>
            <a:xfrm>
              <a:off x="0" y="231477"/>
              <a:ext cx="1302546" cy="8439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noAutofit/>
            </a:bodyPr>
            <a:lstStyle>
              <a:lvl1pPr algn="ctr">
                <a:defRPr sz="1400">
                  <a:solidFill>
                    <a:srgbClr val="FFFFFF"/>
                  </a:solidFill>
                </a:defRPr>
              </a:lvl1pPr>
            </a:lstStyle>
            <a:p>
              <a:pPr/>
              <a:r>
                <a:t>gathering1143@gmail.com</a:t>
              </a:r>
            </a:p>
          </p:txBody>
        </p:sp>
        <p:sp>
          <p:nvSpPr>
            <p:cNvPr id="324" name="Shape 185"/>
            <p:cNvSpPr txBox="1"/>
            <p:nvPr/>
          </p:nvSpPr>
          <p:spPr>
            <a:xfrm>
              <a:off x="0" y="0"/>
              <a:ext cx="1302546" cy="3380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noAutofit/>
            </a:bodyPr>
            <a:lstStyle>
              <a:lvl1pPr algn="ctr">
                <a:defRPr>
                  <a:solidFill>
                    <a:srgbClr val="FFFFFF"/>
                  </a:solidFill>
                  <a:latin typeface="Arial"/>
                  <a:ea typeface="Arial"/>
                  <a:cs typeface="Arial"/>
                  <a:sym typeface="Arial"/>
                </a:defRPr>
              </a:lvl1pPr>
            </a:lstStyle>
            <a:p>
              <a:pPr/>
              <a:r>
                <a:t>E-mail</a:t>
              </a:r>
            </a:p>
          </p:txBody>
        </p:sp>
      </p:grpSp>
      <p:grpSp>
        <p:nvGrpSpPr>
          <p:cNvPr id="328" name="Shape 186"/>
          <p:cNvGrpSpPr/>
          <p:nvPr/>
        </p:nvGrpSpPr>
        <p:grpSpPr>
          <a:xfrm>
            <a:off x="3275855" y="3687136"/>
            <a:ext cx="1207312" cy="953652"/>
            <a:chOff x="0" y="0"/>
            <a:chExt cx="1207310" cy="953651"/>
          </a:xfrm>
        </p:grpSpPr>
        <p:sp>
          <p:nvSpPr>
            <p:cNvPr id="326" name="Shape 187"/>
            <p:cNvSpPr txBox="1"/>
            <p:nvPr/>
          </p:nvSpPr>
          <p:spPr>
            <a:xfrm>
              <a:off x="0" y="214553"/>
              <a:ext cx="1207311" cy="7390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p>
              <a:pPr algn="ctr">
                <a:defRPr sz="1300">
                  <a:solidFill>
                    <a:srgbClr val="FFFFFF"/>
                  </a:solidFill>
                </a:defRPr>
              </a:pPr>
              <a:r>
                <a:t>Java,</a:t>
              </a:r>
            </a:p>
            <a:p>
              <a:pPr algn="ctr">
                <a:defRPr sz="1300">
                  <a:solidFill>
                    <a:srgbClr val="FFFFFF"/>
                  </a:solidFill>
                </a:defRPr>
              </a:pPr>
              <a:r>
                <a:t>Javascript, Python, C/C++</a:t>
              </a:r>
            </a:p>
          </p:txBody>
        </p:sp>
        <p:sp>
          <p:nvSpPr>
            <p:cNvPr id="327" name="Shape 188"/>
            <p:cNvSpPr txBox="1"/>
            <p:nvPr/>
          </p:nvSpPr>
          <p:spPr>
            <a:xfrm>
              <a:off x="0" y="0"/>
              <a:ext cx="1207311" cy="3326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lvl1pPr algn="ctr">
                <a:defRPr>
                  <a:solidFill>
                    <a:srgbClr val="FFFFFF"/>
                  </a:solidFill>
                  <a:latin typeface="Arial"/>
                  <a:ea typeface="Arial"/>
                  <a:cs typeface="Arial"/>
                  <a:sym typeface="Arial"/>
                </a:defRPr>
              </a:lvl1pPr>
            </a:lstStyle>
            <a:p>
              <a:pPr/>
              <a:r>
                <a:t>메인 언어</a:t>
              </a:r>
            </a:p>
          </p:txBody>
        </p:sp>
      </p:grpSp>
      <p:grpSp>
        <p:nvGrpSpPr>
          <p:cNvPr id="331" name="Shape 189"/>
          <p:cNvGrpSpPr/>
          <p:nvPr/>
        </p:nvGrpSpPr>
        <p:grpSpPr>
          <a:xfrm>
            <a:off x="4653055" y="3687136"/>
            <a:ext cx="1207312" cy="1240672"/>
            <a:chOff x="0" y="0"/>
            <a:chExt cx="1207310" cy="1240671"/>
          </a:xfrm>
        </p:grpSpPr>
        <p:sp>
          <p:nvSpPr>
            <p:cNvPr id="329" name="Shape 190"/>
            <p:cNvSpPr txBox="1"/>
            <p:nvPr/>
          </p:nvSpPr>
          <p:spPr>
            <a:xfrm>
              <a:off x="0" y="214553"/>
              <a:ext cx="1207311" cy="102611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p>
              <a:pPr algn="ctr">
                <a:defRPr sz="1400">
                  <a:solidFill>
                    <a:srgbClr val="FFFFFF"/>
                  </a:solidFill>
                </a:defRPr>
              </a:pPr>
              <a:r>
                <a:t>Capacitive Keyboard, </a:t>
              </a:r>
            </a:p>
            <a:p>
              <a:pPr algn="ctr">
                <a:defRPr sz="1400">
                  <a:solidFill>
                    <a:srgbClr val="FFFFFF"/>
                  </a:solidFill>
                </a:defRPr>
              </a:pPr>
              <a:r>
                <a:t>Mechanical Keyboard</a:t>
              </a:r>
            </a:p>
          </p:txBody>
        </p:sp>
        <p:sp>
          <p:nvSpPr>
            <p:cNvPr id="330" name="Shape 191"/>
            <p:cNvSpPr txBox="1"/>
            <p:nvPr/>
          </p:nvSpPr>
          <p:spPr>
            <a:xfrm>
              <a:off x="0" y="0"/>
              <a:ext cx="1207311" cy="3326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lvl1pPr algn="ctr">
                <a:defRPr>
                  <a:solidFill>
                    <a:srgbClr val="FFFFFF"/>
                  </a:solidFill>
                  <a:latin typeface="Arial"/>
                  <a:ea typeface="Arial"/>
                  <a:cs typeface="Arial"/>
                  <a:sym typeface="Arial"/>
                </a:defRPr>
              </a:lvl1pPr>
            </a:lstStyle>
            <a:p>
              <a:pPr/>
              <a:r>
                <a:t>취미</a:t>
              </a:r>
            </a:p>
          </p:txBody>
        </p:sp>
      </p:grpSp>
      <p:grpSp>
        <p:nvGrpSpPr>
          <p:cNvPr id="334" name="Shape 192"/>
          <p:cNvGrpSpPr/>
          <p:nvPr/>
        </p:nvGrpSpPr>
        <p:grpSpPr>
          <a:xfrm>
            <a:off x="6030255" y="3687136"/>
            <a:ext cx="1207312" cy="996832"/>
            <a:chOff x="0" y="0"/>
            <a:chExt cx="1207310" cy="996831"/>
          </a:xfrm>
        </p:grpSpPr>
        <p:sp>
          <p:nvSpPr>
            <p:cNvPr id="332" name="Shape 193"/>
            <p:cNvSpPr txBox="1"/>
            <p:nvPr/>
          </p:nvSpPr>
          <p:spPr>
            <a:xfrm>
              <a:off x="0" y="214553"/>
              <a:ext cx="1207311" cy="78227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lvl1pPr algn="ctr">
                <a:defRPr sz="1400">
                  <a:solidFill>
                    <a:srgbClr val="FFFFFF"/>
                  </a:solidFill>
                </a:defRPr>
              </a:lvl1pPr>
            </a:lstStyle>
            <a:p>
              <a:pPr/>
              <a:r>
                <a:t>github.com/gatherKnowledge</a:t>
              </a:r>
            </a:p>
          </p:txBody>
        </p:sp>
        <p:sp>
          <p:nvSpPr>
            <p:cNvPr id="333" name="Shape 194"/>
            <p:cNvSpPr txBox="1"/>
            <p:nvPr/>
          </p:nvSpPr>
          <p:spPr>
            <a:xfrm>
              <a:off x="0" y="0"/>
              <a:ext cx="1207311" cy="3326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lvl1pPr algn="ctr">
                <a:defRPr>
                  <a:solidFill>
                    <a:srgbClr val="FFFFFF"/>
                  </a:solidFill>
                  <a:latin typeface="Arial"/>
                  <a:ea typeface="Arial"/>
                  <a:cs typeface="Arial"/>
                  <a:sym typeface="Arial"/>
                </a:defRPr>
              </a:lvl1pPr>
            </a:lstStyle>
            <a:p>
              <a:pPr/>
              <a:r>
                <a:t>저장소</a:t>
              </a:r>
            </a:p>
          </p:txBody>
        </p:sp>
      </p:grpSp>
      <p:sp>
        <p:nvSpPr>
          <p:cNvPr id="335" name="Shape 196"/>
          <p:cNvSpPr txBox="1"/>
          <p:nvPr>
            <p:ph type="title"/>
          </p:nvPr>
        </p:nvSpPr>
        <p:spPr>
          <a:xfrm>
            <a:off x="635302" y="83023"/>
            <a:ext cx="7892706" cy="776401"/>
          </a:xfrm>
          <a:prstGeom prst="rect">
            <a:avLst/>
          </a:prstGeom>
        </p:spPr>
        <p:txBody>
          <a:bodyPr lIns="45699" tIns="45699" rIns="45699" bIns="45699"/>
          <a:lstStyle>
            <a:lvl1pPr algn="l">
              <a:defRPr>
                <a:solidFill>
                  <a:srgbClr val="535353"/>
                </a:solidFill>
              </a:defRPr>
            </a:lvl1pPr>
          </a:lstStyle>
          <a:p>
            <a:pPr/>
            <a:r>
              <a:t>발표자 소개</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39" name="Shape 143"/>
          <p:cNvSpPr txBox="1"/>
          <p:nvPr>
            <p:ph type="title"/>
          </p:nvPr>
        </p:nvSpPr>
        <p:spPr>
          <a:xfrm>
            <a:off x="6136863" y="4184536"/>
            <a:ext cx="7560000" cy="776531"/>
          </a:xfrm>
          <a:prstGeom prst="rect">
            <a:avLst/>
          </a:prstGeom>
        </p:spPr>
        <p:txBody>
          <a:bodyPr lIns="45699" tIns="45699" rIns="45699" bIns="45699"/>
          <a:lstStyle/>
          <a:p>
            <a:pPr/>
            <a:r>
              <a:t>Great </a:t>
            </a:r>
            <a:r>
              <a:rPr>
                <a:solidFill>
                  <a:srgbClr val="0DD2D9"/>
                </a:solidFill>
              </a:rPr>
              <a:t>Code</a:t>
            </a:r>
          </a:p>
        </p:txBody>
      </p:sp>
      <p:grpSp>
        <p:nvGrpSpPr>
          <p:cNvPr id="344" name="그룹"/>
          <p:cNvGrpSpPr/>
          <p:nvPr/>
        </p:nvGrpSpPr>
        <p:grpSpPr>
          <a:xfrm>
            <a:off x="2502490" y="1909253"/>
            <a:ext cx="4139020" cy="538041"/>
            <a:chOff x="0" y="0"/>
            <a:chExt cx="4139019" cy="538039"/>
          </a:xfrm>
        </p:grpSpPr>
        <p:grpSp>
          <p:nvGrpSpPr>
            <p:cNvPr id="342" name="Shape 148"/>
            <p:cNvGrpSpPr/>
            <p:nvPr/>
          </p:nvGrpSpPr>
          <p:grpSpPr>
            <a:xfrm>
              <a:off x="-1" y="-1"/>
              <a:ext cx="538041" cy="538041"/>
              <a:chOff x="0" y="0"/>
              <a:chExt cx="538039" cy="538039"/>
            </a:xfrm>
          </p:grpSpPr>
          <p:sp>
            <p:nvSpPr>
              <p:cNvPr id="340" name="Shape 149"/>
              <p:cNvSpPr/>
              <p:nvPr/>
            </p:nvSpPr>
            <p:spPr>
              <a:xfrm>
                <a:off x="-1" y="-1"/>
                <a:ext cx="538040" cy="538040"/>
              </a:xfrm>
              <a:prstGeom prst="ellipse">
                <a:avLst/>
              </a:prstGeom>
              <a:gradFill flip="none" rotWithShape="1">
                <a:gsLst>
                  <a:gs pos="0">
                    <a:srgbClr val="DDDDDD"/>
                  </a:gs>
                  <a:gs pos="100000">
                    <a:srgbClr val="FFFFFF"/>
                  </a:gs>
                </a:gsLst>
                <a:lin ang="0" scaled="0"/>
              </a:gradFill>
              <a:ln w="31750" cap="flat">
                <a:solidFill>
                  <a:srgbClr val="0DD2D9"/>
                </a:solidFill>
                <a:prstDash val="solid"/>
                <a:round/>
              </a:ln>
              <a:effectLst/>
            </p:spPr>
            <p:txBody>
              <a:bodyPr wrap="square" lIns="45718" tIns="45718" rIns="45718" bIns="45718" numCol="1" anchor="ctr">
                <a:noAutofit/>
              </a:bodyPr>
              <a:lstStyle/>
              <a:p>
                <a:pPr algn="ctr">
                  <a:lnSpc>
                    <a:spcPct val="100000"/>
                  </a:lnSpc>
                  <a:defRPr sz="3600">
                    <a:solidFill>
                      <a:srgbClr val="595959"/>
                    </a:solidFill>
                    <a:latin typeface="Arial"/>
                    <a:ea typeface="Arial"/>
                    <a:cs typeface="Arial"/>
                    <a:sym typeface="Arial"/>
                  </a:defRPr>
                </a:pPr>
              </a:p>
            </p:txBody>
          </p:sp>
          <p:sp>
            <p:nvSpPr>
              <p:cNvPr id="341" name="Shape 150"/>
              <p:cNvSpPr txBox="1"/>
              <p:nvPr/>
            </p:nvSpPr>
            <p:spPr>
              <a:xfrm>
                <a:off x="88997" y="93706"/>
                <a:ext cx="360043" cy="3506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sz="1800">
                    <a:latin typeface="Arial"/>
                    <a:ea typeface="Arial"/>
                    <a:cs typeface="Arial"/>
                    <a:sym typeface="Arial"/>
                  </a:defRPr>
                </a:lvl1pPr>
              </a:lstStyle>
              <a:p>
                <a:pPr/>
                <a:r>
                  <a:t>2</a:t>
                </a:r>
              </a:p>
            </p:txBody>
          </p:sp>
        </p:grpSp>
        <p:sp>
          <p:nvSpPr>
            <p:cNvPr id="343" name="Shape 157"/>
            <p:cNvSpPr txBox="1"/>
            <p:nvPr/>
          </p:nvSpPr>
          <p:spPr>
            <a:xfrm>
              <a:off x="639259" y="43781"/>
              <a:ext cx="3499760" cy="4342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lvl1pPr>
                <a:lnSpc>
                  <a:spcPct val="100000"/>
                </a:lnSpc>
                <a:defRPr sz="2400"/>
              </a:lvl1pPr>
            </a:lstStyle>
            <a:p>
              <a:pPr/>
              <a:r>
                <a:t>수와 수치 표기법</a:t>
              </a:r>
            </a:p>
          </p:txBody>
        </p:sp>
      </p:grpSp>
      <p:grpSp>
        <p:nvGrpSpPr>
          <p:cNvPr id="349" name="그룹"/>
          <p:cNvGrpSpPr/>
          <p:nvPr/>
        </p:nvGrpSpPr>
        <p:grpSpPr>
          <a:xfrm>
            <a:off x="2502490" y="2665830"/>
            <a:ext cx="4139020" cy="538041"/>
            <a:chOff x="0" y="0"/>
            <a:chExt cx="4139019" cy="538039"/>
          </a:xfrm>
        </p:grpSpPr>
        <p:grpSp>
          <p:nvGrpSpPr>
            <p:cNvPr id="347" name="Shape 151"/>
            <p:cNvGrpSpPr/>
            <p:nvPr/>
          </p:nvGrpSpPr>
          <p:grpSpPr>
            <a:xfrm>
              <a:off x="-1" y="-1"/>
              <a:ext cx="538041" cy="538041"/>
              <a:chOff x="0" y="0"/>
              <a:chExt cx="538039" cy="538039"/>
            </a:xfrm>
          </p:grpSpPr>
          <p:sp>
            <p:nvSpPr>
              <p:cNvPr id="345" name="Shape 152"/>
              <p:cNvSpPr/>
              <p:nvPr/>
            </p:nvSpPr>
            <p:spPr>
              <a:xfrm>
                <a:off x="-1" y="-1"/>
                <a:ext cx="538040" cy="538040"/>
              </a:xfrm>
              <a:prstGeom prst="ellipse">
                <a:avLst/>
              </a:prstGeom>
              <a:gradFill flip="none" rotWithShape="1">
                <a:gsLst>
                  <a:gs pos="0">
                    <a:srgbClr val="DDDDDD"/>
                  </a:gs>
                  <a:gs pos="100000">
                    <a:srgbClr val="FFFFFF"/>
                  </a:gs>
                </a:gsLst>
                <a:lin ang="0" scaled="0"/>
              </a:gradFill>
              <a:ln w="31750" cap="flat">
                <a:solidFill>
                  <a:srgbClr val="0DD2D9"/>
                </a:solidFill>
                <a:prstDash val="solid"/>
                <a:round/>
              </a:ln>
              <a:effectLst/>
            </p:spPr>
            <p:txBody>
              <a:bodyPr wrap="square" lIns="45718" tIns="45718" rIns="45718" bIns="45718" numCol="1" anchor="ctr">
                <a:noAutofit/>
              </a:bodyPr>
              <a:lstStyle/>
              <a:p>
                <a:pPr algn="ctr">
                  <a:lnSpc>
                    <a:spcPct val="100000"/>
                  </a:lnSpc>
                  <a:defRPr sz="3600">
                    <a:solidFill>
                      <a:srgbClr val="595959"/>
                    </a:solidFill>
                    <a:latin typeface="Arial"/>
                    <a:ea typeface="Arial"/>
                    <a:cs typeface="Arial"/>
                    <a:sym typeface="Arial"/>
                  </a:defRPr>
                </a:pPr>
              </a:p>
            </p:txBody>
          </p:sp>
          <p:sp>
            <p:nvSpPr>
              <p:cNvPr id="346" name="Shape 153"/>
              <p:cNvSpPr txBox="1"/>
              <p:nvPr/>
            </p:nvSpPr>
            <p:spPr>
              <a:xfrm>
                <a:off x="88997" y="93707"/>
                <a:ext cx="360043" cy="3506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sz="1800">
                    <a:latin typeface="Arial"/>
                    <a:ea typeface="Arial"/>
                    <a:cs typeface="Arial"/>
                    <a:sym typeface="Arial"/>
                  </a:defRPr>
                </a:lvl1pPr>
              </a:lstStyle>
              <a:p>
                <a:pPr/>
                <a:r>
                  <a:t>3</a:t>
                </a:r>
              </a:p>
            </p:txBody>
          </p:sp>
        </p:grpSp>
        <p:sp>
          <p:nvSpPr>
            <p:cNvPr id="348" name="Shape 157"/>
            <p:cNvSpPr txBox="1"/>
            <p:nvPr/>
          </p:nvSpPr>
          <p:spPr>
            <a:xfrm>
              <a:off x="639259" y="43779"/>
              <a:ext cx="3499760" cy="4342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lvl1pPr>
                <a:lnSpc>
                  <a:spcPct val="100000"/>
                </a:lnSpc>
                <a:defRPr sz="2400"/>
              </a:lvl1pPr>
            </a:lstStyle>
            <a:p>
              <a:pPr/>
              <a:r>
                <a:t>여러가지 진법</a:t>
              </a:r>
            </a:p>
          </p:txBody>
        </p:sp>
      </p:grpSp>
      <p:grpSp>
        <p:nvGrpSpPr>
          <p:cNvPr id="354" name="그룹"/>
          <p:cNvGrpSpPr/>
          <p:nvPr/>
        </p:nvGrpSpPr>
        <p:grpSpPr>
          <a:xfrm>
            <a:off x="2502490" y="3435107"/>
            <a:ext cx="4139020" cy="538041"/>
            <a:chOff x="0" y="0"/>
            <a:chExt cx="4139019" cy="538039"/>
          </a:xfrm>
        </p:grpSpPr>
        <p:grpSp>
          <p:nvGrpSpPr>
            <p:cNvPr id="352" name="Shape 154"/>
            <p:cNvGrpSpPr/>
            <p:nvPr/>
          </p:nvGrpSpPr>
          <p:grpSpPr>
            <a:xfrm>
              <a:off x="-1" y="-1"/>
              <a:ext cx="538041" cy="538041"/>
              <a:chOff x="0" y="0"/>
              <a:chExt cx="538039" cy="538039"/>
            </a:xfrm>
          </p:grpSpPr>
          <p:sp>
            <p:nvSpPr>
              <p:cNvPr id="350" name="Shape 155"/>
              <p:cNvSpPr/>
              <p:nvPr/>
            </p:nvSpPr>
            <p:spPr>
              <a:xfrm>
                <a:off x="-1" y="-1"/>
                <a:ext cx="538040" cy="538040"/>
              </a:xfrm>
              <a:prstGeom prst="ellipse">
                <a:avLst/>
              </a:prstGeom>
              <a:gradFill flip="none" rotWithShape="1">
                <a:gsLst>
                  <a:gs pos="0">
                    <a:srgbClr val="DDDDDD"/>
                  </a:gs>
                  <a:gs pos="100000">
                    <a:srgbClr val="FFFFFF"/>
                  </a:gs>
                </a:gsLst>
                <a:lin ang="0" scaled="0"/>
              </a:gradFill>
              <a:ln w="31750" cap="flat">
                <a:solidFill>
                  <a:srgbClr val="0DD2D9"/>
                </a:solidFill>
                <a:prstDash val="solid"/>
                <a:round/>
              </a:ln>
              <a:effectLst/>
            </p:spPr>
            <p:txBody>
              <a:bodyPr wrap="square" lIns="45718" tIns="45718" rIns="45718" bIns="45718" numCol="1" anchor="ctr">
                <a:noAutofit/>
              </a:bodyPr>
              <a:lstStyle/>
              <a:p>
                <a:pPr algn="ctr">
                  <a:lnSpc>
                    <a:spcPct val="100000"/>
                  </a:lnSpc>
                  <a:defRPr sz="3600">
                    <a:solidFill>
                      <a:srgbClr val="595959"/>
                    </a:solidFill>
                    <a:latin typeface="Arial"/>
                    <a:ea typeface="Arial"/>
                    <a:cs typeface="Arial"/>
                    <a:sym typeface="Arial"/>
                  </a:defRPr>
                </a:pPr>
              </a:p>
            </p:txBody>
          </p:sp>
          <p:sp>
            <p:nvSpPr>
              <p:cNvPr id="351" name="Shape 156"/>
              <p:cNvSpPr txBox="1"/>
              <p:nvPr/>
            </p:nvSpPr>
            <p:spPr>
              <a:xfrm>
                <a:off x="88997" y="93707"/>
                <a:ext cx="360043" cy="3506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sz="1800">
                    <a:latin typeface="Arial"/>
                    <a:ea typeface="Arial"/>
                    <a:cs typeface="Arial"/>
                    <a:sym typeface="Arial"/>
                  </a:defRPr>
                </a:lvl1pPr>
              </a:lstStyle>
              <a:p>
                <a:pPr/>
                <a:r>
                  <a:t>4</a:t>
                </a:r>
              </a:p>
            </p:txBody>
          </p:sp>
        </p:grpSp>
        <p:sp>
          <p:nvSpPr>
            <p:cNvPr id="353" name="Shape 157"/>
            <p:cNvSpPr txBox="1"/>
            <p:nvPr/>
          </p:nvSpPr>
          <p:spPr>
            <a:xfrm>
              <a:off x="639259" y="43777"/>
              <a:ext cx="3499760" cy="4342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lvl1pPr>
                <a:lnSpc>
                  <a:spcPct val="100000"/>
                </a:lnSpc>
                <a:defRPr sz="2400"/>
              </a:lvl1pPr>
            </a:lstStyle>
            <a:p>
              <a:pPr/>
              <a:r>
                <a:t>다양한 수치표기</a:t>
              </a:r>
            </a:p>
          </p:txBody>
        </p:sp>
      </p:grpSp>
      <p:grpSp>
        <p:nvGrpSpPr>
          <p:cNvPr id="359" name="그룹"/>
          <p:cNvGrpSpPr/>
          <p:nvPr/>
        </p:nvGrpSpPr>
        <p:grpSpPr>
          <a:xfrm>
            <a:off x="2502490" y="1139977"/>
            <a:ext cx="4139020" cy="538041"/>
            <a:chOff x="0" y="0"/>
            <a:chExt cx="4139019" cy="538039"/>
          </a:xfrm>
        </p:grpSpPr>
        <p:grpSp>
          <p:nvGrpSpPr>
            <p:cNvPr id="357" name="Shape 145"/>
            <p:cNvGrpSpPr/>
            <p:nvPr/>
          </p:nvGrpSpPr>
          <p:grpSpPr>
            <a:xfrm>
              <a:off x="-1" y="-1"/>
              <a:ext cx="538041" cy="538041"/>
              <a:chOff x="0" y="0"/>
              <a:chExt cx="538039" cy="538039"/>
            </a:xfrm>
          </p:grpSpPr>
          <p:sp>
            <p:nvSpPr>
              <p:cNvPr id="355" name="Shape 146"/>
              <p:cNvSpPr/>
              <p:nvPr/>
            </p:nvSpPr>
            <p:spPr>
              <a:xfrm>
                <a:off x="-1" y="-1"/>
                <a:ext cx="538040" cy="538040"/>
              </a:xfrm>
              <a:prstGeom prst="ellipse">
                <a:avLst/>
              </a:prstGeom>
              <a:gradFill flip="none" rotWithShape="1">
                <a:gsLst>
                  <a:gs pos="0">
                    <a:srgbClr val="DDDDDD"/>
                  </a:gs>
                  <a:gs pos="100000">
                    <a:srgbClr val="FFFFFF"/>
                  </a:gs>
                </a:gsLst>
                <a:lin ang="0" scaled="0"/>
              </a:gradFill>
              <a:ln w="31750" cap="flat">
                <a:solidFill>
                  <a:srgbClr val="0DD2D9"/>
                </a:solidFill>
                <a:prstDash val="solid"/>
                <a:round/>
              </a:ln>
              <a:effectLst/>
            </p:spPr>
            <p:txBody>
              <a:bodyPr wrap="square" lIns="45718" tIns="45718" rIns="45718" bIns="45718" numCol="1" anchor="ctr">
                <a:noAutofit/>
              </a:bodyPr>
              <a:lstStyle/>
              <a:p>
                <a:pPr algn="ctr">
                  <a:lnSpc>
                    <a:spcPct val="100000"/>
                  </a:lnSpc>
                  <a:defRPr sz="3600">
                    <a:solidFill>
                      <a:srgbClr val="595959"/>
                    </a:solidFill>
                    <a:latin typeface="Arial"/>
                    <a:ea typeface="Arial"/>
                    <a:cs typeface="Arial"/>
                    <a:sym typeface="Arial"/>
                  </a:defRPr>
                </a:pPr>
              </a:p>
            </p:txBody>
          </p:sp>
          <p:sp>
            <p:nvSpPr>
              <p:cNvPr id="356" name="Shape 147"/>
              <p:cNvSpPr txBox="1"/>
              <p:nvPr/>
            </p:nvSpPr>
            <p:spPr>
              <a:xfrm>
                <a:off x="88997" y="93706"/>
                <a:ext cx="360043" cy="3506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ctr">
                <a:spAutoFit/>
              </a:bodyPr>
              <a:lstStyle>
                <a:lvl1pPr algn="ctr">
                  <a:defRPr sz="1800">
                    <a:latin typeface="Arial"/>
                    <a:ea typeface="Arial"/>
                    <a:cs typeface="Arial"/>
                    <a:sym typeface="Arial"/>
                  </a:defRPr>
                </a:lvl1pPr>
              </a:lstStyle>
              <a:p>
                <a:pPr/>
                <a:r>
                  <a:t>1</a:t>
                </a:r>
              </a:p>
            </p:txBody>
          </p:sp>
        </p:grpSp>
        <p:sp>
          <p:nvSpPr>
            <p:cNvPr id="358" name="Shape 157"/>
            <p:cNvSpPr txBox="1"/>
            <p:nvPr/>
          </p:nvSpPr>
          <p:spPr>
            <a:xfrm>
              <a:off x="639259" y="43780"/>
              <a:ext cx="3499760" cy="4342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lvl1pPr>
                <a:lnSpc>
                  <a:spcPct val="100000"/>
                </a:lnSpc>
                <a:defRPr sz="2400"/>
              </a:lvl1pPr>
            </a:lstStyle>
            <a:p>
              <a:pPr/>
              <a:r>
                <a:t>책 소개</a:t>
              </a:r>
            </a:p>
          </p:txBody>
        </p:sp>
      </p:grpSp>
      <p:sp>
        <p:nvSpPr>
          <p:cNvPr id="360" name="Shape 143"/>
          <p:cNvSpPr txBox="1"/>
          <p:nvPr/>
        </p:nvSpPr>
        <p:spPr>
          <a:xfrm>
            <a:off x="1541572" y="248946"/>
            <a:ext cx="7560000" cy="776532"/>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lvl1pPr>
              <a:lnSpc>
                <a:spcPct val="100000"/>
              </a:lnSpc>
              <a:defRPr sz="3800">
                <a:solidFill>
                  <a:srgbClr val="535353"/>
                </a:solidFill>
              </a:defRPr>
            </a:lvl1pPr>
          </a:lstStyle>
          <a:p>
            <a:pPr/>
            <a:r>
              <a:t>목차</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64" name="Shape 166"/>
          <p:cNvSpPr txBox="1"/>
          <p:nvPr>
            <p:ph type="title" idx="4294967295"/>
          </p:nvPr>
        </p:nvSpPr>
        <p:spPr>
          <a:xfrm>
            <a:off x="3131849" y="2129725"/>
            <a:ext cx="6012002" cy="503701"/>
          </a:xfrm>
          <a:prstGeom prst="rect">
            <a:avLst/>
          </a:prstGeom>
        </p:spPr>
        <p:txBody>
          <a:bodyPr lIns="45699" tIns="45699" rIns="45699" bIns="45699"/>
          <a:lstStyle/>
          <a:p>
            <a:pPr defTabSz="731520">
              <a:defRPr sz="2880">
                <a:solidFill>
                  <a:srgbClr val="FFFFFF"/>
                </a:solidFill>
              </a:defRPr>
            </a:pPr>
            <a:r>
              <a:t>1. </a:t>
            </a:r>
            <a:r>
              <a:t>책</a:t>
            </a:r>
            <a:r>
              <a:t> 소개</a:t>
            </a:r>
          </a:p>
        </p:txBody>
      </p:sp>
      <p:sp>
        <p:nvSpPr>
          <p:cNvPr id="365" name="Shape 167"/>
          <p:cNvSpPr txBox="1"/>
          <p:nvPr>
            <p:ph type="body" sz="quarter" idx="4294967295"/>
          </p:nvPr>
        </p:nvSpPr>
        <p:spPr>
          <a:xfrm>
            <a:off x="3131840" y="2683834"/>
            <a:ext cx="5472608" cy="363848"/>
          </a:xfrm>
          <a:prstGeom prst="rect">
            <a:avLst/>
          </a:prstGeom>
        </p:spPr>
        <p:txBody>
          <a:bodyPr lIns="45699" tIns="45699" rIns="45699" bIns="45699" anchor="ctr">
            <a:normAutofit fontScale="100000" lnSpcReduction="0"/>
          </a:bodyPr>
          <a:lstStyle>
            <a:lvl1pPr defTabSz="548640">
              <a:defRPr sz="1920"/>
            </a:lvl1pPr>
          </a:lstStyle>
          <a:p>
            <a:pPr/>
            <a:r>
              <a:t>최고의 코드를 위해 알아야 할 것 </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69" name="Shape 130"/>
          <p:cNvSpPr txBox="1"/>
          <p:nvPr>
            <p:ph type="title"/>
          </p:nvPr>
        </p:nvSpPr>
        <p:spPr>
          <a:xfrm>
            <a:off x="1418900" y="25734"/>
            <a:ext cx="7560000" cy="776531"/>
          </a:xfrm>
          <a:prstGeom prst="rect">
            <a:avLst/>
          </a:prstGeom>
        </p:spPr>
        <p:txBody>
          <a:bodyPr lIns="45699" tIns="45699" rIns="45699" bIns="45699"/>
          <a:lstStyle/>
          <a:p>
            <a:pPr/>
            <a:r>
              <a:t>저자 및 책 소개</a:t>
            </a:r>
          </a:p>
        </p:txBody>
      </p:sp>
      <p:sp>
        <p:nvSpPr>
          <p:cNvPr id="370" name="Shape 138"/>
          <p:cNvSpPr txBox="1"/>
          <p:nvPr/>
        </p:nvSpPr>
        <p:spPr>
          <a:xfrm>
            <a:off x="1581570" y="3821283"/>
            <a:ext cx="7234657" cy="855939"/>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r>
              <a:t>- Writing GreatCode : 총 4권의 시리즈 </a:t>
            </a:r>
          </a:p>
          <a:p>
            <a:pPr marL="120315" indent="-120315">
              <a:buSzPct val="100000"/>
              <a:buChar char="-"/>
              <a:defRPr sz="1500"/>
            </a:pPr>
            <a:r>
              <a:t>understanding the machine, thinking low-level, writing high-level, testing, debugging and assurance </a:t>
            </a:r>
          </a:p>
        </p:txBody>
      </p:sp>
      <p:pic>
        <p:nvPicPr>
          <p:cNvPr id="371" name="랜달하이드.png" descr="랜달하이드.png"/>
          <p:cNvPicPr>
            <a:picLocks noChangeAspect="1"/>
          </p:cNvPicPr>
          <p:nvPr/>
        </p:nvPicPr>
        <p:blipFill>
          <a:blip r:embed="rId3">
            <a:extLst/>
          </a:blip>
          <a:stretch>
            <a:fillRect/>
          </a:stretch>
        </p:blipFill>
        <p:spPr>
          <a:xfrm>
            <a:off x="4659572" y="977198"/>
            <a:ext cx="3931649" cy="1970053"/>
          </a:xfrm>
          <a:prstGeom prst="rect">
            <a:avLst/>
          </a:prstGeom>
          <a:ln w="12700">
            <a:miter lim="400000"/>
          </a:ln>
        </p:spPr>
      </p:pic>
      <p:pic>
        <p:nvPicPr>
          <p:cNvPr id="372" name="스크린샷 2017-10-08 오전 3.55.42.png" descr="스크린샷 2017-10-08 오전 3.55.42.png"/>
          <p:cNvPicPr>
            <a:picLocks noChangeAspect="1"/>
          </p:cNvPicPr>
          <p:nvPr/>
        </p:nvPicPr>
        <p:blipFill>
          <a:blip r:embed="rId4">
            <a:extLst/>
          </a:blip>
          <a:srcRect l="6065" t="5885" r="21619" b="3516"/>
          <a:stretch>
            <a:fillRect/>
          </a:stretch>
        </p:blipFill>
        <p:spPr>
          <a:xfrm>
            <a:off x="1871259" y="840655"/>
            <a:ext cx="1834543" cy="2243139"/>
          </a:xfrm>
          <a:custGeom>
            <a:avLst/>
            <a:gdLst/>
            <a:ahLst/>
            <a:cxnLst>
              <a:cxn ang="0">
                <a:pos x="wd2" y="hd2"/>
              </a:cxn>
              <a:cxn ang="5400000">
                <a:pos x="wd2" y="hd2"/>
              </a:cxn>
              <a:cxn ang="10800000">
                <a:pos x="wd2" y="hd2"/>
              </a:cxn>
              <a:cxn ang="16200000">
                <a:pos x="wd2" y="hd2"/>
              </a:cxn>
            </a:cxnLst>
            <a:rect l="0" t="0" r="r" b="b"/>
            <a:pathLst>
              <a:path w="21542" h="21600" fill="norm" stroke="1" extrusionOk="0">
                <a:moveTo>
                  <a:pt x="11067" y="0"/>
                </a:moveTo>
                <a:cubicBezTo>
                  <a:pt x="11045" y="5"/>
                  <a:pt x="11011" y="23"/>
                  <a:pt x="10997" y="23"/>
                </a:cubicBezTo>
                <a:cubicBezTo>
                  <a:pt x="10945" y="23"/>
                  <a:pt x="10871" y="52"/>
                  <a:pt x="10834" y="88"/>
                </a:cubicBezTo>
                <a:cubicBezTo>
                  <a:pt x="10756" y="165"/>
                  <a:pt x="10480" y="290"/>
                  <a:pt x="10480" y="248"/>
                </a:cubicBezTo>
                <a:cubicBezTo>
                  <a:pt x="10480" y="233"/>
                  <a:pt x="10441" y="251"/>
                  <a:pt x="10391" y="287"/>
                </a:cubicBezTo>
                <a:cubicBezTo>
                  <a:pt x="10342" y="322"/>
                  <a:pt x="10144" y="417"/>
                  <a:pt x="9953" y="501"/>
                </a:cubicBezTo>
                <a:cubicBezTo>
                  <a:pt x="9684" y="619"/>
                  <a:pt x="9584" y="644"/>
                  <a:pt x="9510" y="611"/>
                </a:cubicBezTo>
                <a:cubicBezTo>
                  <a:pt x="9440" y="581"/>
                  <a:pt x="9399" y="587"/>
                  <a:pt x="9347" y="638"/>
                </a:cubicBezTo>
                <a:cubicBezTo>
                  <a:pt x="9309" y="676"/>
                  <a:pt x="9286" y="721"/>
                  <a:pt x="9296" y="734"/>
                </a:cubicBezTo>
                <a:cubicBezTo>
                  <a:pt x="9306" y="747"/>
                  <a:pt x="9194" y="807"/>
                  <a:pt x="9049" y="871"/>
                </a:cubicBezTo>
                <a:cubicBezTo>
                  <a:pt x="8848" y="960"/>
                  <a:pt x="8762" y="979"/>
                  <a:pt x="8690" y="948"/>
                </a:cubicBezTo>
                <a:cubicBezTo>
                  <a:pt x="8620" y="917"/>
                  <a:pt x="8579" y="923"/>
                  <a:pt x="8527" y="975"/>
                </a:cubicBezTo>
                <a:cubicBezTo>
                  <a:pt x="8489" y="1012"/>
                  <a:pt x="8465" y="1053"/>
                  <a:pt x="8476" y="1066"/>
                </a:cubicBezTo>
                <a:cubicBezTo>
                  <a:pt x="8486" y="1079"/>
                  <a:pt x="8374" y="1143"/>
                  <a:pt x="8229" y="1208"/>
                </a:cubicBezTo>
                <a:cubicBezTo>
                  <a:pt x="8028" y="1297"/>
                  <a:pt x="7942" y="1316"/>
                  <a:pt x="7870" y="1284"/>
                </a:cubicBezTo>
                <a:cubicBezTo>
                  <a:pt x="7802" y="1254"/>
                  <a:pt x="7761" y="1260"/>
                  <a:pt x="7721" y="1299"/>
                </a:cubicBezTo>
                <a:cubicBezTo>
                  <a:pt x="7690" y="1330"/>
                  <a:pt x="7680" y="1365"/>
                  <a:pt x="7698" y="1380"/>
                </a:cubicBezTo>
                <a:cubicBezTo>
                  <a:pt x="7715" y="1394"/>
                  <a:pt x="7676" y="1428"/>
                  <a:pt x="7609" y="1452"/>
                </a:cubicBezTo>
                <a:cubicBezTo>
                  <a:pt x="7542" y="1477"/>
                  <a:pt x="7326" y="1571"/>
                  <a:pt x="7129" y="1662"/>
                </a:cubicBezTo>
                <a:cubicBezTo>
                  <a:pt x="6932" y="1753"/>
                  <a:pt x="6235" y="2045"/>
                  <a:pt x="5582" y="2312"/>
                </a:cubicBezTo>
                <a:cubicBezTo>
                  <a:pt x="4928" y="2579"/>
                  <a:pt x="4377" y="2817"/>
                  <a:pt x="4361" y="2839"/>
                </a:cubicBezTo>
                <a:cubicBezTo>
                  <a:pt x="4344" y="2862"/>
                  <a:pt x="4294" y="2878"/>
                  <a:pt x="4249" y="2878"/>
                </a:cubicBezTo>
                <a:cubicBezTo>
                  <a:pt x="4203" y="2878"/>
                  <a:pt x="4125" y="2907"/>
                  <a:pt x="4077" y="2943"/>
                </a:cubicBezTo>
                <a:cubicBezTo>
                  <a:pt x="4029" y="2979"/>
                  <a:pt x="3940" y="3012"/>
                  <a:pt x="3881" y="3015"/>
                </a:cubicBezTo>
                <a:cubicBezTo>
                  <a:pt x="3821" y="3019"/>
                  <a:pt x="3774" y="3037"/>
                  <a:pt x="3774" y="3054"/>
                </a:cubicBezTo>
                <a:cubicBezTo>
                  <a:pt x="3774" y="3101"/>
                  <a:pt x="3465" y="3214"/>
                  <a:pt x="3336" y="3214"/>
                </a:cubicBezTo>
                <a:cubicBezTo>
                  <a:pt x="3272" y="3214"/>
                  <a:pt x="3203" y="3234"/>
                  <a:pt x="3186" y="3256"/>
                </a:cubicBezTo>
                <a:cubicBezTo>
                  <a:pt x="3170" y="3278"/>
                  <a:pt x="3122" y="3285"/>
                  <a:pt x="3079" y="3271"/>
                </a:cubicBezTo>
                <a:cubicBezTo>
                  <a:pt x="3023" y="3254"/>
                  <a:pt x="3002" y="3266"/>
                  <a:pt x="3014" y="3321"/>
                </a:cubicBezTo>
                <a:cubicBezTo>
                  <a:pt x="3025" y="3376"/>
                  <a:pt x="2992" y="3409"/>
                  <a:pt x="2902" y="3424"/>
                </a:cubicBezTo>
                <a:cubicBezTo>
                  <a:pt x="2832" y="3436"/>
                  <a:pt x="2713" y="3481"/>
                  <a:pt x="2636" y="3524"/>
                </a:cubicBezTo>
                <a:cubicBezTo>
                  <a:pt x="2559" y="3567"/>
                  <a:pt x="2459" y="3590"/>
                  <a:pt x="2417" y="3577"/>
                </a:cubicBezTo>
                <a:cubicBezTo>
                  <a:pt x="2376" y="3564"/>
                  <a:pt x="2331" y="3571"/>
                  <a:pt x="2315" y="3592"/>
                </a:cubicBezTo>
                <a:cubicBezTo>
                  <a:pt x="2299" y="3613"/>
                  <a:pt x="2253" y="3621"/>
                  <a:pt x="2212" y="3608"/>
                </a:cubicBezTo>
                <a:cubicBezTo>
                  <a:pt x="2171" y="3595"/>
                  <a:pt x="2138" y="3600"/>
                  <a:pt x="2138" y="3623"/>
                </a:cubicBezTo>
                <a:cubicBezTo>
                  <a:pt x="2138" y="3692"/>
                  <a:pt x="1662" y="3970"/>
                  <a:pt x="1602" y="3936"/>
                </a:cubicBezTo>
                <a:cubicBezTo>
                  <a:pt x="1498" y="3877"/>
                  <a:pt x="1394" y="3911"/>
                  <a:pt x="1192" y="4066"/>
                </a:cubicBezTo>
                <a:cubicBezTo>
                  <a:pt x="1081" y="4151"/>
                  <a:pt x="981" y="4211"/>
                  <a:pt x="968" y="4200"/>
                </a:cubicBezTo>
                <a:cubicBezTo>
                  <a:pt x="955" y="4189"/>
                  <a:pt x="873" y="4225"/>
                  <a:pt x="786" y="4276"/>
                </a:cubicBezTo>
                <a:cubicBezTo>
                  <a:pt x="699" y="4327"/>
                  <a:pt x="589" y="4360"/>
                  <a:pt x="539" y="4353"/>
                </a:cubicBezTo>
                <a:cubicBezTo>
                  <a:pt x="482" y="4345"/>
                  <a:pt x="430" y="4381"/>
                  <a:pt x="400" y="4445"/>
                </a:cubicBezTo>
                <a:cubicBezTo>
                  <a:pt x="355" y="4542"/>
                  <a:pt x="190" y="4616"/>
                  <a:pt x="50" y="4601"/>
                </a:cubicBezTo>
                <a:cubicBezTo>
                  <a:pt x="-29" y="4593"/>
                  <a:pt x="-10" y="4745"/>
                  <a:pt x="83" y="4884"/>
                </a:cubicBezTo>
                <a:cubicBezTo>
                  <a:pt x="135" y="4962"/>
                  <a:pt x="130" y="4981"/>
                  <a:pt x="73" y="4999"/>
                </a:cubicBezTo>
                <a:cubicBezTo>
                  <a:pt x="27" y="5013"/>
                  <a:pt x="5" y="5098"/>
                  <a:pt x="3" y="5251"/>
                </a:cubicBezTo>
                <a:cubicBezTo>
                  <a:pt x="1" y="5439"/>
                  <a:pt x="12" y="5473"/>
                  <a:pt x="69" y="5434"/>
                </a:cubicBezTo>
                <a:cubicBezTo>
                  <a:pt x="121" y="5399"/>
                  <a:pt x="161" y="5399"/>
                  <a:pt x="218" y="5438"/>
                </a:cubicBezTo>
                <a:cubicBezTo>
                  <a:pt x="261" y="5467"/>
                  <a:pt x="292" y="5478"/>
                  <a:pt x="292" y="5461"/>
                </a:cubicBezTo>
                <a:cubicBezTo>
                  <a:pt x="292" y="5444"/>
                  <a:pt x="322" y="5448"/>
                  <a:pt x="358" y="5473"/>
                </a:cubicBezTo>
                <a:cubicBezTo>
                  <a:pt x="404" y="5504"/>
                  <a:pt x="423" y="5624"/>
                  <a:pt x="414" y="5866"/>
                </a:cubicBezTo>
                <a:lnTo>
                  <a:pt x="400" y="6214"/>
                </a:lnTo>
                <a:lnTo>
                  <a:pt x="591" y="6306"/>
                </a:lnTo>
                <a:cubicBezTo>
                  <a:pt x="751" y="6381"/>
                  <a:pt x="780" y="6421"/>
                  <a:pt x="791" y="6550"/>
                </a:cubicBezTo>
                <a:cubicBezTo>
                  <a:pt x="798" y="6635"/>
                  <a:pt x="832" y="6745"/>
                  <a:pt x="866" y="6795"/>
                </a:cubicBezTo>
                <a:cubicBezTo>
                  <a:pt x="900" y="6845"/>
                  <a:pt x="921" y="6906"/>
                  <a:pt x="912" y="6929"/>
                </a:cubicBezTo>
                <a:cubicBezTo>
                  <a:pt x="862" y="7049"/>
                  <a:pt x="872" y="7153"/>
                  <a:pt x="931" y="7135"/>
                </a:cubicBezTo>
                <a:cubicBezTo>
                  <a:pt x="965" y="7124"/>
                  <a:pt x="1050" y="7132"/>
                  <a:pt x="1122" y="7154"/>
                </a:cubicBezTo>
                <a:cubicBezTo>
                  <a:pt x="1228" y="7187"/>
                  <a:pt x="1249" y="7220"/>
                  <a:pt x="1234" y="7322"/>
                </a:cubicBezTo>
                <a:cubicBezTo>
                  <a:pt x="1222" y="7411"/>
                  <a:pt x="1246" y="7455"/>
                  <a:pt x="1308" y="7475"/>
                </a:cubicBezTo>
                <a:cubicBezTo>
                  <a:pt x="1389" y="7501"/>
                  <a:pt x="1386" y="7508"/>
                  <a:pt x="1294" y="7563"/>
                </a:cubicBezTo>
                <a:cubicBezTo>
                  <a:pt x="1198" y="7621"/>
                  <a:pt x="1199" y="7623"/>
                  <a:pt x="1290" y="7678"/>
                </a:cubicBezTo>
                <a:cubicBezTo>
                  <a:pt x="1342" y="7709"/>
                  <a:pt x="1369" y="7756"/>
                  <a:pt x="1350" y="7781"/>
                </a:cubicBezTo>
                <a:cubicBezTo>
                  <a:pt x="1329" y="7809"/>
                  <a:pt x="1371" y="7830"/>
                  <a:pt x="1457" y="7838"/>
                </a:cubicBezTo>
                <a:cubicBezTo>
                  <a:pt x="1580" y="7850"/>
                  <a:pt x="1601" y="7876"/>
                  <a:pt x="1625" y="8022"/>
                </a:cubicBezTo>
                <a:cubicBezTo>
                  <a:pt x="1640" y="8114"/>
                  <a:pt x="1672" y="8213"/>
                  <a:pt x="1695" y="8243"/>
                </a:cubicBezTo>
                <a:cubicBezTo>
                  <a:pt x="1717" y="8273"/>
                  <a:pt x="1711" y="8321"/>
                  <a:pt x="1681" y="8350"/>
                </a:cubicBezTo>
                <a:cubicBezTo>
                  <a:pt x="1642" y="8389"/>
                  <a:pt x="1652" y="8433"/>
                  <a:pt x="1714" y="8507"/>
                </a:cubicBezTo>
                <a:cubicBezTo>
                  <a:pt x="1762" y="8563"/>
                  <a:pt x="1796" y="8641"/>
                  <a:pt x="1788" y="8679"/>
                </a:cubicBezTo>
                <a:cubicBezTo>
                  <a:pt x="1780" y="8717"/>
                  <a:pt x="1827" y="8776"/>
                  <a:pt x="1891" y="8813"/>
                </a:cubicBezTo>
                <a:cubicBezTo>
                  <a:pt x="2071" y="8916"/>
                  <a:pt x="2132" y="9045"/>
                  <a:pt x="2073" y="9183"/>
                </a:cubicBezTo>
                <a:cubicBezTo>
                  <a:pt x="2038" y="9266"/>
                  <a:pt x="2038" y="9321"/>
                  <a:pt x="2077" y="9359"/>
                </a:cubicBezTo>
                <a:cubicBezTo>
                  <a:pt x="2108" y="9390"/>
                  <a:pt x="2122" y="9426"/>
                  <a:pt x="2105" y="9439"/>
                </a:cubicBezTo>
                <a:cubicBezTo>
                  <a:pt x="2088" y="9453"/>
                  <a:pt x="2150" y="9481"/>
                  <a:pt x="2245" y="9501"/>
                </a:cubicBezTo>
                <a:cubicBezTo>
                  <a:pt x="2392" y="9532"/>
                  <a:pt x="2421" y="9555"/>
                  <a:pt x="2436" y="9676"/>
                </a:cubicBezTo>
                <a:cubicBezTo>
                  <a:pt x="2445" y="9755"/>
                  <a:pt x="2489" y="9841"/>
                  <a:pt x="2534" y="9868"/>
                </a:cubicBezTo>
                <a:cubicBezTo>
                  <a:pt x="2594" y="9904"/>
                  <a:pt x="2594" y="9924"/>
                  <a:pt x="2548" y="9948"/>
                </a:cubicBezTo>
                <a:cubicBezTo>
                  <a:pt x="2501" y="9971"/>
                  <a:pt x="2510" y="9999"/>
                  <a:pt x="2576" y="10059"/>
                </a:cubicBezTo>
                <a:cubicBezTo>
                  <a:pt x="2644" y="10121"/>
                  <a:pt x="2647" y="10153"/>
                  <a:pt x="2599" y="10200"/>
                </a:cubicBezTo>
                <a:cubicBezTo>
                  <a:pt x="2554" y="10244"/>
                  <a:pt x="2557" y="10267"/>
                  <a:pt x="2599" y="10288"/>
                </a:cubicBezTo>
                <a:cubicBezTo>
                  <a:pt x="2638" y="10308"/>
                  <a:pt x="2619" y="10344"/>
                  <a:pt x="2548" y="10399"/>
                </a:cubicBezTo>
                <a:cubicBezTo>
                  <a:pt x="2413" y="10502"/>
                  <a:pt x="2417" y="10510"/>
                  <a:pt x="2567" y="10487"/>
                </a:cubicBezTo>
                <a:cubicBezTo>
                  <a:pt x="2722" y="10462"/>
                  <a:pt x="2924" y="10618"/>
                  <a:pt x="2888" y="10731"/>
                </a:cubicBezTo>
                <a:cubicBezTo>
                  <a:pt x="2874" y="10774"/>
                  <a:pt x="2893" y="10828"/>
                  <a:pt x="2930" y="10854"/>
                </a:cubicBezTo>
                <a:cubicBezTo>
                  <a:pt x="3008" y="10907"/>
                  <a:pt x="3001" y="10987"/>
                  <a:pt x="2911" y="11075"/>
                </a:cubicBezTo>
                <a:cubicBezTo>
                  <a:pt x="2873" y="11113"/>
                  <a:pt x="2869" y="11149"/>
                  <a:pt x="2897" y="11163"/>
                </a:cubicBezTo>
                <a:cubicBezTo>
                  <a:pt x="2924" y="11177"/>
                  <a:pt x="2960" y="11157"/>
                  <a:pt x="2977" y="11121"/>
                </a:cubicBezTo>
                <a:cubicBezTo>
                  <a:pt x="3003" y="11066"/>
                  <a:pt x="3032" y="11073"/>
                  <a:pt x="3154" y="11167"/>
                </a:cubicBezTo>
                <a:cubicBezTo>
                  <a:pt x="3287" y="11270"/>
                  <a:pt x="3296" y="11302"/>
                  <a:pt x="3284" y="11549"/>
                </a:cubicBezTo>
                <a:cubicBezTo>
                  <a:pt x="3271" y="11829"/>
                  <a:pt x="3324" y="11920"/>
                  <a:pt x="3433" y="11797"/>
                </a:cubicBezTo>
                <a:cubicBezTo>
                  <a:pt x="3492" y="11732"/>
                  <a:pt x="3508" y="11737"/>
                  <a:pt x="3587" y="11836"/>
                </a:cubicBezTo>
                <a:cubicBezTo>
                  <a:pt x="3634" y="11895"/>
                  <a:pt x="3671" y="11987"/>
                  <a:pt x="3671" y="12042"/>
                </a:cubicBezTo>
                <a:cubicBezTo>
                  <a:pt x="3671" y="12097"/>
                  <a:pt x="3689" y="12152"/>
                  <a:pt x="3708" y="12168"/>
                </a:cubicBezTo>
                <a:cubicBezTo>
                  <a:pt x="3728" y="12184"/>
                  <a:pt x="3751" y="12232"/>
                  <a:pt x="3760" y="12271"/>
                </a:cubicBezTo>
                <a:cubicBezTo>
                  <a:pt x="3803" y="12458"/>
                  <a:pt x="3796" y="12510"/>
                  <a:pt x="3736" y="12501"/>
                </a:cubicBezTo>
                <a:cubicBezTo>
                  <a:pt x="3626" y="12483"/>
                  <a:pt x="3664" y="12524"/>
                  <a:pt x="3853" y="12619"/>
                </a:cubicBezTo>
                <a:cubicBezTo>
                  <a:pt x="4061" y="12725"/>
                  <a:pt x="4061" y="12812"/>
                  <a:pt x="3853" y="12791"/>
                </a:cubicBezTo>
                <a:cubicBezTo>
                  <a:pt x="3754" y="12781"/>
                  <a:pt x="3724" y="12791"/>
                  <a:pt x="3750" y="12825"/>
                </a:cubicBezTo>
                <a:cubicBezTo>
                  <a:pt x="3771" y="12853"/>
                  <a:pt x="3839" y="12866"/>
                  <a:pt x="3904" y="12856"/>
                </a:cubicBezTo>
                <a:cubicBezTo>
                  <a:pt x="3969" y="12846"/>
                  <a:pt x="4051" y="12854"/>
                  <a:pt x="4086" y="12871"/>
                </a:cubicBezTo>
                <a:cubicBezTo>
                  <a:pt x="4164" y="12911"/>
                  <a:pt x="4191" y="13027"/>
                  <a:pt x="4128" y="13059"/>
                </a:cubicBezTo>
                <a:cubicBezTo>
                  <a:pt x="4102" y="13072"/>
                  <a:pt x="4081" y="13112"/>
                  <a:pt x="4081" y="13146"/>
                </a:cubicBezTo>
                <a:cubicBezTo>
                  <a:pt x="4081" y="13181"/>
                  <a:pt x="4101" y="13198"/>
                  <a:pt x="4128" y="13185"/>
                </a:cubicBezTo>
                <a:cubicBezTo>
                  <a:pt x="4198" y="13149"/>
                  <a:pt x="4251" y="13240"/>
                  <a:pt x="4207" y="13322"/>
                </a:cubicBezTo>
                <a:cubicBezTo>
                  <a:pt x="4112" y="13501"/>
                  <a:pt x="4172" y="13594"/>
                  <a:pt x="4319" y="13494"/>
                </a:cubicBezTo>
                <a:cubicBezTo>
                  <a:pt x="4437" y="13414"/>
                  <a:pt x="4542" y="13546"/>
                  <a:pt x="4505" y="13731"/>
                </a:cubicBezTo>
                <a:cubicBezTo>
                  <a:pt x="4489" y="13811"/>
                  <a:pt x="4501" y="13898"/>
                  <a:pt x="4533" y="13930"/>
                </a:cubicBezTo>
                <a:cubicBezTo>
                  <a:pt x="4565" y="13961"/>
                  <a:pt x="4577" y="14001"/>
                  <a:pt x="4561" y="14014"/>
                </a:cubicBezTo>
                <a:cubicBezTo>
                  <a:pt x="4545" y="14027"/>
                  <a:pt x="4572" y="14081"/>
                  <a:pt x="4617" y="14136"/>
                </a:cubicBezTo>
                <a:cubicBezTo>
                  <a:pt x="4662" y="14192"/>
                  <a:pt x="4681" y="14252"/>
                  <a:pt x="4664" y="14266"/>
                </a:cubicBezTo>
                <a:cubicBezTo>
                  <a:pt x="4646" y="14281"/>
                  <a:pt x="4700" y="14355"/>
                  <a:pt x="4785" y="14434"/>
                </a:cubicBezTo>
                <a:cubicBezTo>
                  <a:pt x="4912" y="14553"/>
                  <a:pt x="4933" y="14608"/>
                  <a:pt x="4915" y="14740"/>
                </a:cubicBezTo>
                <a:cubicBezTo>
                  <a:pt x="4898" y="14870"/>
                  <a:pt x="4918" y="14916"/>
                  <a:pt x="5013" y="14977"/>
                </a:cubicBezTo>
                <a:lnTo>
                  <a:pt x="5130" y="15050"/>
                </a:lnTo>
                <a:lnTo>
                  <a:pt x="5018" y="15076"/>
                </a:lnTo>
                <a:cubicBezTo>
                  <a:pt x="4855" y="15113"/>
                  <a:pt x="4928" y="15215"/>
                  <a:pt x="5111" y="15206"/>
                </a:cubicBezTo>
                <a:cubicBezTo>
                  <a:pt x="5295" y="15198"/>
                  <a:pt x="5455" y="15366"/>
                  <a:pt x="5386" y="15497"/>
                </a:cubicBezTo>
                <a:cubicBezTo>
                  <a:pt x="5325" y="15611"/>
                  <a:pt x="5323" y="15652"/>
                  <a:pt x="5377" y="15711"/>
                </a:cubicBezTo>
                <a:cubicBezTo>
                  <a:pt x="5403" y="15740"/>
                  <a:pt x="5409" y="15764"/>
                  <a:pt x="5391" y="15764"/>
                </a:cubicBezTo>
                <a:cubicBezTo>
                  <a:pt x="5372" y="15764"/>
                  <a:pt x="5392" y="15808"/>
                  <a:pt x="5433" y="15860"/>
                </a:cubicBezTo>
                <a:cubicBezTo>
                  <a:pt x="5495" y="15939"/>
                  <a:pt x="5507" y="16269"/>
                  <a:pt x="5503" y="17958"/>
                </a:cubicBezTo>
                <a:cubicBezTo>
                  <a:pt x="5500" y="19866"/>
                  <a:pt x="5495" y="19967"/>
                  <a:pt x="5405" y="20006"/>
                </a:cubicBezTo>
                <a:cubicBezTo>
                  <a:pt x="5352" y="20029"/>
                  <a:pt x="5311" y="20081"/>
                  <a:pt x="5311" y="20117"/>
                </a:cubicBezTo>
                <a:cubicBezTo>
                  <a:pt x="5311" y="20169"/>
                  <a:pt x="5327" y="20173"/>
                  <a:pt x="5381" y="20136"/>
                </a:cubicBezTo>
                <a:cubicBezTo>
                  <a:pt x="5434" y="20100"/>
                  <a:pt x="5464" y="20101"/>
                  <a:pt x="5507" y="20144"/>
                </a:cubicBezTo>
                <a:cubicBezTo>
                  <a:pt x="5539" y="20175"/>
                  <a:pt x="5547" y="20214"/>
                  <a:pt x="5526" y="20232"/>
                </a:cubicBezTo>
                <a:cubicBezTo>
                  <a:pt x="5505" y="20249"/>
                  <a:pt x="5535" y="20259"/>
                  <a:pt x="5591" y="20251"/>
                </a:cubicBezTo>
                <a:cubicBezTo>
                  <a:pt x="5678" y="20239"/>
                  <a:pt x="5695" y="20261"/>
                  <a:pt x="5708" y="20415"/>
                </a:cubicBezTo>
                <a:lnTo>
                  <a:pt x="5726" y="20595"/>
                </a:lnTo>
                <a:lnTo>
                  <a:pt x="5917" y="20580"/>
                </a:lnTo>
                <a:cubicBezTo>
                  <a:pt x="6022" y="20572"/>
                  <a:pt x="6132" y="20554"/>
                  <a:pt x="6164" y="20538"/>
                </a:cubicBezTo>
                <a:cubicBezTo>
                  <a:pt x="6197" y="20521"/>
                  <a:pt x="6240" y="20528"/>
                  <a:pt x="6258" y="20553"/>
                </a:cubicBezTo>
                <a:cubicBezTo>
                  <a:pt x="6277" y="20578"/>
                  <a:pt x="6323" y="20588"/>
                  <a:pt x="6360" y="20576"/>
                </a:cubicBezTo>
                <a:cubicBezTo>
                  <a:pt x="6453" y="20546"/>
                  <a:pt x="6557" y="20659"/>
                  <a:pt x="6560" y="20794"/>
                </a:cubicBezTo>
                <a:cubicBezTo>
                  <a:pt x="6562" y="20887"/>
                  <a:pt x="6590" y="20909"/>
                  <a:pt x="6719" y="20916"/>
                </a:cubicBezTo>
                <a:cubicBezTo>
                  <a:pt x="6803" y="20920"/>
                  <a:pt x="6974" y="20948"/>
                  <a:pt x="7101" y="20981"/>
                </a:cubicBezTo>
                <a:cubicBezTo>
                  <a:pt x="7279" y="21028"/>
                  <a:pt x="7332" y="21063"/>
                  <a:pt x="7329" y="21130"/>
                </a:cubicBezTo>
                <a:cubicBezTo>
                  <a:pt x="7327" y="21178"/>
                  <a:pt x="7341" y="21209"/>
                  <a:pt x="7362" y="21199"/>
                </a:cubicBezTo>
                <a:cubicBezTo>
                  <a:pt x="7383" y="21188"/>
                  <a:pt x="7418" y="21197"/>
                  <a:pt x="7437" y="21222"/>
                </a:cubicBezTo>
                <a:cubicBezTo>
                  <a:pt x="7455" y="21247"/>
                  <a:pt x="7498" y="21260"/>
                  <a:pt x="7534" y="21248"/>
                </a:cubicBezTo>
                <a:cubicBezTo>
                  <a:pt x="7641" y="21215"/>
                  <a:pt x="7772" y="21315"/>
                  <a:pt x="7791" y="21451"/>
                </a:cubicBezTo>
                <a:cubicBezTo>
                  <a:pt x="7800" y="21520"/>
                  <a:pt x="7811" y="21583"/>
                  <a:pt x="7814" y="21589"/>
                </a:cubicBezTo>
                <a:cubicBezTo>
                  <a:pt x="7817" y="21594"/>
                  <a:pt x="7911" y="21600"/>
                  <a:pt x="8024" y="21600"/>
                </a:cubicBezTo>
                <a:cubicBezTo>
                  <a:pt x="8157" y="21600"/>
                  <a:pt x="8223" y="21580"/>
                  <a:pt x="8215" y="21546"/>
                </a:cubicBezTo>
                <a:cubicBezTo>
                  <a:pt x="8196" y="21474"/>
                  <a:pt x="8482" y="21477"/>
                  <a:pt x="8532" y="21550"/>
                </a:cubicBezTo>
                <a:cubicBezTo>
                  <a:pt x="8554" y="21584"/>
                  <a:pt x="8597" y="21597"/>
                  <a:pt x="8630" y="21581"/>
                </a:cubicBezTo>
                <a:cubicBezTo>
                  <a:pt x="8662" y="21565"/>
                  <a:pt x="8678" y="21536"/>
                  <a:pt x="8662" y="21516"/>
                </a:cubicBezTo>
                <a:cubicBezTo>
                  <a:pt x="8627" y="21469"/>
                  <a:pt x="8814" y="21383"/>
                  <a:pt x="8988" y="21367"/>
                </a:cubicBezTo>
                <a:cubicBezTo>
                  <a:pt x="9061" y="21360"/>
                  <a:pt x="9169" y="21383"/>
                  <a:pt x="9231" y="21417"/>
                </a:cubicBezTo>
                <a:cubicBezTo>
                  <a:pt x="9306" y="21457"/>
                  <a:pt x="9353" y="21462"/>
                  <a:pt x="9375" y="21432"/>
                </a:cubicBezTo>
                <a:cubicBezTo>
                  <a:pt x="9394" y="21408"/>
                  <a:pt x="9460" y="21390"/>
                  <a:pt x="9520" y="21390"/>
                </a:cubicBezTo>
                <a:cubicBezTo>
                  <a:pt x="9579" y="21390"/>
                  <a:pt x="9665" y="21363"/>
                  <a:pt x="9711" y="21329"/>
                </a:cubicBezTo>
                <a:cubicBezTo>
                  <a:pt x="9757" y="21295"/>
                  <a:pt x="9898" y="21258"/>
                  <a:pt x="10023" y="21248"/>
                </a:cubicBezTo>
                <a:cubicBezTo>
                  <a:pt x="10148" y="21239"/>
                  <a:pt x="10275" y="21227"/>
                  <a:pt x="10303" y="21222"/>
                </a:cubicBezTo>
                <a:cubicBezTo>
                  <a:pt x="10331" y="21216"/>
                  <a:pt x="10363" y="21213"/>
                  <a:pt x="10377" y="21218"/>
                </a:cubicBezTo>
                <a:cubicBezTo>
                  <a:pt x="10484" y="21252"/>
                  <a:pt x="10578" y="21247"/>
                  <a:pt x="10568" y="21206"/>
                </a:cubicBezTo>
                <a:cubicBezTo>
                  <a:pt x="10562" y="21180"/>
                  <a:pt x="10614" y="21157"/>
                  <a:pt x="10685" y="21157"/>
                </a:cubicBezTo>
                <a:cubicBezTo>
                  <a:pt x="10760" y="21157"/>
                  <a:pt x="10809" y="21179"/>
                  <a:pt x="10801" y="21210"/>
                </a:cubicBezTo>
                <a:cubicBezTo>
                  <a:pt x="10780" y="21297"/>
                  <a:pt x="10983" y="21268"/>
                  <a:pt x="11044" y="21176"/>
                </a:cubicBezTo>
                <a:cubicBezTo>
                  <a:pt x="11117" y="21063"/>
                  <a:pt x="11432" y="21076"/>
                  <a:pt x="11421" y="21191"/>
                </a:cubicBezTo>
                <a:cubicBezTo>
                  <a:pt x="11416" y="21248"/>
                  <a:pt x="11452" y="21264"/>
                  <a:pt x="11584" y="21264"/>
                </a:cubicBezTo>
                <a:cubicBezTo>
                  <a:pt x="11710" y="21264"/>
                  <a:pt x="11749" y="21249"/>
                  <a:pt x="11729" y="21206"/>
                </a:cubicBezTo>
                <a:cubicBezTo>
                  <a:pt x="11697" y="21138"/>
                  <a:pt x="11894" y="21011"/>
                  <a:pt x="12032" y="21011"/>
                </a:cubicBezTo>
                <a:cubicBezTo>
                  <a:pt x="12084" y="21011"/>
                  <a:pt x="12171" y="21033"/>
                  <a:pt x="12227" y="21057"/>
                </a:cubicBezTo>
                <a:cubicBezTo>
                  <a:pt x="12315" y="21096"/>
                  <a:pt x="12317" y="21112"/>
                  <a:pt x="12260" y="21172"/>
                </a:cubicBezTo>
                <a:cubicBezTo>
                  <a:pt x="12198" y="21237"/>
                  <a:pt x="12203" y="21237"/>
                  <a:pt x="12297" y="21180"/>
                </a:cubicBezTo>
                <a:cubicBezTo>
                  <a:pt x="12354" y="21145"/>
                  <a:pt x="12426" y="21088"/>
                  <a:pt x="12460" y="21054"/>
                </a:cubicBezTo>
                <a:cubicBezTo>
                  <a:pt x="12495" y="21019"/>
                  <a:pt x="12525" y="21009"/>
                  <a:pt x="12526" y="21031"/>
                </a:cubicBezTo>
                <a:cubicBezTo>
                  <a:pt x="12527" y="21052"/>
                  <a:pt x="12556" y="21036"/>
                  <a:pt x="12591" y="20996"/>
                </a:cubicBezTo>
                <a:cubicBezTo>
                  <a:pt x="12631" y="20951"/>
                  <a:pt x="12751" y="20921"/>
                  <a:pt x="12912" y="20908"/>
                </a:cubicBezTo>
                <a:cubicBezTo>
                  <a:pt x="13052" y="20898"/>
                  <a:pt x="13224" y="20876"/>
                  <a:pt x="13295" y="20862"/>
                </a:cubicBezTo>
                <a:cubicBezTo>
                  <a:pt x="13520" y="20819"/>
                  <a:pt x="13578" y="20820"/>
                  <a:pt x="13565" y="20874"/>
                </a:cubicBezTo>
                <a:cubicBezTo>
                  <a:pt x="13547" y="20950"/>
                  <a:pt x="13831" y="20940"/>
                  <a:pt x="13910" y="20862"/>
                </a:cubicBezTo>
                <a:cubicBezTo>
                  <a:pt x="13968" y="20805"/>
                  <a:pt x="13984" y="20805"/>
                  <a:pt x="14091" y="20862"/>
                </a:cubicBezTo>
                <a:cubicBezTo>
                  <a:pt x="14240" y="20942"/>
                  <a:pt x="14269" y="20943"/>
                  <a:pt x="14269" y="20862"/>
                </a:cubicBezTo>
                <a:cubicBezTo>
                  <a:pt x="14269" y="20763"/>
                  <a:pt x="14397" y="20745"/>
                  <a:pt x="14544" y="20824"/>
                </a:cubicBezTo>
                <a:cubicBezTo>
                  <a:pt x="14679" y="20897"/>
                  <a:pt x="15160" y="20948"/>
                  <a:pt x="15112" y="20885"/>
                </a:cubicBezTo>
                <a:cubicBezTo>
                  <a:pt x="15078" y="20840"/>
                  <a:pt x="15215" y="20752"/>
                  <a:pt x="15261" y="20790"/>
                </a:cubicBezTo>
                <a:cubicBezTo>
                  <a:pt x="15281" y="20806"/>
                  <a:pt x="15347" y="20766"/>
                  <a:pt x="15410" y="20702"/>
                </a:cubicBezTo>
                <a:cubicBezTo>
                  <a:pt x="15489" y="20620"/>
                  <a:pt x="15571" y="20586"/>
                  <a:pt x="15690" y="20583"/>
                </a:cubicBezTo>
                <a:cubicBezTo>
                  <a:pt x="15783" y="20581"/>
                  <a:pt x="15871" y="20561"/>
                  <a:pt x="15886" y="20541"/>
                </a:cubicBezTo>
                <a:cubicBezTo>
                  <a:pt x="15924" y="20492"/>
                  <a:pt x="16303" y="20498"/>
                  <a:pt x="16342" y="20549"/>
                </a:cubicBezTo>
                <a:cubicBezTo>
                  <a:pt x="16382" y="20603"/>
                  <a:pt x="16657" y="20606"/>
                  <a:pt x="16697" y="20553"/>
                </a:cubicBezTo>
                <a:cubicBezTo>
                  <a:pt x="16716" y="20527"/>
                  <a:pt x="16772" y="20527"/>
                  <a:pt x="16855" y="20553"/>
                </a:cubicBezTo>
                <a:cubicBezTo>
                  <a:pt x="17016" y="20603"/>
                  <a:pt x="17147" y="20604"/>
                  <a:pt x="17111" y="20557"/>
                </a:cubicBezTo>
                <a:cubicBezTo>
                  <a:pt x="17068" y="20499"/>
                  <a:pt x="17215" y="20368"/>
                  <a:pt x="17293" y="20392"/>
                </a:cubicBezTo>
                <a:cubicBezTo>
                  <a:pt x="17333" y="20405"/>
                  <a:pt x="17379" y="20410"/>
                  <a:pt x="17396" y="20408"/>
                </a:cubicBezTo>
                <a:cubicBezTo>
                  <a:pt x="17413" y="20405"/>
                  <a:pt x="17455" y="20424"/>
                  <a:pt x="17494" y="20450"/>
                </a:cubicBezTo>
                <a:cubicBezTo>
                  <a:pt x="17534" y="20475"/>
                  <a:pt x="17647" y="20498"/>
                  <a:pt x="17741" y="20499"/>
                </a:cubicBezTo>
                <a:cubicBezTo>
                  <a:pt x="17834" y="20501"/>
                  <a:pt x="17937" y="20523"/>
                  <a:pt x="17974" y="20549"/>
                </a:cubicBezTo>
                <a:cubicBezTo>
                  <a:pt x="18027" y="20585"/>
                  <a:pt x="18077" y="20571"/>
                  <a:pt x="18174" y="20492"/>
                </a:cubicBezTo>
                <a:cubicBezTo>
                  <a:pt x="18244" y="20434"/>
                  <a:pt x="18287" y="20379"/>
                  <a:pt x="18276" y="20369"/>
                </a:cubicBezTo>
                <a:cubicBezTo>
                  <a:pt x="18231" y="20333"/>
                  <a:pt x="18423" y="20244"/>
                  <a:pt x="18556" y="20239"/>
                </a:cubicBezTo>
                <a:cubicBezTo>
                  <a:pt x="18633" y="20237"/>
                  <a:pt x="18714" y="20223"/>
                  <a:pt x="18742" y="20209"/>
                </a:cubicBezTo>
                <a:cubicBezTo>
                  <a:pt x="18805" y="20177"/>
                  <a:pt x="19086" y="20174"/>
                  <a:pt x="19148" y="20205"/>
                </a:cubicBezTo>
                <a:cubicBezTo>
                  <a:pt x="19173" y="20217"/>
                  <a:pt x="19343" y="20233"/>
                  <a:pt x="19525" y="20243"/>
                </a:cubicBezTo>
                <a:cubicBezTo>
                  <a:pt x="19791" y="20258"/>
                  <a:pt x="19867" y="20250"/>
                  <a:pt x="19917" y="20194"/>
                </a:cubicBezTo>
                <a:cubicBezTo>
                  <a:pt x="19974" y="20130"/>
                  <a:pt x="19985" y="20129"/>
                  <a:pt x="20047" y="20190"/>
                </a:cubicBezTo>
                <a:cubicBezTo>
                  <a:pt x="20133" y="20276"/>
                  <a:pt x="20236" y="20276"/>
                  <a:pt x="20276" y="20190"/>
                </a:cubicBezTo>
                <a:cubicBezTo>
                  <a:pt x="20300" y="20139"/>
                  <a:pt x="20326" y="20132"/>
                  <a:pt x="20378" y="20167"/>
                </a:cubicBezTo>
                <a:cubicBezTo>
                  <a:pt x="20415" y="20192"/>
                  <a:pt x="20460" y="20199"/>
                  <a:pt x="20481" y="20182"/>
                </a:cubicBezTo>
                <a:cubicBezTo>
                  <a:pt x="20502" y="20165"/>
                  <a:pt x="20546" y="20152"/>
                  <a:pt x="20579" y="20152"/>
                </a:cubicBezTo>
                <a:cubicBezTo>
                  <a:pt x="20612" y="20152"/>
                  <a:pt x="20639" y="20127"/>
                  <a:pt x="20639" y="20098"/>
                </a:cubicBezTo>
                <a:cubicBezTo>
                  <a:pt x="20639" y="19990"/>
                  <a:pt x="20860" y="19923"/>
                  <a:pt x="21222" y="19915"/>
                </a:cubicBezTo>
                <a:cubicBezTo>
                  <a:pt x="21491" y="19909"/>
                  <a:pt x="21571" y="19894"/>
                  <a:pt x="21534" y="19857"/>
                </a:cubicBezTo>
                <a:cubicBezTo>
                  <a:pt x="21504" y="19827"/>
                  <a:pt x="21490" y="19016"/>
                  <a:pt x="21497" y="17725"/>
                </a:cubicBezTo>
                <a:cubicBezTo>
                  <a:pt x="21509" y="15763"/>
                  <a:pt x="21502" y="15641"/>
                  <a:pt x="21417" y="15623"/>
                </a:cubicBezTo>
                <a:cubicBezTo>
                  <a:pt x="21331" y="15605"/>
                  <a:pt x="21331" y="15397"/>
                  <a:pt x="21334" y="11664"/>
                </a:cubicBezTo>
                <a:cubicBezTo>
                  <a:pt x="21336" y="9397"/>
                  <a:pt x="21353" y="7702"/>
                  <a:pt x="21380" y="7666"/>
                </a:cubicBezTo>
                <a:cubicBezTo>
                  <a:pt x="21408" y="7629"/>
                  <a:pt x="21409" y="7585"/>
                  <a:pt x="21380" y="7555"/>
                </a:cubicBezTo>
                <a:cubicBezTo>
                  <a:pt x="21350" y="7527"/>
                  <a:pt x="21335" y="7155"/>
                  <a:pt x="21343" y="6650"/>
                </a:cubicBezTo>
                <a:cubicBezTo>
                  <a:pt x="21357" y="5821"/>
                  <a:pt x="21360" y="5795"/>
                  <a:pt x="21459" y="5809"/>
                </a:cubicBezTo>
                <a:cubicBezTo>
                  <a:pt x="21551" y="5822"/>
                  <a:pt x="21546" y="5816"/>
                  <a:pt x="21431" y="5725"/>
                </a:cubicBezTo>
                <a:cubicBezTo>
                  <a:pt x="21360" y="5669"/>
                  <a:pt x="21294" y="5627"/>
                  <a:pt x="21278" y="5633"/>
                </a:cubicBezTo>
                <a:cubicBezTo>
                  <a:pt x="21262" y="5639"/>
                  <a:pt x="21170" y="5603"/>
                  <a:pt x="21073" y="5553"/>
                </a:cubicBezTo>
                <a:cubicBezTo>
                  <a:pt x="20976" y="5503"/>
                  <a:pt x="20757" y="5401"/>
                  <a:pt x="20588" y="5327"/>
                </a:cubicBezTo>
                <a:cubicBezTo>
                  <a:pt x="20414" y="5252"/>
                  <a:pt x="20287" y="5169"/>
                  <a:pt x="20294" y="5136"/>
                </a:cubicBezTo>
                <a:cubicBezTo>
                  <a:pt x="20303" y="5093"/>
                  <a:pt x="20231" y="5080"/>
                  <a:pt x="19987" y="5083"/>
                </a:cubicBezTo>
                <a:cubicBezTo>
                  <a:pt x="19811" y="5084"/>
                  <a:pt x="19627" y="5100"/>
                  <a:pt x="19581" y="5117"/>
                </a:cubicBezTo>
                <a:cubicBezTo>
                  <a:pt x="19534" y="5135"/>
                  <a:pt x="19304" y="5140"/>
                  <a:pt x="19064" y="5129"/>
                </a:cubicBezTo>
                <a:cubicBezTo>
                  <a:pt x="18738" y="5113"/>
                  <a:pt x="18601" y="5126"/>
                  <a:pt x="18523" y="5171"/>
                </a:cubicBezTo>
                <a:cubicBezTo>
                  <a:pt x="18451" y="5212"/>
                  <a:pt x="18230" y="5236"/>
                  <a:pt x="17815" y="5247"/>
                </a:cubicBezTo>
                <a:cubicBezTo>
                  <a:pt x="17482" y="5256"/>
                  <a:pt x="17170" y="5276"/>
                  <a:pt x="17121" y="5293"/>
                </a:cubicBezTo>
                <a:cubicBezTo>
                  <a:pt x="17072" y="5310"/>
                  <a:pt x="16947" y="5311"/>
                  <a:pt x="16841" y="5297"/>
                </a:cubicBezTo>
                <a:cubicBezTo>
                  <a:pt x="16736" y="5283"/>
                  <a:pt x="16620" y="5273"/>
                  <a:pt x="16585" y="5274"/>
                </a:cubicBezTo>
                <a:cubicBezTo>
                  <a:pt x="16410" y="5279"/>
                  <a:pt x="16225" y="5299"/>
                  <a:pt x="16123" y="5327"/>
                </a:cubicBezTo>
                <a:cubicBezTo>
                  <a:pt x="15881" y="5395"/>
                  <a:pt x="15702" y="5210"/>
                  <a:pt x="15802" y="4995"/>
                </a:cubicBezTo>
                <a:cubicBezTo>
                  <a:pt x="15846" y="4899"/>
                  <a:pt x="15843" y="4871"/>
                  <a:pt x="15779" y="4842"/>
                </a:cubicBezTo>
                <a:cubicBezTo>
                  <a:pt x="15735" y="4822"/>
                  <a:pt x="15695" y="4778"/>
                  <a:pt x="15695" y="4743"/>
                </a:cubicBezTo>
                <a:cubicBezTo>
                  <a:pt x="15695" y="4708"/>
                  <a:pt x="15681" y="4688"/>
                  <a:pt x="15657" y="4701"/>
                </a:cubicBezTo>
                <a:cubicBezTo>
                  <a:pt x="15632" y="4713"/>
                  <a:pt x="15573" y="4685"/>
                  <a:pt x="15522" y="4639"/>
                </a:cubicBezTo>
                <a:cubicBezTo>
                  <a:pt x="15472" y="4594"/>
                  <a:pt x="15441" y="4555"/>
                  <a:pt x="15462" y="4555"/>
                </a:cubicBezTo>
                <a:cubicBezTo>
                  <a:pt x="15484" y="4555"/>
                  <a:pt x="15468" y="4509"/>
                  <a:pt x="15420" y="4448"/>
                </a:cubicBezTo>
                <a:cubicBezTo>
                  <a:pt x="15359" y="4372"/>
                  <a:pt x="15350" y="4326"/>
                  <a:pt x="15387" y="4296"/>
                </a:cubicBezTo>
                <a:cubicBezTo>
                  <a:pt x="15425" y="4265"/>
                  <a:pt x="15422" y="4223"/>
                  <a:pt x="15382" y="4162"/>
                </a:cubicBezTo>
                <a:cubicBezTo>
                  <a:pt x="15350" y="4113"/>
                  <a:pt x="15334" y="4074"/>
                  <a:pt x="15345" y="4074"/>
                </a:cubicBezTo>
                <a:cubicBezTo>
                  <a:pt x="15398" y="4074"/>
                  <a:pt x="15205" y="3899"/>
                  <a:pt x="15126" y="3875"/>
                </a:cubicBezTo>
                <a:cubicBezTo>
                  <a:pt x="15074" y="3859"/>
                  <a:pt x="15033" y="3802"/>
                  <a:pt x="15033" y="3741"/>
                </a:cubicBezTo>
                <a:cubicBezTo>
                  <a:pt x="15033" y="3684"/>
                  <a:pt x="15013" y="3629"/>
                  <a:pt x="14986" y="3615"/>
                </a:cubicBezTo>
                <a:cubicBezTo>
                  <a:pt x="14960" y="3602"/>
                  <a:pt x="14937" y="3554"/>
                  <a:pt x="14935" y="3508"/>
                </a:cubicBezTo>
                <a:cubicBezTo>
                  <a:pt x="14933" y="3463"/>
                  <a:pt x="14931" y="3383"/>
                  <a:pt x="14930" y="3332"/>
                </a:cubicBezTo>
                <a:cubicBezTo>
                  <a:pt x="14928" y="3282"/>
                  <a:pt x="14908" y="3219"/>
                  <a:pt x="14884" y="3195"/>
                </a:cubicBezTo>
                <a:cubicBezTo>
                  <a:pt x="14828" y="3137"/>
                  <a:pt x="14915" y="2951"/>
                  <a:pt x="14982" y="2985"/>
                </a:cubicBezTo>
                <a:cubicBezTo>
                  <a:pt x="15010" y="2999"/>
                  <a:pt x="15033" y="2979"/>
                  <a:pt x="15033" y="2943"/>
                </a:cubicBezTo>
                <a:cubicBezTo>
                  <a:pt x="15033" y="2859"/>
                  <a:pt x="14960" y="2859"/>
                  <a:pt x="14805" y="2943"/>
                </a:cubicBezTo>
                <a:cubicBezTo>
                  <a:pt x="14691" y="3004"/>
                  <a:pt x="14679" y="3003"/>
                  <a:pt x="14632" y="2931"/>
                </a:cubicBezTo>
                <a:cubicBezTo>
                  <a:pt x="14604" y="2888"/>
                  <a:pt x="14594" y="2783"/>
                  <a:pt x="14609" y="2694"/>
                </a:cubicBezTo>
                <a:cubicBezTo>
                  <a:pt x="14627" y="2584"/>
                  <a:pt x="14620" y="2541"/>
                  <a:pt x="14581" y="2561"/>
                </a:cubicBezTo>
                <a:cubicBezTo>
                  <a:pt x="14460" y="2622"/>
                  <a:pt x="14423" y="2533"/>
                  <a:pt x="14525" y="2427"/>
                </a:cubicBezTo>
                <a:cubicBezTo>
                  <a:pt x="14623" y="2324"/>
                  <a:pt x="14620" y="2319"/>
                  <a:pt x="14534" y="2270"/>
                </a:cubicBezTo>
                <a:cubicBezTo>
                  <a:pt x="14485" y="2242"/>
                  <a:pt x="14400" y="2210"/>
                  <a:pt x="14343" y="2201"/>
                </a:cubicBezTo>
                <a:cubicBezTo>
                  <a:pt x="14196" y="2178"/>
                  <a:pt x="14097" y="1907"/>
                  <a:pt x="14180" y="1758"/>
                </a:cubicBezTo>
                <a:cubicBezTo>
                  <a:pt x="14234" y="1661"/>
                  <a:pt x="14228" y="1641"/>
                  <a:pt x="14143" y="1601"/>
                </a:cubicBezTo>
                <a:cubicBezTo>
                  <a:pt x="14023" y="1545"/>
                  <a:pt x="13808" y="1367"/>
                  <a:pt x="13817" y="1330"/>
                </a:cubicBezTo>
                <a:cubicBezTo>
                  <a:pt x="13820" y="1315"/>
                  <a:pt x="13784" y="1233"/>
                  <a:pt x="13737" y="1146"/>
                </a:cubicBezTo>
                <a:cubicBezTo>
                  <a:pt x="13691" y="1060"/>
                  <a:pt x="13659" y="928"/>
                  <a:pt x="13667" y="852"/>
                </a:cubicBezTo>
                <a:cubicBezTo>
                  <a:pt x="13676" y="757"/>
                  <a:pt x="13658" y="719"/>
                  <a:pt x="13607" y="718"/>
                </a:cubicBezTo>
                <a:cubicBezTo>
                  <a:pt x="13531" y="718"/>
                  <a:pt x="13288" y="362"/>
                  <a:pt x="13327" y="310"/>
                </a:cubicBezTo>
                <a:cubicBezTo>
                  <a:pt x="13340" y="293"/>
                  <a:pt x="13324" y="271"/>
                  <a:pt x="13295" y="256"/>
                </a:cubicBezTo>
                <a:cubicBezTo>
                  <a:pt x="13266" y="241"/>
                  <a:pt x="13254" y="210"/>
                  <a:pt x="13271" y="187"/>
                </a:cubicBezTo>
                <a:cubicBezTo>
                  <a:pt x="13289" y="164"/>
                  <a:pt x="13270" y="112"/>
                  <a:pt x="13229" y="73"/>
                </a:cubicBezTo>
                <a:cubicBezTo>
                  <a:pt x="13209" y="53"/>
                  <a:pt x="13198" y="27"/>
                  <a:pt x="13178" y="0"/>
                </a:cubicBezTo>
                <a:lnTo>
                  <a:pt x="11067" y="0"/>
                </a:lnTo>
                <a:close/>
                <a:moveTo>
                  <a:pt x="15830" y="4567"/>
                </a:moveTo>
                <a:cubicBezTo>
                  <a:pt x="15814" y="4554"/>
                  <a:pt x="15772" y="4565"/>
                  <a:pt x="15737" y="4594"/>
                </a:cubicBezTo>
                <a:cubicBezTo>
                  <a:pt x="15687" y="4635"/>
                  <a:pt x="15692" y="4639"/>
                  <a:pt x="15765" y="4617"/>
                </a:cubicBezTo>
                <a:cubicBezTo>
                  <a:pt x="15815" y="4601"/>
                  <a:pt x="15846" y="4580"/>
                  <a:pt x="15830" y="4567"/>
                </a:cubicBezTo>
                <a:close/>
              </a:path>
            </a:pathLst>
          </a:custGeom>
          <a:ln w="12700">
            <a:miter lim="400000"/>
          </a:ln>
          <a:effectLst>
            <a:reflection blurRad="0" stA="50000" stPos="0" endA="0" endPos="40000" dist="0" dir="5400000" fadeDir="5400000" sx="100000" sy="-100000" kx="0" ky="0" algn="bl" rotWithShape="0"/>
          </a:effectLst>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76" name="Shape 166"/>
          <p:cNvSpPr txBox="1"/>
          <p:nvPr>
            <p:ph type="title" idx="4294967295"/>
          </p:nvPr>
        </p:nvSpPr>
        <p:spPr>
          <a:xfrm>
            <a:off x="3131849" y="2307525"/>
            <a:ext cx="6012002" cy="503701"/>
          </a:xfrm>
          <a:prstGeom prst="rect">
            <a:avLst/>
          </a:prstGeom>
        </p:spPr>
        <p:txBody>
          <a:bodyPr lIns="45699" tIns="45699" rIns="45699" bIns="45699"/>
          <a:lstStyle/>
          <a:p>
            <a:pPr defTabSz="731520">
              <a:defRPr sz="2880">
                <a:solidFill>
                  <a:srgbClr val="FFFFFF"/>
                </a:solidFill>
              </a:defRPr>
            </a:pPr>
            <a:r>
              <a:t>2. </a:t>
            </a:r>
            <a:r>
              <a:t>수와 수치 표기법 </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80" name="Shape 442"/>
          <p:cNvSpPr txBox="1"/>
          <p:nvPr>
            <p:ph type="title"/>
          </p:nvPr>
        </p:nvSpPr>
        <p:spPr>
          <a:xfrm>
            <a:off x="0" y="63834"/>
            <a:ext cx="9144000" cy="776531"/>
          </a:xfrm>
          <a:prstGeom prst="rect">
            <a:avLst/>
          </a:prstGeom>
        </p:spPr>
        <p:txBody>
          <a:bodyPr lIns="45699" tIns="45699" rIns="45699" bIns="45699"/>
          <a:lstStyle/>
          <a:p>
            <a:pPr/>
            <a:r>
              <a:t> 수와 수치 표기법</a:t>
            </a:r>
          </a:p>
        </p:txBody>
      </p:sp>
      <p:sp>
        <p:nvSpPr>
          <p:cNvPr id="381" name="수란 막연하고 추상적이며 개념적인 내용인 동시에 양을 나타내는…"/>
          <p:cNvSpPr txBox="1"/>
          <p:nvPr/>
        </p:nvSpPr>
        <p:spPr>
          <a:xfrm>
            <a:off x="246862" y="1084580"/>
            <a:ext cx="8650276" cy="164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40631" indent="-240631">
              <a:buSzPct val="100000"/>
              <a:buChar char="•"/>
              <a:defRPr sz="2400"/>
            </a:pPr>
            <a:r>
              <a:t>수란 막연하고 </a:t>
            </a:r>
            <a:r>
              <a:rPr>
                <a:solidFill>
                  <a:srgbClr val="D35220"/>
                </a:solidFill>
              </a:rPr>
              <a:t>추상</a:t>
            </a:r>
            <a:r>
              <a:rPr>
                <a:solidFill>
                  <a:srgbClr val="535353"/>
                </a:solidFill>
              </a:rPr>
              <a:t>적이며</a:t>
            </a:r>
            <a:r>
              <a:t> 개념적인 내용인 동시에 양을 나타내는 </a:t>
            </a:r>
          </a:p>
          <a:p>
            <a:pPr>
              <a:defRPr sz="2400"/>
            </a:pPr>
            <a:r>
              <a:t>지적 도구, 수치 표기법은 그 추상적인 양을 </a:t>
            </a:r>
            <a:r>
              <a:rPr>
                <a:solidFill>
                  <a:srgbClr val="D35220"/>
                </a:solidFill>
              </a:rPr>
              <a:t>실제</a:t>
            </a:r>
            <a:r>
              <a:rPr>
                <a:solidFill>
                  <a:srgbClr val="535353"/>
                </a:solidFill>
              </a:rPr>
              <a:t>로</a:t>
            </a:r>
            <a:r>
              <a:rPr>
                <a:solidFill>
                  <a:srgbClr val="000000"/>
                </a:solidFill>
              </a:rPr>
              <a:t> </a:t>
            </a:r>
            <a:r>
              <a:rPr>
                <a:solidFill>
                  <a:srgbClr val="535353"/>
                </a:solidFill>
              </a:rPr>
              <a:t>나타내는 방법 </a:t>
            </a:r>
            <a:endParaRPr>
              <a:solidFill>
                <a:srgbClr val="535353"/>
              </a:solidFill>
            </a:endParaRPr>
          </a:p>
          <a:p>
            <a:pPr>
              <a:defRPr sz="2200"/>
            </a:pPr>
          </a:p>
        </p:txBody>
      </p:sp>
      <p:pic>
        <p:nvPicPr>
          <p:cNvPr id="382" name="백의수치표기.png" descr="백의수치표기.png"/>
          <p:cNvPicPr>
            <a:picLocks noChangeAspect="1"/>
          </p:cNvPicPr>
          <p:nvPr/>
        </p:nvPicPr>
        <p:blipFill>
          <a:blip r:embed="rId3">
            <a:extLst/>
          </a:blip>
          <a:stretch>
            <a:fillRect/>
          </a:stretch>
        </p:blipFill>
        <p:spPr>
          <a:xfrm>
            <a:off x="2395210" y="2334132"/>
            <a:ext cx="4318084" cy="1976266"/>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pic>
        <p:nvPicPr>
          <p:cNvPr id="386" name="스크린샷 2017-10-10 오전 7.17.35.png" descr="스크린샷 2017-10-10 오전 7.17.35.png"/>
          <p:cNvPicPr>
            <a:picLocks noChangeAspect="1"/>
          </p:cNvPicPr>
          <p:nvPr/>
        </p:nvPicPr>
        <p:blipFill>
          <a:blip r:embed="rId3">
            <a:extLst/>
          </a:blip>
          <a:stretch>
            <a:fillRect/>
          </a:stretch>
        </p:blipFill>
        <p:spPr>
          <a:xfrm>
            <a:off x="5071" y="-451727"/>
            <a:ext cx="9133858" cy="6046954"/>
          </a:xfrm>
          <a:prstGeom prst="rect">
            <a:avLst/>
          </a:prstGeom>
          <a:ln w="12700">
            <a:miter lim="400000"/>
          </a:ln>
        </p:spPr>
      </p:pic>
      <p:sp>
        <p:nvSpPr>
          <p:cNvPr id="387" name="타원형"/>
          <p:cNvSpPr/>
          <p:nvPr/>
        </p:nvSpPr>
        <p:spPr>
          <a:xfrm>
            <a:off x="6680200" y="793750"/>
            <a:ext cx="1343621" cy="1278484"/>
          </a:xfrm>
          <a:prstGeom prst="ellipse">
            <a:avLst/>
          </a:prstGeom>
          <a:ln w="38100">
            <a:solidFill>
              <a:srgbClr val="D35220"/>
            </a:solidFill>
            <a:prstDash val="sysDot"/>
            <a:miter lim="400000"/>
          </a:ln>
        </p:spPr>
        <p:txBody>
          <a:bodyPr lIns="45719" rIns="45719" anchor="ctr"/>
          <a:lstStyle/>
          <a:p>
            <a:pPr>
              <a:lnSpc>
                <a:spcPct val="100000"/>
              </a:lnSpc>
              <a:defRPr b="0" sz="1400">
                <a:solidFill>
                  <a:srgbClr val="FFFFFF"/>
                </a:solidFill>
                <a:latin typeface="Arial"/>
                <a:ea typeface="Arial"/>
                <a:cs typeface="Arial"/>
                <a:sym typeface="Arial"/>
              </a:defRPr>
            </a:pP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391" name="Shape 442"/>
          <p:cNvSpPr txBox="1"/>
          <p:nvPr>
            <p:ph type="title"/>
          </p:nvPr>
        </p:nvSpPr>
        <p:spPr>
          <a:xfrm>
            <a:off x="0" y="63834"/>
            <a:ext cx="9144000" cy="776531"/>
          </a:xfrm>
          <a:prstGeom prst="rect">
            <a:avLst/>
          </a:prstGeom>
        </p:spPr>
        <p:txBody>
          <a:bodyPr lIns="45699" tIns="45699" rIns="45699" bIns="45699"/>
          <a:lstStyle/>
          <a:p>
            <a:pPr/>
            <a:r>
              <a:t> 수와 수치 표기법</a:t>
            </a:r>
          </a:p>
        </p:txBody>
      </p:sp>
      <p:sp>
        <p:nvSpPr>
          <p:cNvPr id="392" name="산가지 표기법으로 재무재표를 작성 할 수 있을까?…"/>
          <p:cNvSpPr txBox="1"/>
          <p:nvPr/>
        </p:nvSpPr>
        <p:spPr>
          <a:xfrm>
            <a:off x="965480" y="2748376"/>
            <a:ext cx="6892020" cy="24638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pPr>
            <a:r>
              <a:t>산가지 표기법으로 </a:t>
            </a:r>
            <a:r>
              <a:rPr>
                <a:solidFill>
                  <a:schemeClr val="accent6"/>
                </a:solidFill>
              </a:rPr>
              <a:t>재무재표</a:t>
            </a:r>
            <a:r>
              <a:t>를 작성 할 수 있을까?</a:t>
            </a:r>
          </a:p>
          <a:p>
            <a:pPr>
              <a:defRPr sz="2400"/>
            </a:pPr>
            <a:r>
              <a:t>1. </a:t>
            </a:r>
            <a:r>
              <a:t>수와 표기가 일대일 대응 </a:t>
            </a:r>
          </a:p>
          <a:p>
            <a:pPr>
              <a:defRPr sz="2400"/>
            </a:pPr>
            <a:r>
              <a:t>2. </a:t>
            </a:r>
            <a:r>
              <a:t>실수표현 불가능</a:t>
            </a:r>
          </a:p>
          <a:p>
            <a:pPr>
              <a:defRPr sz="2400"/>
            </a:pPr>
            <a:r>
              <a:t>         문제 해결에 적절한 수치 표기법을 사용해야 한다.</a:t>
            </a:r>
          </a:p>
          <a:p>
            <a:pPr>
              <a:defRPr sz="2200"/>
            </a:pPr>
          </a:p>
        </p:txBody>
      </p:sp>
      <p:grpSp>
        <p:nvGrpSpPr>
          <p:cNvPr id="395" name="그룹"/>
          <p:cNvGrpSpPr/>
          <p:nvPr/>
        </p:nvGrpSpPr>
        <p:grpSpPr>
          <a:xfrm>
            <a:off x="924118" y="1131639"/>
            <a:ext cx="7549764" cy="1652732"/>
            <a:chOff x="0" y="0"/>
            <a:chExt cx="7549762" cy="1652730"/>
          </a:xfrm>
        </p:grpSpPr>
        <p:pic>
          <p:nvPicPr>
            <p:cNvPr id="393" name="산가지표기.png" descr="산가지표기.png"/>
            <p:cNvPicPr>
              <a:picLocks noChangeAspect="1"/>
            </p:cNvPicPr>
            <p:nvPr/>
          </p:nvPicPr>
          <p:blipFill>
            <a:blip r:embed="rId3">
              <a:extLst/>
            </a:blip>
            <a:stretch>
              <a:fillRect/>
            </a:stretch>
          </p:blipFill>
          <p:spPr>
            <a:xfrm>
              <a:off x="0" y="0"/>
              <a:ext cx="7549763" cy="1168416"/>
            </a:xfrm>
            <a:prstGeom prst="rect">
              <a:avLst/>
            </a:prstGeom>
            <a:ln w="12700" cap="flat">
              <a:noFill/>
              <a:miter lim="400000"/>
            </a:ln>
            <a:effectLst/>
          </p:spPr>
        </p:pic>
        <p:sp>
          <p:nvSpPr>
            <p:cNvPr id="394" name="[그림 - 산가지 표기법 ]"/>
            <p:cNvSpPr txBox="1"/>
            <p:nvPr/>
          </p:nvSpPr>
          <p:spPr>
            <a:xfrm>
              <a:off x="2875916" y="1154890"/>
              <a:ext cx="1797931" cy="497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00000"/>
                </a:lnSpc>
                <a:defRPr sz="1400">
                  <a:solidFill>
                    <a:srgbClr val="535353"/>
                  </a:solidFill>
                </a:defRPr>
              </a:lvl1pPr>
            </a:lstStyle>
            <a:p>
              <a:pPr/>
              <a:r>
                <a:t>[그림 - 산가지 표기법 ]</a:t>
              </a:r>
            </a:p>
          </p:txBody>
        </p:sp>
      </p:grpSp>
      <p:sp>
        <p:nvSpPr>
          <p:cNvPr id="396" name="화살표"/>
          <p:cNvSpPr/>
          <p:nvPr/>
        </p:nvSpPr>
        <p:spPr>
          <a:xfrm>
            <a:off x="1012622" y="4039170"/>
            <a:ext cx="559563" cy="307231"/>
          </a:xfrm>
          <a:prstGeom prst="rightArrow">
            <a:avLst>
              <a:gd name="adj1" fmla="val 32000"/>
              <a:gd name="adj2" fmla="val 99415"/>
            </a:avLst>
          </a:prstGeom>
          <a:solidFill>
            <a:schemeClr val="accent2">
              <a:satOff val="-4966"/>
              <a:lumOff val="-10549"/>
            </a:schemeClr>
          </a:solidFill>
          <a:ln w="12700">
            <a:miter lim="400000"/>
          </a:ln>
        </p:spPr>
        <p:txBody>
          <a:bodyPr lIns="45719" rIns="45719" anchor="ctr"/>
          <a:lstStyle/>
          <a:p>
            <a:pPr>
              <a:lnSpc>
                <a:spcPct val="100000"/>
              </a:lnSpc>
              <a:defRPr b="0" sz="1400">
                <a:solidFill>
                  <a:srgbClr val="FFFFFF"/>
                </a:solidFill>
                <a:latin typeface="Arial"/>
                <a:ea typeface="Arial"/>
                <a:cs typeface="Arial"/>
                <a:sym typeface="Arial"/>
              </a:defRPr>
            </a:pP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00" name="Shape 442"/>
          <p:cNvSpPr txBox="1"/>
          <p:nvPr>
            <p:ph type="title"/>
          </p:nvPr>
        </p:nvSpPr>
        <p:spPr>
          <a:xfrm>
            <a:off x="0" y="63834"/>
            <a:ext cx="9144000" cy="776531"/>
          </a:xfrm>
          <a:prstGeom prst="rect">
            <a:avLst/>
          </a:prstGeom>
        </p:spPr>
        <p:txBody>
          <a:bodyPr lIns="45699" tIns="45699" rIns="45699" bIns="45699"/>
          <a:lstStyle/>
          <a:p>
            <a:pPr/>
            <a:r>
              <a:t> 수와 수치 표기법</a:t>
            </a:r>
          </a:p>
        </p:txBody>
      </p:sp>
      <p:sp>
        <p:nvSpPr>
          <p:cNvPr id="401" name="산가지 표기법으로 재무재표를 작성한다?…"/>
          <p:cNvSpPr txBox="1"/>
          <p:nvPr/>
        </p:nvSpPr>
        <p:spPr>
          <a:xfrm>
            <a:off x="987229" y="1285299"/>
            <a:ext cx="7134046" cy="117736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3300">
                <a:solidFill>
                  <a:srgbClr val="535353"/>
                </a:solidFill>
              </a:defRPr>
            </a:pPr>
            <a:r>
              <a:t>양에 대한 SYMBOL + 자리에 대한 가중치 </a:t>
            </a:r>
            <a:r>
              <a:rPr b="0">
                <a:solidFill>
                  <a:srgbClr val="D35220"/>
                </a:solidFill>
                <a:latin typeface="Wingdings"/>
                <a:ea typeface="Wingdings"/>
                <a:cs typeface="Wingdings"/>
                <a:sym typeface="Wingdings"/>
              </a:rPr>
              <a:t></a:t>
            </a:r>
            <a:r>
              <a:t> 진법 개념</a:t>
            </a:r>
          </a:p>
        </p:txBody>
      </p:sp>
      <p:sp>
        <p:nvSpPr>
          <p:cNvPr id="402" name="산가지 표기법으로 재무재표를 작성한다?…"/>
          <p:cNvSpPr txBox="1"/>
          <p:nvPr/>
        </p:nvSpPr>
        <p:spPr>
          <a:xfrm>
            <a:off x="802156" y="2883962"/>
            <a:ext cx="3705778" cy="112521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3200">
                <a:solidFill>
                  <a:srgbClr val="535353"/>
                </a:solidFill>
              </a:defRPr>
            </a:pPr>
            <a:r>
              <a:t>10진법은 손가락으로 </a:t>
            </a:r>
          </a:p>
          <a:p>
            <a:pPr>
              <a:defRPr sz="3200">
                <a:solidFill>
                  <a:srgbClr val="535353"/>
                </a:solidFill>
              </a:defRPr>
            </a:pPr>
            <a:r>
              <a:t>모든 심볼표현 가능 </a:t>
            </a:r>
          </a:p>
        </p:txBody>
      </p:sp>
      <p:pic>
        <p:nvPicPr>
          <p:cNvPr id="403" name="스크린샷 2017-10-18 오후 10.39.46.png" descr="스크린샷 2017-10-18 오후 10.39.46.png"/>
          <p:cNvPicPr>
            <a:picLocks noChangeAspect="1"/>
          </p:cNvPicPr>
          <p:nvPr/>
        </p:nvPicPr>
        <p:blipFill>
          <a:blip r:embed="rId3">
            <a:extLst/>
          </a:blip>
          <a:stretch>
            <a:fillRect/>
          </a:stretch>
        </p:blipFill>
        <p:spPr>
          <a:xfrm>
            <a:off x="4604093" y="1947494"/>
            <a:ext cx="4257042" cy="3013268"/>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07" name="Shape 442"/>
          <p:cNvSpPr txBox="1"/>
          <p:nvPr>
            <p:ph type="title"/>
          </p:nvPr>
        </p:nvSpPr>
        <p:spPr>
          <a:xfrm>
            <a:off x="0" y="63834"/>
            <a:ext cx="9144000" cy="776531"/>
          </a:xfrm>
          <a:prstGeom prst="rect">
            <a:avLst/>
          </a:prstGeom>
        </p:spPr>
        <p:txBody>
          <a:bodyPr lIns="45699" tIns="45699" rIns="45699" bIns="45699"/>
          <a:lstStyle/>
          <a:p>
            <a:pPr/>
            <a:r>
              <a:t> 수와 수치 표기법</a:t>
            </a:r>
          </a:p>
        </p:txBody>
      </p:sp>
      <p:pic>
        <p:nvPicPr>
          <p:cNvPr id="408" name="스크린샷 2017-10-18 오후 10.50.23.png" descr="스크린샷 2017-10-18 오후 10.50.23.png"/>
          <p:cNvPicPr>
            <a:picLocks noChangeAspect="1"/>
          </p:cNvPicPr>
          <p:nvPr/>
        </p:nvPicPr>
        <p:blipFill>
          <a:blip r:embed="rId3">
            <a:extLst/>
          </a:blip>
          <a:stretch>
            <a:fillRect/>
          </a:stretch>
        </p:blipFill>
        <p:spPr>
          <a:xfrm>
            <a:off x="76859" y="984682"/>
            <a:ext cx="8954786" cy="4255170"/>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12" name="Shape 442"/>
          <p:cNvSpPr txBox="1"/>
          <p:nvPr>
            <p:ph type="title"/>
          </p:nvPr>
        </p:nvSpPr>
        <p:spPr>
          <a:xfrm>
            <a:off x="0" y="63834"/>
            <a:ext cx="9144000" cy="776531"/>
          </a:xfrm>
          <a:prstGeom prst="rect">
            <a:avLst/>
          </a:prstGeom>
        </p:spPr>
        <p:txBody>
          <a:bodyPr lIns="45699" tIns="45699" rIns="45699" bIns="45699"/>
          <a:lstStyle/>
          <a:p>
            <a:pPr/>
            <a:r>
              <a:t> 수와 수치 표기법</a:t>
            </a:r>
          </a:p>
        </p:txBody>
      </p:sp>
      <p:sp>
        <p:nvSpPr>
          <p:cNvPr id="413" name="산가지 표기법으로 재무재표를 작성한다?…"/>
          <p:cNvSpPr txBox="1"/>
          <p:nvPr/>
        </p:nvSpPr>
        <p:spPr>
          <a:xfrm>
            <a:off x="1279635" y="1421557"/>
            <a:ext cx="3930084" cy="16890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3200"/>
            </a:pPr>
            <a:r>
              <a:t>0,1                     </a:t>
            </a:r>
          </a:p>
          <a:p>
            <a:pPr>
              <a:defRPr sz="3200"/>
            </a:pPr>
            <a:r>
              <a:t>0,1,2, … ,6,7          </a:t>
            </a:r>
          </a:p>
          <a:p>
            <a:pPr>
              <a:defRPr sz="3200"/>
            </a:pPr>
            <a:r>
              <a:t>0,1,2, … ,E,F   </a:t>
            </a:r>
          </a:p>
        </p:txBody>
      </p:sp>
      <p:sp>
        <p:nvSpPr>
          <p:cNvPr id="414" name="산가지 표기법으로 재무재표를 작성한다?…"/>
          <p:cNvSpPr txBox="1"/>
          <p:nvPr/>
        </p:nvSpPr>
        <p:spPr>
          <a:xfrm>
            <a:off x="1251368" y="3589715"/>
            <a:ext cx="6346052" cy="61318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3500">
                <a:solidFill>
                  <a:srgbClr val="535353"/>
                </a:solidFill>
              </a:defRPr>
            </a:pPr>
            <a:r>
              <a:t>0,1,2, … ,n-2,n-1    </a:t>
            </a:r>
            <a:r>
              <a:rPr b="0">
                <a:solidFill>
                  <a:srgbClr val="D35220"/>
                </a:solidFill>
                <a:latin typeface="Wingdings"/>
                <a:ea typeface="Wingdings"/>
                <a:cs typeface="Wingdings"/>
                <a:sym typeface="Wingdings"/>
              </a:rPr>
              <a:t></a:t>
            </a:r>
            <a:r>
              <a:rPr b="0">
                <a:latin typeface="Wingdings"/>
                <a:ea typeface="Wingdings"/>
                <a:cs typeface="Wingdings"/>
                <a:sym typeface="Wingdings"/>
              </a:rPr>
              <a:t>    </a:t>
            </a:r>
            <a:r>
              <a:t>n</a:t>
            </a:r>
            <a:r>
              <a:t>진법</a:t>
            </a:r>
          </a:p>
        </p:txBody>
      </p:sp>
      <p:sp>
        <p:nvSpPr>
          <p:cNvPr id="415" name="    2 진법…"/>
          <p:cNvSpPr txBox="1"/>
          <p:nvPr/>
        </p:nvSpPr>
        <p:spPr>
          <a:xfrm>
            <a:off x="4671685" y="1343059"/>
            <a:ext cx="3302870" cy="17675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200"/>
            </a:pPr>
            <a:r>
              <a:rPr b="0">
                <a:solidFill>
                  <a:srgbClr val="D35220"/>
                </a:solidFill>
                <a:latin typeface="Wingdings"/>
                <a:ea typeface="Wingdings"/>
                <a:cs typeface="Wingdings"/>
                <a:sym typeface="Wingdings"/>
              </a:rPr>
              <a:t></a:t>
            </a:r>
            <a:r>
              <a:rPr b="0">
                <a:latin typeface="Wingdings"/>
                <a:ea typeface="Wingdings"/>
                <a:cs typeface="Wingdings"/>
                <a:sym typeface="Wingdings"/>
              </a:rPr>
              <a:t>    </a:t>
            </a:r>
            <a:r>
              <a:t>2 </a:t>
            </a:r>
            <a:r>
              <a:t>진법</a:t>
            </a:r>
          </a:p>
          <a:p>
            <a:pPr>
              <a:defRPr sz="3200"/>
            </a:pPr>
            <a:r>
              <a:rPr b="0">
                <a:solidFill>
                  <a:srgbClr val="D35220"/>
                </a:solidFill>
                <a:latin typeface="Wingdings"/>
                <a:ea typeface="Wingdings"/>
                <a:cs typeface="Wingdings"/>
                <a:sym typeface="Wingdings"/>
              </a:rPr>
              <a:t></a:t>
            </a:r>
            <a:r>
              <a:rPr b="0">
                <a:latin typeface="Wingdings"/>
                <a:ea typeface="Wingdings"/>
                <a:cs typeface="Wingdings"/>
                <a:sym typeface="Wingdings"/>
              </a:rPr>
              <a:t>    </a:t>
            </a:r>
            <a:r>
              <a:t>8 </a:t>
            </a:r>
            <a:r>
              <a:t>진법</a:t>
            </a:r>
          </a:p>
          <a:p>
            <a:pPr>
              <a:defRPr sz="3200"/>
            </a:pPr>
            <a:r>
              <a:rPr b="0">
                <a:solidFill>
                  <a:srgbClr val="D35220"/>
                </a:solidFill>
                <a:latin typeface="Wingdings"/>
                <a:ea typeface="Wingdings"/>
                <a:cs typeface="Wingdings"/>
                <a:sym typeface="Wingdings"/>
              </a:rPr>
              <a:t></a:t>
            </a:r>
            <a:r>
              <a:rPr b="0">
                <a:latin typeface="Wingdings"/>
                <a:ea typeface="Wingdings"/>
                <a:cs typeface="Wingdings"/>
                <a:sym typeface="Wingdings"/>
              </a:rPr>
              <a:t>   </a:t>
            </a:r>
            <a:r>
              <a:t>16 </a:t>
            </a:r>
            <a:r>
              <a:t>진법</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19" name="Shape 166"/>
          <p:cNvSpPr txBox="1"/>
          <p:nvPr>
            <p:ph type="title" idx="4294967295"/>
          </p:nvPr>
        </p:nvSpPr>
        <p:spPr>
          <a:xfrm>
            <a:off x="3131848" y="2307525"/>
            <a:ext cx="6012003" cy="503702"/>
          </a:xfrm>
          <a:prstGeom prst="rect">
            <a:avLst/>
          </a:prstGeom>
        </p:spPr>
        <p:txBody>
          <a:bodyPr lIns="45699" tIns="45699" rIns="45699" bIns="45699"/>
          <a:lstStyle>
            <a:lvl1pPr defTabSz="731519">
              <a:defRPr sz="2500">
                <a:solidFill>
                  <a:srgbClr val="FFFFFF"/>
                </a:solidFill>
              </a:defRPr>
            </a:lvl1pPr>
          </a:lstStyle>
          <a:p>
            <a:pPr/>
            <a:r>
              <a:t>3. 컴퓨터의 수치 표기법</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23" name="Shape 442"/>
          <p:cNvSpPr txBox="1"/>
          <p:nvPr>
            <p:ph type="title"/>
          </p:nvPr>
        </p:nvSpPr>
        <p:spPr>
          <a:xfrm>
            <a:off x="108519" y="63834"/>
            <a:ext cx="9144001" cy="776531"/>
          </a:xfrm>
          <a:prstGeom prst="rect">
            <a:avLst/>
          </a:prstGeom>
        </p:spPr>
        <p:txBody>
          <a:bodyPr lIns="45699" tIns="45699" rIns="45699" bIns="45699"/>
          <a:lstStyle/>
          <a:p>
            <a:pPr/>
            <a:r>
              <a:t> 컴퓨터의 수치 표기법</a:t>
            </a:r>
          </a:p>
        </p:txBody>
      </p:sp>
      <p:sp>
        <p:nvSpPr>
          <p:cNvPr id="424" name="산가지 표기법으로 재무재표를 작성한다?…"/>
          <p:cNvSpPr txBox="1"/>
          <p:nvPr/>
        </p:nvSpPr>
        <p:spPr>
          <a:xfrm>
            <a:off x="323527" y="1059582"/>
            <a:ext cx="8224040" cy="434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컴퓨터 데이터 저장의 최소 단위 비트</a:t>
            </a:r>
            <a:r>
              <a:t>(BIT)</a:t>
            </a:r>
          </a:p>
        </p:txBody>
      </p:sp>
      <p:sp>
        <p:nvSpPr>
          <p:cNvPr id="425" name="산가지 표기법으로 재무재표를 작성한다?…"/>
          <p:cNvSpPr txBox="1"/>
          <p:nvPr/>
        </p:nvSpPr>
        <p:spPr>
          <a:xfrm>
            <a:off x="454941" y="1551448"/>
            <a:ext cx="8224040" cy="110584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000"/>
            </a:pPr>
            <a:r>
              <a:t>비트와 </a:t>
            </a:r>
            <a:r>
              <a:t>2</a:t>
            </a:r>
            <a:r>
              <a:t>진법 표현은  </a:t>
            </a:r>
            <a:r>
              <a:rPr>
                <a:solidFill>
                  <a:srgbClr val="D35220"/>
                </a:solidFill>
              </a:rPr>
              <a:t>일대일 대응</a:t>
            </a:r>
            <a:r>
              <a:t> 관계</a:t>
            </a:r>
          </a:p>
          <a:p>
            <a:pPr>
              <a:defRPr sz="2000"/>
            </a:pPr>
            <a:r>
              <a:rPr b="0">
                <a:solidFill>
                  <a:srgbClr val="D35220"/>
                </a:solidFill>
                <a:latin typeface="Wingdings"/>
                <a:ea typeface="Wingdings"/>
                <a:cs typeface="Wingdings"/>
                <a:sym typeface="Wingdings"/>
              </a:rPr>
              <a:t></a:t>
            </a:r>
            <a:r>
              <a:t> </a:t>
            </a:r>
            <a:r>
              <a:t>두 가지 정보를 완벽하게 저장 할 수 있다</a:t>
            </a:r>
            <a:r>
              <a:t>.</a:t>
            </a:r>
            <a:endParaRPr sz="2400"/>
          </a:p>
          <a:p>
            <a:pPr>
              <a:defRPr sz="2000"/>
            </a:pPr>
            <a:r>
              <a:rPr b="0">
                <a:solidFill>
                  <a:srgbClr val="D35220"/>
                </a:solidFill>
                <a:latin typeface="Wingdings"/>
                <a:ea typeface="Wingdings"/>
                <a:cs typeface="Wingdings"/>
                <a:sym typeface="Wingdings"/>
              </a:rPr>
              <a:t> </a:t>
            </a:r>
            <a:r>
              <a:t>0</a:t>
            </a:r>
            <a:r>
              <a:t>과 </a:t>
            </a:r>
            <a:r>
              <a:t>1, ON</a:t>
            </a:r>
            <a:r>
              <a:t>과 </a:t>
            </a:r>
            <a:r>
              <a:t>OFF, </a:t>
            </a:r>
            <a:r>
              <a:t>빨강과 파랑</a:t>
            </a:r>
            <a:r>
              <a:t>, </a:t>
            </a:r>
            <a:r>
              <a:t>남자와 여자</a:t>
            </a:r>
            <a:r>
              <a:t> </a:t>
            </a:r>
            <a:r>
              <a:t>등</a:t>
            </a:r>
            <a:r>
              <a:t>.</a:t>
            </a:r>
          </a:p>
        </p:txBody>
      </p:sp>
      <p:sp>
        <p:nvSpPr>
          <p:cNvPr id="426" name="산가지 표기법으로 재무재표를 작성한다?…"/>
          <p:cNvSpPr txBox="1"/>
          <p:nvPr/>
        </p:nvSpPr>
        <p:spPr>
          <a:xfrm>
            <a:off x="260104" y="2997775"/>
            <a:ext cx="8224039" cy="87265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비트 하나로는 저장 할 수 있는 데이터의 종류는 2 가지 </a:t>
            </a:r>
          </a:p>
          <a:p>
            <a:pPr>
              <a:defRPr sz="2400"/>
            </a:pPr>
            <a:r>
              <a:rPr b="0">
                <a:solidFill>
                  <a:srgbClr val="D35220"/>
                </a:solidFill>
                <a:latin typeface="Wingdings"/>
                <a:ea typeface="Wingdings"/>
                <a:cs typeface="Wingdings"/>
                <a:sym typeface="Wingdings"/>
              </a:rPr>
              <a:t></a:t>
            </a:r>
            <a:r>
              <a:t> </a:t>
            </a:r>
            <a:r>
              <a:t>여러 개 비트의 필요성</a:t>
            </a:r>
          </a:p>
        </p:txBody>
      </p:sp>
      <p:pic>
        <p:nvPicPr>
          <p:cNvPr id="427" name="Picture 2" descr="Picture 2"/>
          <p:cNvPicPr>
            <a:picLocks noChangeAspect="1"/>
          </p:cNvPicPr>
          <p:nvPr/>
        </p:nvPicPr>
        <p:blipFill>
          <a:blip r:embed="rId3">
            <a:extLst/>
          </a:blip>
          <a:stretch>
            <a:fillRect/>
          </a:stretch>
        </p:blipFill>
        <p:spPr>
          <a:xfrm>
            <a:off x="6780487" y="1064317"/>
            <a:ext cx="1321677" cy="1733142"/>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31" name="Shape 202"/>
          <p:cNvSpPr txBox="1"/>
          <p:nvPr>
            <p:ph type="title"/>
          </p:nvPr>
        </p:nvSpPr>
        <p:spPr>
          <a:xfrm>
            <a:off x="0" y="25734"/>
            <a:ext cx="9144000" cy="776531"/>
          </a:xfrm>
          <a:prstGeom prst="rect">
            <a:avLst/>
          </a:prstGeom>
        </p:spPr>
        <p:txBody>
          <a:bodyPr lIns="45699" tIns="45699" rIns="45699" bIns="45699"/>
          <a:lstStyle/>
          <a:p>
            <a:pPr/>
            <a:r>
              <a:t> 컴퓨터의 수치 표기법</a:t>
            </a:r>
          </a:p>
        </p:txBody>
      </p:sp>
      <p:pic>
        <p:nvPicPr>
          <p:cNvPr id="432" name="Picture 2" descr="Picture 2"/>
          <p:cNvPicPr>
            <a:picLocks noChangeAspect="1"/>
          </p:cNvPicPr>
          <p:nvPr/>
        </p:nvPicPr>
        <p:blipFill>
          <a:blip r:embed="rId3">
            <a:extLst/>
          </a:blip>
          <a:stretch>
            <a:fillRect/>
          </a:stretch>
        </p:blipFill>
        <p:spPr>
          <a:xfrm>
            <a:off x="2524990" y="5710882"/>
            <a:ext cx="5289111" cy="1956974"/>
          </a:xfrm>
          <a:prstGeom prst="rect">
            <a:avLst/>
          </a:prstGeom>
          <a:ln w="12700">
            <a:miter lim="400000"/>
          </a:ln>
        </p:spPr>
      </p:pic>
      <p:pic>
        <p:nvPicPr>
          <p:cNvPr id="433" name="Picture 4" descr="Picture 4"/>
          <p:cNvPicPr>
            <a:picLocks noChangeAspect="1"/>
          </p:cNvPicPr>
          <p:nvPr/>
        </p:nvPicPr>
        <p:blipFill>
          <a:blip r:embed="rId4">
            <a:extLst/>
          </a:blip>
          <a:stretch>
            <a:fillRect/>
          </a:stretch>
        </p:blipFill>
        <p:spPr>
          <a:xfrm>
            <a:off x="509936" y="1132064"/>
            <a:ext cx="8088632" cy="3568920"/>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37" name="Shape 202"/>
          <p:cNvSpPr txBox="1"/>
          <p:nvPr>
            <p:ph type="title"/>
          </p:nvPr>
        </p:nvSpPr>
        <p:spPr>
          <a:xfrm>
            <a:off x="0" y="25734"/>
            <a:ext cx="9144000" cy="776531"/>
          </a:xfrm>
          <a:prstGeom prst="rect">
            <a:avLst/>
          </a:prstGeom>
        </p:spPr>
        <p:txBody>
          <a:bodyPr lIns="45699" tIns="45699" rIns="45699" bIns="45699"/>
          <a:lstStyle/>
          <a:p>
            <a:pPr/>
            <a:r>
              <a:t> 컴퓨터의 수치 표기법</a:t>
            </a:r>
          </a:p>
        </p:txBody>
      </p:sp>
      <p:pic>
        <p:nvPicPr>
          <p:cNvPr id="438" name="Picture 2" descr="Picture 2"/>
          <p:cNvPicPr>
            <a:picLocks noChangeAspect="1"/>
          </p:cNvPicPr>
          <p:nvPr/>
        </p:nvPicPr>
        <p:blipFill>
          <a:blip r:embed="rId3">
            <a:extLst/>
          </a:blip>
          <a:stretch>
            <a:fillRect/>
          </a:stretch>
        </p:blipFill>
        <p:spPr>
          <a:xfrm>
            <a:off x="2524990" y="5710882"/>
            <a:ext cx="5289111" cy="1956974"/>
          </a:xfrm>
          <a:prstGeom prst="rect">
            <a:avLst/>
          </a:prstGeom>
          <a:ln w="12700">
            <a:miter lim="400000"/>
          </a:ln>
        </p:spPr>
      </p:pic>
      <p:pic>
        <p:nvPicPr>
          <p:cNvPr id="439" name="스크린샷 2017-10-18 오후 11.38.01.png" descr="스크린샷 2017-10-18 오후 11.38.01.png"/>
          <p:cNvPicPr>
            <a:picLocks noChangeAspect="1"/>
          </p:cNvPicPr>
          <p:nvPr/>
        </p:nvPicPr>
        <p:blipFill>
          <a:blip r:embed="rId4">
            <a:extLst/>
          </a:blip>
          <a:stretch>
            <a:fillRect/>
          </a:stretch>
        </p:blipFill>
        <p:spPr>
          <a:xfrm>
            <a:off x="342992" y="1806659"/>
            <a:ext cx="3927291" cy="2961564"/>
          </a:xfrm>
          <a:prstGeom prst="rect">
            <a:avLst/>
          </a:prstGeom>
          <a:ln w="12700">
            <a:miter lim="400000"/>
          </a:ln>
        </p:spPr>
      </p:pic>
      <p:sp>
        <p:nvSpPr>
          <p:cNvPr id="440" name="산가지 표기법으로 재무재표를 작성한다?…"/>
          <p:cNvSpPr txBox="1"/>
          <p:nvPr/>
        </p:nvSpPr>
        <p:spPr>
          <a:xfrm>
            <a:off x="442232" y="1087293"/>
            <a:ext cx="3728810" cy="434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2400"/>
            </a:lvl1pPr>
          </a:lstStyle>
          <a:p>
            <a:pPr/>
            <a:r>
              <a:t>21의 음수 표기법 </a:t>
            </a:r>
          </a:p>
        </p:txBody>
      </p:sp>
      <p:sp>
        <p:nvSpPr>
          <p:cNvPr id="441" name="산가지 표기법으로 재무재표를 작성한다?…"/>
          <p:cNvSpPr txBox="1"/>
          <p:nvPr/>
        </p:nvSpPr>
        <p:spPr>
          <a:xfrm>
            <a:off x="4816768" y="1230403"/>
            <a:ext cx="3728810" cy="386965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700">
                <a:latin typeface="Ubuntu"/>
                <a:ea typeface="Ubuntu"/>
                <a:cs typeface="Ubuntu"/>
                <a:sym typeface="Ubuntu"/>
              </a:defRPr>
            </a:pPr>
            <a:r>
              <a:t>   1  0101</a:t>
            </a:r>
          </a:p>
          <a:p>
            <a:pPr>
              <a:defRPr sz="2700">
                <a:latin typeface="Ubuntu"/>
                <a:ea typeface="Ubuntu"/>
                <a:cs typeface="Ubuntu"/>
                <a:sym typeface="Ubuntu"/>
              </a:defRPr>
            </a:pPr>
            <a:r>
              <a:t>+ 0  1011</a:t>
            </a:r>
          </a:p>
          <a:p>
            <a:pPr>
              <a:defRPr sz="2700"/>
            </a:pPr>
            <a:r>
              <a:t>—————</a:t>
            </a:r>
          </a:p>
          <a:p>
            <a:pPr>
              <a:defRPr sz="2700"/>
            </a:pPr>
            <a:r>
              <a:t>… </a:t>
            </a:r>
          </a:p>
          <a:p>
            <a:pPr>
              <a:defRPr sz="2700"/>
            </a:pPr>
            <a:r>
              <a:t>…</a:t>
            </a:r>
          </a:p>
          <a:p>
            <a:pPr>
              <a:defRPr sz="2700"/>
            </a:pPr>
            <a:r>
              <a:t>—————</a:t>
            </a:r>
          </a:p>
          <a:p>
            <a:pPr>
              <a:defRPr sz="2700"/>
            </a:pPr>
            <a:r>
              <a:t>                0</a:t>
            </a:r>
          </a:p>
          <a:p>
            <a:pPr>
              <a:defRPr sz="1500"/>
            </a:pPr>
            <a:r>
              <a:t>                </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45" name="Shape 166"/>
          <p:cNvSpPr txBox="1"/>
          <p:nvPr>
            <p:ph type="title" idx="4294967295"/>
          </p:nvPr>
        </p:nvSpPr>
        <p:spPr>
          <a:xfrm>
            <a:off x="3131848" y="2307525"/>
            <a:ext cx="6012003" cy="503702"/>
          </a:xfrm>
          <a:prstGeom prst="rect">
            <a:avLst/>
          </a:prstGeom>
        </p:spPr>
        <p:txBody>
          <a:bodyPr lIns="45699" tIns="45699" rIns="45699" bIns="45699"/>
          <a:lstStyle>
            <a:lvl1pPr defTabSz="731519">
              <a:defRPr sz="2500">
                <a:solidFill>
                  <a:srgbClr val="FFFFFF"/>
                </a:solidFill>
              </a:defRPr>
            </a:lvl1pPr>
          </a:lstStyle>
          <a:p>
            <a:pPr/>
            <a:r>
              <a:t>4. 데이터 크기 조작</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49" name="Shape 442"/>
          <p:cNvSpPr txBox="1"/>
          <p:nvPr>
            <p:ph type="title"/>
          </p:nvPr>
        </p:nvSpPr>
        <p:spPr>
          <a:xfrm>
            <a:off x="108519" y="63834"/>
            <a:ext cx="9144001" cy="776531"/>
          </a:xfrm>
          <a:prstGeom prst="rect">
            <a:avLst/>
          </a:prstGeom>
        </p:spPr>
        <p:txBody>
          <a:bodyPr lIns="45699" tIns="45699" rIns="45699" bIns="45699"/>
          <a:lstStyle/>
          <a:p>
            <a:pPr/>
            <a:r>
              <a:t> 컴퓨터의 수치 표기법 - 비트크기 조작</a:t>
            </a:r>
          </a:p>
        </p:txBody>
      </p:sp>
      <p:sp>
        <p:nvSpPr>
          <p:cNvPr id="450" name="산가지 표기법으로 재무재표를 작성한다?…"/>
          <p:cNvSpPr txBox="1"/>
          <p:nvPr/>
        </p:nvSpPr>
        <p:spPr>
          <a:xfrm>
            <a:off x="328867" y="1131590"/>
            <a:ext cx="8224040" cy="4343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2400"/>
            </a:lvl1pPr>
          </a:lstStyle>
          <a:p>
            <a:pPr/>
            <a:r>
              <a:t>비트크기 조작 </a:t>
            </a:r>
          </a:p>
        </p:txBody>
      </p:sp>
      <p:sp>
        <p:nvSpPr>
          <p:cNvPr id="451" name="산가지 표기법으로 재무재표를 작성한다?…"/>
          <p:cNvSpPr txBox="1"/>
          <p:nvPr/>
        </p:nvSpPr>
        <p:spPr>
          <a:xfrm>
            <a:off x="328867" y="1614190"/>
            <a:ext cx="7730447" cy="84581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부호의 확장/축소</a:t>
            </a:r>
          </a:p>
          <a:p>
            <a:pPr>
              <a:defRPr sz="2400"/>
            </a:pPr>
            <a:r>
              <a:t>대부분의 처리를 암시적 선언을 통해 동작을 수행</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55" name="Shape 442"/>
          <p:cNvSpPr txBox="1"/>
          <p:nvPr>
            <p:ph type="title"/>
          </p:nvPr>
        </p:nvSpPr>
        <p:spPr>
          <a:xfrm>
            <a:off x="108519" y="63834"/>
            <a:ext cx="9144001" cy="776531"/>
          </a:xfrm>
          <a:prstGeom prst="rect">
            <a:avLst/>
          </a:prstGeom>
        </p:spPr>
        <p:txBody>
          <a:bodyPr lIns="45699" tIns="45699" rIns="45699" bIns="45699"/>
          <a:lstStyle/>
          <a:p>
            <a:pPr/>
            <a:r>
              <a:t> 컴퓨터의 수치 표기법 - 비트확장1</a:t>
            </a:r>
          </a:p>
        </p:txBody>
      </p:sp>
      <p:pic>
        <p:nvPicPr>
          <p:cNvPr id="456" name="스크린샷 2017-10-13 오전 1.52.02.png" descr="스크린샷 2017-10-13 오전 1.52.02.png"/>
          <p:cNvPicPr>
            <a:picLocks noChangeAspect="1"/>
          </p:cNvPicPr>
          <p:nvPr/>
        </p:nvPicPr>
        <p:blipFill>
          <a:blip r:embed="rId3">
            <a:extLst/>
          </a:blip>
          <a:stretch>
            <a:fillRect/>
          </a:stretch>
        </p:blipFill>
        <p:spPr>
          <a:xfrm>
            <a:off x="307366" y="961208"/>
            <a:ext cx="6310520" cy="4048259"/>
          </a:xfrm>
          <a:prstGeom prst="rect">
            <a:avLst/>
          </a:prstGeom>
          <a:ln w="12700">
            <a:miter lim="400000"/>
          </a:ln>
        </p:spPr>
      </p:pic>
      <p:sp>
        <p:nvSpPr>
          <p:cNvPr id="457" name="산가지 표기법으로 재무재표를 작성한다?…"/>
          <p:cNvSpPr txBox="1"/>
          <p:nvPr/>
        </p:nvSpPr>
        <p:spPr>
          <a:xfrm>
            <a:off x="4827082" y="2960390"/>
            <a:ext cx="8224039" cy="345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800">
                <a:solidFill>
                  <a:srgbClr val="FF0E00"/>
                </a:solidFill>
              </a:defRPr>
            </a:lvl1pPr>
          </a:lstStyle>
          <a:p>
            <a:pPr/>
            <a:r>
              <a:t>MSB가 0일 때의 부호 확장</a:t>
            </a:r>
          </a:p>
        </p:txBody>
      </p:sp>
      <p:grpSp>
        <p:nvGrpSpPr>
          <p:cNvPr id="460" name="그룹"/>
          <p:cNvGrpSpPr/>
          <p:nvPr/>
        </p:nvGrpSpPr>
        <p:grpSpPr>
          <a:xfrm>
            <a:off x="3263186" y="3275637"/>
            <a:ext cx="1621496" cy="1685930"/>
            <a:chOff x="0" y="0"/>
            <a:chExt cx="1621494" cy="1685929"/>
          </a:xfrm>
        </p:grpSpPr>
        <p:sp>
          <p:nvSpPr>
            <p:cNvPr id="458" name="타원형"/>
            <p:cNvSpPr/>
            <p:nvPr/>
          </p:nvSpPr>
          <p:spPr>
            <a:xfrm>
              <a:off x="0" y="1466671"/>
              <a:ext cx="191196" cy="219259"/>
            </a:xfrm>
            <a:prstGeom prst="ellipse">
              <a:avLst/>
            </a:prstGeom>
            <a:noFill/>
            <a:ln w="38100" cap="flat">
              <a:solidFill>
                <a:srgbClr val="FF0E00"/>
              </a:solidFill>
              <a:prstDash val="sysDot"/>
              <a:miter lim="400000"/>
            </a:ln>
            <a:effectLst/>
          </p:spPr>
          <p:txBody>
            <a:bodyPr wrap="square" lIns="45719" tIns="45719" rIns="45719" bIns="45719" numCol="1" anchor="ctr">
              <a:noAutofit/>
            </a:bodyPr>
            <a:lstStyle/>
            <a:p>
              <a:pPr>
                <a:lnSpc>
                  <a:spcPct val="100000"/>
                </a:lnSpc>
                <a:defRPr b="0" sz="1400">
                  <a:solidFill>
                    <a:srgbClr val="FF0E00"/>
                  </a:solidFill>
                  <a:latin typeface="Arial"/>
                  <a:ea typeface="Arial"/>
                  <a:cs typeface="Arial"/>
                  <a:sym typeface="Arial"/>
                </a:defRPr>
              </a:pPr>
            </a:p>
          </p:txBody>
        </p:sp>
        <p:sp>
          <p:nvSpPr>
            <p:cNvPr id="459" name="선"/>
            <p:cNvSpPr/>
            <p:nvPr/>
          </p:nvSpPr>
          <p:spPr>
            <a:xfrm flipV="1">
              <a:off x="198508" y="-1"/>
              <a:ext cx="1422987" cy="1489547"/>
            </a:xfrm>
            <a:prstGeom prst="line">
              <a:avLst/>
            </a:prstGeom>
            <a:noFill/>
            <a:ln w="38100" cap="flat">
              <a:solidFill>
                <a:srgbClr val="FF0E00"/>
              </a:solidFill>
              <a:prstDash val="sysDot"/>
              <a:miter lim="400000"/>
            </a:ln>
            <a:effectLst>
              <a:outerShdw sx="100000" sy="100000" kx="0" ky="0" algn="b" rotWithShape="0" blurRad="38100" dist="20000" dir="5400000">
                <a:srgbClr val="000000">
                  <a:alpha val="38000"/>
                </a:srgbClr>
              </a:outerShdw>
            </a:effectLst>
          </p:spPr>
          <p:txBody>
            <a:bodyPr wrap="square" lIns="45719" tIns="45719" rIns="45719" bIns="45719" numCol="1" anchor="t">
              <a:noAutofit/>
            </a:bodyPr>
            <a:lstStyle/>
            <a:p>
              <a:pPr algn="ctr">
                <a:lnSpc>
                  <a:spcPct val="100000"/>
                </a:lnSpc>
                <a:defRPr sz="3600">
                  <a:solidFill>
                    <a:srgbClr val="FFFFFF"/>
                  </a:solidFill>
                  <a:latin typeface="Arial"/>
                  <a:ea typeface="Arial"/>
                  <a:cs typeface="Arial"/>
                  <a:sym typeface="Arial"/>
                </a:defRPr>
              </a:pPr>
            </a:p>
          </p:txBody>
        </p:sp>
      </p:gr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64" name="Shape 442"/>
          <p:cNvSpPr txBox="1"/>
          <p:nvPr>
            <p:ph type="title"/>
          </p:nvPr>
        </p:nvSpPr>
        <p:spPr>
          <a:xfrm>
            <a:off x="108519" y="63834"/>
            <a:ext cx="9144001" cy="776531"/>
          </a:xfrm>
          <a:prstGeom prst="rect">
            <a:avLst/>
          </a:prstGeom>
        </p:spPr>
        <p:txBody>
          <a:bodyPr lIns="45699" tIns="45699" rIns="45699" bIns="45699"/>
          <a:lstStyle/>
          <a:p>
            <a:pPr/>
            <a:r>
              <a:t> 컴퓨터의 수치 표기법 - 비트확장 2</a:t>
            </a:r>
          </a:p>
        </p:txBody>
      </p:sp>
      <p:pic>
        <p:nvPicPr>
          <p:cNvPr id="465" name="스크린샷 2017-10-13 오전 1.52.40.png" descr="스크린샷 2017-10-13 오전 1.52.40.png"/>
          <p:cNvPicPr>
            <a:picLocks noChangeAspect="1"/>
          </p:cNvPicPr>
          <p:nvPr/>
        </p:nvPicPr>
        <p:blipFill>
          <a:blip r:embed="rId3">
            <a:extLst/>
          </a:blip>
          <a:stretch>
            <a:fillRect/>
          </a:stretch>
        </p:blipFill>
        <p:spPr>
          <a:xfrm>
            <a:off x="140501" y="979864"/>
            <a:ext cx="6972368" cy="3949039"/>
          </a:xfrm>
          <a:prstGeom prst="rect">
            <a:avLst/>
          </a:prstGeom>
          <a:ln w="12700">
            <a:miter lim="400000"/>
          </a:ln>
        </p:spPr>
      </p:pic>
      <p:grpSp>
        <p:nvGrpSpPr>
          <p:cNvPr id="468" name="그룹"/>
          <p:cNvGrpSpPr/>
          <p:nvPr/>
        </p:nvGrpSpPr>
        <p:grpSpPr>
          <a:xfrm>
            <a:off x="3263186" y="3199437"/>
            <a:ext cx="1621496" cy="1685930"/>
            <a:chOff x="0" y="0"/>
            <a:chExt cx="1621494" cy="1685929"/>
          </a:xfrm>
        </p:grpSpPr>
        <p:sp>
          <p:nvSpPr>
            <p:cNvPr id="466" name="타원형"/>
            <p:cNvSpPr/>
            <p:nvPr/>
          </p:nvSpPr>
          <p:spPr>
            <a:xfrm>
              <a:off x="0" y="1466671"/>
              <a:ext cx="191196" cy="219259"/>
            </a:xfrm>
            <a:prstGeom prst="ellipse">
              <a:avLst/>
            </a:prstGeom>
            <a:noFill/>
            <a:ln w="38100" cap="flat">
              <a:solidFill>
                <a:srgbClr val="FF0E00"/>
              </a:solidFill>
              <a:prstDash val="sysDot"/>
              <a:miter lim="400000"/>
            </a:ln>
            <a:effectLst/>
          </p:spPr>
          <p:txBody>
            <a:bodyPr wrap="square" lIns="45719" tIns="45719" rIns="45719" bIns="45719" numCol="1" anchor="ctr">
              <a:noAutofit/>
            </a:bodyPr>
            <a:lstStyle/>
            <a:p>
              <a:pPr>
                <a:lnSpc>
                  <a:spcPct val="100000"/>
                </a:lnSpc>
                <a:defRPr b="0" sz="1400">
                  <a:solidFill>
                    <a:srgbClr val="FF0E00"/>
                  </a:solidFill>
                  <a:latin typeface="Arial"/>
                  <a:ea typeface="Arial"/>
                  <a:cs typeface="Arial"/>
                  <a:sym typeface="Arial"/>
                </a:defRPr>
              </a:pPr>
            </a:p>
          </p:txBody>
        </p:sp>
        <p:sp>
          <p:nvSpPr>
            <p:cNvPr id="467" name="선"/>
            <p:cNvSpPr/>
            <p:nvPr/>
          </p:nvSpPr>
          <p:spPr>
            <a:xfrm flipV="1">
              <a:off x="198508" y="-1"/>
              <a:ext cx="1422987" cy="1489547"/>
            </a:xfrm>
            <a:prstGeom prst="line">
              <a:avLst/>
            </a:prstGeom>
            <a:noFill/>
            <a:ln w="38100" cap="flat">
              <a:solidFill>
                <a:srgbClr val="FF0E00"/>
              </a:solidFill>
              <a:prstDash val="sysDot"/>
              <a:miter lim="400000"/>
            </a:ln>
            <a:effectLst>
              <a:outerShdw sx="100000" sy="100000" kx="0" ky="0" algn="b" rotWithShape="0" blurRad="38100" dist="20000" dir="5400000">
                <a:srgbClr val="000000">
                  <a:alpha val="38000"/>
                </a:srgbClr>
              </a:outerShdw>
            </a:effectLst>
          </p:spPr>
          <p:txBody>
            <a:bodyPr wrap="square" lIns="45719" tIns="45719" rIns="45719" bIns="45719" numCol="1" anchor="t">
              <a:noAutofit/>
            </a:bodyPr>
            <a:lstStyle/>
            <a:p>
              <a:pPr algn="ctr">
                <a:lnSpc>
                  <a:spcPct val="100000"/>
                </a:lnSpc>
                <a:defRPr sz="3600">
                  <a:solidFill>
                    <a:srgbClr val="FFFFFF"/>
                  </a:solidFill>
                  <a:latin typeface="Arial"/>
                  <a:ea typeface="Arial"/>
                  <a:cs typeface="Arial"/>
                  <a:sym typeface="Arial"/>
                </a:defRPr>
              </a:pPr>
            </a:p>
          </p:txBody>
        </p:sp>
      </p:grpSp>
      <p:sp>
        <p:nvSpPr>
          <p:cNvPr id="469" name="산가지 표기법으로 재무재표를 작성한다?…"/>
          <p:cNvSpPr txBox="1"/>
          <p:nvPr/>
        </p:nvSpPr>
        <p:spPr>
          <a:xfrm>
            <a:off x="4903282" y="2922290"/>
            <a:ext cx="8224039" cy="345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800">
                <a:solidFill>
                  <a:srgbClr val="FF0E00"/>
                </a:solidFill>
              </a:defRPr>
            </a:lvl1pPr>
          </a:lstStyle>
          <a:p>
            <a:pPr/>
            <a:r>
              <a:t>MSB가 1일 때의 부호 확장</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73" name="Shape 442"/>
          <p:cNvSpPr txBox="1"/>
          <p:nvPr>
            <p:ph type="title"/>
          </p:nvPr>
        </p:nvSpPr>
        <p:spPr>
          <a:xfrm>
            <a:off x="108519" y="63834"/>
            <a:ext cx="9144001" cy="776531"/>
          </a:xfrm>
          <a:prstGeom prst="rect">
            <a:avLst/>
          </a:prstGeom>
        </p:spPr>
        <p:txBody>
          <a:bodyPr lIns="45699" tIns="45699" rIns="45699" bIns="45699"/>
          <a:lstStyle/>
          <a:p>
            <a:pPr/>
            <a:r>
              <a:t> 컴퓨터의 수치 표기법 - 축소</a:t>
            </a:r>
          </a:p>
        </p:txBody>
      </p:sp>
      <p:sp>
        <p:nvSpPr>
          <p:cNvPr id="474" name="산가지 표기법으로 재무재표를 작성한다?…"/>
          <p:cNvSpPr txBox="1"/>
          <p:nvPr/>
        </p:nvSpPr>
        <p:spPr>
          <a:xfrm>
            <a:off x="568500" y="2401590"/>
            <a:ext cx="8224040" cy="84581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2400"/>
            </a:lvl1pPr>
          </a:lstStyle>
          <a:p>
            <a:pPr/>
            <a:r>
              <a:t>큰 데이터 크기에서 작은 데이터 크기로, C언어의 경우에는 H비트를 제거하고 L비트를 가져가는 방식을 취함</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78" name="Shape 442"/>
          <p:cNvSpPr txBox="1"/>
          <p:nvPr>
            <p:ph type="title"/>
          </p:nvPr>
        </p:nvSpPr>
        <p:spPr>
          <a:xfrm>
            <a:off x="108519" y="63834"/>
            <a:ext cx="9144001" cy="776531"/>
          </a:xfrm>
          <a:prstGeom prst="rect">
            <a:avLst/>
          </a:prstGeom>
        </p:spPr>
        <p:txBody>
          <a:bodyPr lIns="45699" tIns="45699" rIns="45699" bIns="45699"/>
          <a:lstStyle/>
          <a:p>
            <a:pPr/>
            <a:r>
              <a:t> 컴퓨터의 수치 표기법 - 축소 2</a:t>
            </a:r>
          </a:p>
        </p:txBody>
      </p:sp>
      <p:sp>
        <p:nvSpPr>
          <p:cNvPr id="479" name="산가지 표기법으로 재무재표를 작성한다?…"/>
          <p:cNvSpPr txBox="1"/>
          <p:nvPr/>
        </p:nvSpPr>
        <p:spPr>
          <a:xfrm>
            <a:off x="4903282" y="2922290"/>
            <a:ext cx="8224039" cy="345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800">
                <a:solidFill>
                  <a:srgbClr val="FF0E00"/>
                </a:solidFill>
              </a:defRPr>
            </a:lvl1pPr>
          </a:lstStyle>
          <a:p>
            <a:pPr/>
            <a:r>
              <a:t>MSB가 1일 때의 부호 확장</a:t>
            </a:r>
          </a:p>
        </p:txBody>
      </p:sp>
      <p:pic>
        <p:nvPicPr>
          <p:cNvPr id="480" name="스크린샷 2017-10-13 오전 1.09.29.png" descr="스크린샷 2017-10-13 오전 1.09.29.png"/>
          <p:cNvPicPr>
            <a:picLocks noChangeAspect="1"/>
          </p:cNvPicPr>
          <p:nvPr/>
        </p:nvPicPr>
        <p:blipFill>
          <a:blip r:embed="rId3">
            <a:extLst/>
          </a:blip>
          <a:srcRect l="0" t="0" r="6961" b="0"/>
          <a:stretch>
            <a:fillRect/>
          </a:stretch>
        </p:blipFill>
        <p:spPr>
          <a:xfrm>
            <a:off x="178196" y="1394598"/>
            <a:ext cx="8787573" cy="3400752"/>
          </a:xfrm>
          <a:prstGeom prst="rect">
            <a:avLst/>
          </a:prstGeom>
          <a:ln w="12700">
            <a:miter lim="400000"/>
          </a:ln>
        </p:spPr>
      </p:pic>
      <p:sp>
        <p:nvSpPr>
          <p:cNvPr id="481" name="타원형"/>
          <p:cNvSpPr/>
          <p:nvPr/>
        </p:nvSpPr>
        <p:spPr>
          <a:xfrm>
            <a:off x="5652479" y="4147949"/>
            <a:ext cx="567189" cy="307339"/>
          </a:xfrm>
          <a:prstGeom prst="ellipse">
            <a:avLst/>
          </a:prstGeom>
          <a:ln w="38100">
            <a:solidFill>
              <a:srgbClr val="FF0E00"/>
            </a:solidFill>
            <a:prstDash val="sysDot"/>
            <a:miter lim="400000"/>
          </a:ln>
        </p:spPr>
        <p:txBody>
          <a:bodyPr lIns="45719" rIns="45719" anchor="ctr"/>
          <a:lstStyle/>
          <a:p>
            <a:pPr>
              <a:lnSpc>
                <a:spcPct val="100000"/>
              </a:lnSpc>
              <a:defRPr b="0" sz="1400">
                <a:solidFill>
                  <a:srgbClr val="FF0E00"/>
                </a:solidFill>
                <a:latin typeface="Arial"/>
                <a:ea typeface="Arial"/>
                <a:cs typeface="Arial"/>
                <a:sym typeface="Arial"/>
              </a:defRPr>
            </a:pPr>
          </a:p>
        </p:txBody>
      </p:sp>
      <p:sp>
        <p:nvSpPr>
          <p:cNvPr id="482" name="선"/>
          <p:cNvSpPr/>
          <p:nvPr/>
        </p:nvSpPr>
        <p:spPr>
          <a:xfrm flipH="1" flipV="1">
            <a:off x="4097591" y="4259692"/>
            <a:ext cx="1561236" cy="83852"/>
          </a:xfrm>
          <a:prstGeom prst="line">
            <a:avLst/>
          </a:prstGeom>
          <a:ln w="38100">
            <a:solidFill>
              <a:srgbClr val="FF0E00"/>
            </a:solidFill>
            <a:prstDash val="sysDot"/>
            <a:miter lim="400000"/>
          </a:ln>
          <a:effectLst>
            <a:outerShdw sx="100000" sy="100000" kx="0" ky="0" algn="b" rotWithShape="0" blurRad="38100" dist="20000" dir="5400000">
              <a:srgbClr val="000000">
                <a:alpha val="38000"/>
              </a:srgbClr>
            </a:outerShdw>
          </a:effectLst>
        </p:spPr>
        <p:txBody>
          <a:bodyPr lIns="45719" rIns="45719"/>
          <a:lstStyle/>
          <a:p>
            <a:pPr algn="ctr">
              <a:lnSpc>
                <a:spcPct val="100000"/>
              </a:lnSpc>
              <a:defRPr sz="3600">
                <a:solidFill>
                  <a:srgbClr val="FFFFFF"/>
                </a:solidFill>
                <a:latin typeface="Arial"/>
                <a:ea typeface="Arial"/>
                <a:cs typeface="Arial"/>
                <a:sym typeface="Arial"/>
              </a:defRPr>
            </a:pPr>
          </a:p>
        </p:txBody>
      </p:sp>
      <p:sp>
        <p:nvSpPr>
          <p:cNvPr id="483" name="산가지 표기법으로 재무재표를 작성한다?…"/>
          <p:cNvSpPr txBox="1"/>
          <p:nvPr/>
        </p:nvSpPr>
        <p:spPr>
          <a:xfrm>
            <a:off x="1584501" y="3990468"/>
            <a:ext cx="8224039" cy="6222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a:solidFill>
                  <a:srgbClr val="FF0E00"/>
                </a:solidFill>
              </a:defRPr>
            </a:pPr>
            <a:r>
              <a:t>상위 16비트가 잘려나간 것을</a:t>
            </a:r>
          </a:p>
          <a:p>
            <a:pPr>
              <a:defRPr>
                <a:solidFill>
                  <a:srgbClr val="FF0E00"/>
                </a:solidFill>
              </a:defRPr>
            </a:pPr>
            <a:r>
              <a:t>확인할 수 있다.</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87" name="Shape 442"/>
          <p:cNvSpPr txBox="1"/>
          <p:nvPr>
            <p:ph type="title"/>
          </p:nvPr>
        </p:nvSpPr>
        <p:spPr>
          <a:xfrm>
            <a:off x="108519" y="63834"/>
            <a:ext cx="9144001" cy="776531"/>
          </a:xfrm>
          <a:prstGeom prst="rect">
            <a:avLst/>
          </a:prstGeom>
        </p:spPr>
        <p:txBody>
          <a:bodyPr lIns="45699" tIns="45699" rIns="45699" bIns="45699"/>
          <a:lstStyle/>
          <a:p>
            <a:pPr/>
            <a:r>
              <a:t> 컴퓨터의 수치 표기법 - 축소 1-1</a:t>
            </a:r>
          </a:p>
        </p:txBody>
      </p:sp>
      <p:sp>
        <p:nvSpPr>
          <p:cNvPr id="488" name="산가지 표기법으로 재무재표를 작성한다?…"/>
          <p:cNvSpPr txBox="1"/>
          <p:nvPr/>
        </p:nvSpPr>
        <p:spPr>
          <a:xfrm>
            <a:off x="4903282" y="2922290"/>
            <a:ext cx="8224039" cy="3454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800">
                <a:solidFill>
                  <a:srgbClr val="FF0E00"/>
                </a:solidFill>
              </a:defRPr>
            </a:lvl1pPr>
          </a:lstStyle>
          <a:p>
            <a:pPr/>
            <a:r>
              <a:t>MSB가 1일 때의 부호 확장</a:t>
            </a:r>
          </a:p>
        </p:txBody>
      </p:sp>
      <p:pic>
        <p:nvPicPr>
          <p:cNvPr id="489" name="스크린샷 2017-10-13 오전 1.06.32.png" descr="스크린샷 2017-10-13 오전 1.06.32.png"/>
          <p:cNvPicPr>
            <a:picLocks noChangeAspect="1"/>
          </p:cNvPicPr>
          <p:nvPr/>
        </p:nvPicPr>
        <p:blipFill>
          <a:blip r:embed="rId3">
            <a:extLst/>
          </a:blip>
          <a:stretch>
            <a:fillRect/>
          </a:stretch>
        </p:blipFill>
        <p:spPr>
          <a:xfrm>
            <a:off x="348713" y="1011848"/>
            <a:ext cx="8446574" cy="2599835"/>
          </a:xfrm>
          <a:prstGeom prst="rect">
            <a:avLst/>
          </a:prstGeom>
          <a:ln w="12700">
            <a:miter lim="400000"/>
          </a:ln>
        </p:spPr>
      </p:pic>
      <p:sp>
        <p:nvSpPr>
          <p:cNvPr id="490" name="타원형"/>
          <p:cNvSpPr/>
          <p:nvPr/>
        </p:nvSpPr>
        <p:spPr>
          <a:xfrm>
            <a:off x="5053039" y="3264029"/>
            <a:ext cx="646643" cy="219258"/>
          </a:xfrm>
          <a:prstGeom prst="ellipse">
            <a:avLst/>
          </a:prstGeom>
          <a:ln w="38100">
            <a:solidFill>
              <a:srgbClr val="FF0E00"/>
            </a:solidFill>
            <a:prstDash val="sysDot"/>
            <a:miter lim="400000"/>
          </a:ln>
        </p:spPr>
        <p:txBody>
          <a:bodyPr lIns="45719" rIns="45719" anchor="ctr"/>
          <a:lstStyle/>
          <a:p>
            <a:pPr>
              <a:lnSpc>
                <a:spcPct val="100000"/>
              </a:lnSpc>
              <a:defRPr b="0" sz="1400">
                <a:solidFill>
                  <a:srgbClr val="FF0E00"/>
                </a:solidFill>
                <a:latin typeface="Arial"/>
                <a:ea typeface="Arial"/>
                <a:cs typeface="Arial"/>
                <a:sym typeface="Arial"/>
              </a:defRPr>
            </a:pPr>
          </a:p>
        </p:txBody>
      </p:sp>
      <p:sp>
        <p:nvSpPr>
          <p:cNvPr id="491" name="선"/>
          <p:cNvSpPr/>
          <p:nvPr/>
        </p:nvSpPr>
        <p:spPr>
          <a:xfrm flipV="1">
            <a:off x="4370004" y="3520232"/>
            <a:ext cx="978097" cy="678549"/>
          </a:xfrm>
          <a:prstGeom prst="line">
            <a:avLst/>
          </a:prstGeom>
          <a:ln w="38100">
            <a:solidFill>
              <a:srgbClr val="FF0E00"/>
            </a:solidFill>
            <a:prstDash val="sysDot"/>
            <a:miter lim="400000"/>
          </a:ln>
          <a:effectLst>
            <a:outerShdw sx="100000" sy="100000" kx="0" ky="0" algn="b" rotWithShape="0" blurRad="38100" dist="20000" dir="5400000">
              <a:srgbClr val="000000">
                <a:alpha val="38000"/>
              </a:srgbClr>
            </a:outerShdw>
          </a:effectLst>
        </p:spPr>
        <p:txBody>
          <a:bodyPr lIns="45719" rIns="45719"/>
          <a:lstStyle/>
          <a:p>
            <a:pPr algn="ctr">
              <a:lnSpc>
                <a:spcPct val="100000"/>
              </a:lnSpc>
              <a:defRPr sz="3600">
                <a:solidFill>
                  <a:srgbClr val="FFFFFF"/>
                </a:solidFill>
                <a:latin typeface="Arial"/>
                <a:ea typeface="Arial"/>
                <a:cs typeface="Arial"/>
                <a:sym typeface="Arial"/>
              </a:defRPr>
            </a:pPr>
          </a:p>
        </p:txBody>
      </p:sp>
      <p:sp>
        <p:nvSpPr>
          <p:cNvPr id="492" name="산가지 표기법으로 재무재표를 작성한다?…"/>
          <p:cNvSpPr txBox="1"/>
          <p:nvPr/>
        </p:nvSpPr>
        <p:spPr>
          <a:xfrm>
            <a:off x="3687621" y="4095685"/>
            <a:ext cx="8224039" cy="84581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a:t>
            </a:r>
          </a:p>
          <a:p>
            <a:pPr>
              <a:defRPr sz="2400"/>
            </a:pPr>
            <a:r>
              <a:t>사라졌어야 할 H비트가 없어지지않았다</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496" name="Shape 442"/>
          <p:cNvSpPr txBox="1"/>
          <p:nvPr>
            <p:ph type="title"/>
          </p:nvPr>
        </p:nvSpPr>
        <p:spPr>
          <a:xfrm>
            <a:off x="108519" y="63834"/>
            <a:ext cx="9144001" cy="776531"/>
          </a:xfrm>
          <a:prstGeom prst="rect">
            <a:avLst/>
          </a:prstGeom>
        </p:spPr>
        <p:txBody>
          <a:bodyPr lIns="45699" tIns="45699" rIns="45699" bIns="45699"/>
          <a:lstStyle/>
          <a:p>
            <a:pPr/>
            <a:r>
              <a:t> 컴퓨터의 수치 표기법 - 축소 1-2</a:t>
            </a:r>
          </a:p>
        </p:txBody>
      </p:sp>
      <p:pic>
        <p:nvPicPr>
          <p:cNvPr id="497" name="스크린샷 2017-10-13 오전 1.06.32.png" descr="스크린샷 2017-10-13 오전 1.06.32.png"/>
          <p:cNvPicPr>
            <a:picLocks noChangeAspect="1"/>
          </p:cNvPicPr>
          <p:nvPr/>
        </p:nvPicPr>
        <p:blipFill>
          <a:blip r:embed="rId3">
            <a:extLst/>
          </a:blip>
          <a:srcRect l="0" t="0" r="0" b="44366"/>
          <a:stretch>
            <a:fillRect/>
          </a:stretch>
        </p:blipFill>
        <p:spPr>
          <a:xfrm>
            <a:off x="220279" y="1022008"/>
            <a:ext cx="6026523" cy="1031966"/>
          </a:xfrm>
          <a:prstGeom prst="rect">
            <a:avLst/>
          </a:prstGeom>
          <a:ln w="12700">
            <a:miter lim="400000"/>
          </a:ln>
        </p:spPr>
      </p:pic>
      <p:pic>
        <p:nvPicPr>
          <p:cNvPr id="498" name="스크린샷 2017-10-13 오전 12.41.22.png" descr="스크린샷 2017-10-13 오전 12.41.22.png"/>
          <p:cNvPicPr>
            <a:picLocks noChangeAspect="1"/>
          </p:cNvPicPr>
          <p:nvPr/>
        </p:nvPicPr>
        <p:blipFill>
          <a:blip r:embed="rId4">
            <a:extLst/>
          </a:blip>
          <a:srcRect l="0" t="40990" r="3238" b="0"/>
          <a:stretch>
            <a:fillRect/>
          </a:stretch>
        </p:blipFill>
        <p:spPr>
          <a:xfrm>
            <a:off x="220279" y="2378835"/>
            <a:ext cx="6026451" cy="2472565"/>
          </a:xfrm>
          <a:prstGeom prst="rect">
            <a:avLst/>
          </a:prstGeom>
          <a:ln w="12700">
            <a:miter lim="400000"/>
          </a:ln>
        </p:spPr>
      </p:pic>
      <p:sp>
        <p:nvSpPr>
          <p:cNvPr id="499" name="산가지 표기법으로 재무재표를 작성한다?…"/>
          <p:cNvSpPr txBox="1"/>
          <p:nvPr/>
        </p:nvSpPr>
        <p:spPr>
          <a:xfrm>
            <a:off x="4957621" y="2601286"/>
            <a:ext cx="8224039" cy="62229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r>
              <a:t>변환은 되었지만 printf에 인자를 전달해주기 </a:t>
            </a:r>
          </a:p>
          <a:p>
            <a:pPr/>
            <a:r>
              <a:t>전에 축소 됐던 부호가 다시 확장되었다.</a:t>
            </a:r>
          </a:p>
        </p:txBody>
      </p:sp>
      <p:sp>
        <p:nvSpPr>
          <p:cNvPr id="500" name="직사각형"/>
          <p:cNvSpPr/>
          <p:nvPr/>
        </p:nvSpPr>
        <p:spPr>
          <a:xfrm>
            <a:off x="1341119" y="2603579"/>
            <a:ext cx="3539092" cy="222172"/>
          </a:xfrm>
          <a:prstGeom prst="rect">
            <a:avLst/>
          </a:prstGeom>
          <a:ln w="25400">
            <a:solidFill>
              <a:srgbClr val="FF0E00"/>
            </a:solidFill>
            <a:miter lim="400000"/>
          </a:ln>
          <a:effectLst>
            <a:outerShdw sx="100000" sy="100000" kx="0" ky="0" algn="b" rotWithShape="0" blurRad="38100" dist="23000" dir="5400000">
              <a:srgbClr val="000000">
                <a:alpha val="35000"/>
              </a:srgbClr>
            </a:outerShdw>
          </a:effectLst>
        </p:spPr>
        <p:txBody>
          <a:bodyPr lIns="45719" rIns="45719" anchor="ctr"/>
          <a:lstStyle/>
          <a:p>
            <a:pPr algn="ctr">
              <a:lnSpc>
                <a:spcPct val="100000"/>
              </a:lnSpc>
              <a:defRPr sz="3600">
                <a:solidFill>
                  <a:srgbClr val="FFFFFF"/>
                </a:solidFill>
                <a:latin typeface="Arial"/>
                <a:ea typeface="Arial"/>
                <a:cs typeface="Arial"/>
                <a:sym typeface="Arial"/>
              </a:defRPr>
            </a:pP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04" name="Shape 442"/>
          <p:cNvSpPr txBox="1"/>
          <p:nvPr>
            <p:ph type="title"/>
          </p:nvPr>
        </p:nvSpPr>
        <p:spPr>
          <a:xfrm>
            <a:off x="108519" y="63834"/>
            <a:ext cx="9144001" cy="776531"/>
          </a:xfrm>
          <a:prstGeom prst="rect">
            <a:avLst/>
          </a:prstGeom>
        </p:spPr>
        <p:txBody>
          <a:bodyPr lIns="45699" tIns="45699" rIns="45699" bIns="45699"/>
          <a:lstStyle/>
          <a:p>
            <a:pPr/>
            <a:r>
              <a:t> 컴퓨터의 수치 표기법 - 축소 3</a:t>
            </a:r>
          </a:p>
        </p:txBody>
      </p:sp>
      <p:sp>
        <p:nvSpPr>
          <p:cNvPr id="505" name="산가지 표기법으로 재무재표를 작성한다?…"/>
          <p:cNvSpPr txBox="1"/>
          <p:nvPr/>
        </p:nvSpPr>
        <p:spPr>
          <a:xfrm>
            <a:off x="459980" y="1205250"/>
            <a:ext cx="8224040" cy="84581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2400"/>
            </a:lvl1pPr>
          </a:lstStyle>
          <a:p>
            <a:pPr/>
            <a:r>
              <a:t>C 컴파일러는 상위 비트를 잘라내 형변환을 하기 때문에 이를 방지하는 코드가 필요하다.(에러는 커녕 흔한 경고 메시지조차 없다)</a:t>
            </a:r>
          </a:p>
        </p:txBody>
      </p:sp>
      <p:pic>
        <p:nvPicPr>
          <p:cNvPr id="506" name="스크린샷 2017-10-13 오전 1.44.47.png" descr="스크린샷 2017-10-13 오전 1.44.47.png"/>
          <p:cNvPicPr>
            <a:picLocks noChangeAspect="1"/>
          </p:cNvPicPr>
          <p:nvPr/>
        </p:nvPicPr>
        <p:blipFill>
          <a:blip r:embed="rId3">
            <a:extLst/>
          </a:blip>
          <a:stretch>
            <a:fillRect/>
          </a:stretch>
        </p:blipFill>
        <p:spPr>
          <a:xfrm>
            <a:off x="3279432" y="2183949"/>
            <a:ext cx="5869294" cy="2958571"/>
          </a:xfrm>
          <a:prstGeom prst="rect">
            <a:avLst/>
          </a:prstGeom>
          <a:ln w="12700">
            <a:miter lim="400000"/>
          </a:ln>
        </p:spPr>
      </p:pic>
      <p:sp>
        <p:nvSpPr>
          <p:cNvPr id="507" name="직사각형"/>
          <p:cNvSpPr/>
          <p:nvPr/>
        </p:nvSpPr>
        <p:spPr>
          <a:xfrm>
            <a:off x="5659120" y="3172539"/>
            <a:ext cx="3032441" cy="300435"/>
          </a:xfrm>
          <a:prstGeom prst="rect">
            <a:avLst/>
          </a:prstGeom>
          <a:ln w="25400">
            <a:solidFill>
              <a:srgbClr val="FF0E00"/>
            </a:solidFill>
            <a:miter lim="400000"/>
          </a:ln>
          <a:effectLst>
            <a:outerShdw sx="100000" sy="100000" kx="0" ky="0" algn="b" rotWithShape="0" blurRad="38100" dist="23000" dir="5400000">
              <a:srgbClr val="000000">
                <a:alpha val="35000"/>
              </a:srgbClr>
            </a:outerShdw>
          </a:effectLst>
        </p:spPr>
        <p:txBody>
          <a:bodyPr lIns="45719" rIns="45719" anchor="ctr"/>
          <a:lstStyle/>
          <a:p>
            <a:pPr algn="ctr">
              <a:lnSpc>
                <a:spcPct val="100000"/>
              </a:lnSpc>
              <a:defRPr sz="3600">
                <a:solidFill>
                  <a:srgbClr val="FFFFFF"/>
                </a:solidFill>
                <a:latin typeface="Arial"/>
                <a:ea typeface="Arial"/>
                <a:cs typeface="Arial"/>
                <a:sym typeface="Arial"/>
              </a:defRPr>
            </a:pPr>
          </a:p>
        </p:txBody>
      </p:sp>
      <p:sp>
        <p:nvSpPr>
          <p:cNvPr id="508" name="산가지 표기법으로 재무재표를 작성한다?…"/>
          <p:cNvSpPr txBox="1"/>
          <p:nvPr/>
        </p:nvSpPr>
        <p:spPr>
          <a:xfrm>
            <a:off x="5628180" y="3523108"/>
            <a:ext cx="8224040" cy="87376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a:solidFill>
                  <a:srgbClr val="FF0E00"/>
                </a:solidFill>
              </a:defRPr>
            </a:pPr>
            <a:r>
              <a:t>데이터형이 가질 수 있는 크기가 넘어갈 </a:t>
            </a:r>
          </a:p>
          <a:p>
            <a:pPr>
              <a:defRPr>
                <a:solidFill>
                  <a:srgbClr val="FF0E00"/>
                </a:solidFill>
              </a:defRPr>
            </a:pPr>
            <a:r>
              <a:t>때의 조치가 필요하다.</a:t>
            </a:r>
          </a:p>
          <a:p>
            <a:pPr>
              <a:defRPr sz="1400">
                <a:solidFill>
                  <a:srgbClr val="FF0E00"/>
                </a:solidFill>
              </a:defRPr>
            </a:pPr>
            <a:r>
              <a:t>*실제 C에 제곱을 구해주는 연산자는 없다</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12" name="Shape 442"/>
          <p:cNvSpPr txBox="1"/>
          <p:nvPr>
            <p:ph type="title"/>
          </p:nvPr>
        </p:nvSpPr>
        <p:spPr>
          <a:xfrm>
            <a:off x="108519" y="63834"/>
            <a:ext cx="9144001" cy="776531"/>
          </a:xfrm>
          <a:prstGeom prst="rect">
            <a:avLst/>
          </a:prstGeom>
        </p:spPr>
        <p:txBody>
          <a:bodyPr lIns="45699" tIns="45699" rIns="45699" bIns="45699"/>
          <a:lstStyle/>
          <a:p>
            <a:pPr/>
            <a:r>
              <a:t> 컴퓨터의 수치 표기법 - 포화</a:t>
            </a:r>
          </a:p>
        </p:txBody>
      </p:sp>
      <p:sp>
        <p:nvSpPr>
          <p:cNvPr id="513" name="산가지 표기법으로 재무재표를 작성한다?…"/>
          <p:cNvSpPr txBox="1"/>
          <p:nvPr/>
        </p:nvSpPr>
        <p:spPr>
          <a:xfrm>
            <a:off x="442232" y="1058644"/>
            <a:ext cx="8224040" cy="166877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포화(saturation)는 데이터 사이즈 축소를 시키는 방법의 한 종류  정확할 수도 있고 단순히 근사치 일 수도 있는 방법</a:t>
            </a:r>
          </a:p>
          <a:p>
            <a:pPr>
              <a:defRPr sz="2400"/>
            </a:pPr>
            <a:r>
              <a:t>- 근사치 일지 혹은 정확할지의 결정은 변환 될 데이터형이 포함할 수 있는 범위인지 아닌지에 따라 달라진다</a:t>
            </a:r>
          </a:p>
        </p:txBody>
      </p:sp>
      <p:pic>
        <p:nvPicPr>
          <p:cNvPr id="514" name="이미지" descr="이미지"/>
          <p:cNvPicPr>
            <a:picLocks noChangeAspect="1"/>
          </p:cNvPicPr>
          <p:nvPr/>
        </p:nvPicPr>
        <p:blipFill>
          <a:blip r:embed="rId3">
            <a:extLst/>
          </a:blip>
          <a:stretch>
            <a:fillRect/>
          </a:stretch>
        </p:blipFill>
        <p:spPr>
          <a:xfrm>
            <a:off x="2601642" y="2819354"/>
            <a:ext cx="3940716" cy="2000776"/>
          </a:xfrm>
          <a:prstGeom prst="rect">
            <a:avLst/>
          </a:prstGeom>
          <a:ln w="12700">
            <a:miter lim="400000"/>
          </a:ln>
        </p:spPr>
      </p:pic>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18" name="Shape 442"/>
          <p:cNvSpPr txBox="1"/>
          <p:nvPr>
            <p:ph type="title"/>
          </p:nvPr>
        </p:nvSpPr>
        <p:spPr>
          <a:xfrm>
            <a:off x="108519" y="63834"/>
            <a:ext cx="9144001" cy="776531"/>
          </a:xfrm>
          <a:prstGeom prst="rect">
            <a:avLst/>
          </a:prstGeom>
        </p:spPr>
        <p:txBody>
          <a:bodyPr lIns="45699" tIns="45699" rIns="45699" bIns="45699"/>
          <a:lstStyle/>
          <a:p>
            <a:pPr/>
            <a:r>
              <a:t> 컴퓨터의 수치 표기법 – 포화 2</a:t>
            </a:r>
          </a:p>
        </p:txBody>
      </p:sp>
      <p:pic>
        <p:nvPicPr>
          <p:cNvPr id="519" name="스크린샷 2017-10-13 오전 2.38.05.png" descr="스크린샷 2017-10-13 오전 2.38.05.png"/>
          <p:cNvPicPr>
            <a:picLocks noChangeAspect="1"/>
          </p:cNvPicPr>
          <p:nvPr/>
        </p:nvPicPr>
        <p:blipFill>
          <a:blip r:embed="rId3">
            <a:extLst/>
          </a:blip>
          <a:stretch>
            <a:fillRect/>
          </a:stretch>
        </p:blipFill>
        <p:spPr>
          <a:xfrm>
            <a:off x="468534" y="1494612"/>
            <a:ext cx="3626070" cy="1991143"/>
          </a:xfrm>
          <a:prstGeom prst="rect">
            <a:avLst/>
          </a:prstGeom>
          <a:ln w="12700">
            <a:miter lim="400000"/>
          </a:ln>
        </p:spPr>
      </p:pic>
      <p:sp>
        <p:nvSpPr>
          <p:cNvPr id="520" name="산가지 표기법으로 재무재표를 작성한다?…"/>
          <p:cNvSpPr txBox="1"/>
          <p:nvPr/>
        </p:nvSpPr>
        <p:spPr>
          <a:xfrm>
            <a:off x="568499" y="4038517"/>
            <a:ext cx="8224041" cy="84581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포함 할 수있는 값의 크기를 넘어간다면 before형의 최대 값이 </a:t>
            </a:r>
          </a:p>
          <a:p>
            <a:pPr>
              <a:defRPr sz="2400"/>
            </a:pPr>
            <a:r>
              <a:t>들어가고, 그렇지 않다면 after의 값으로 교체된다.</a:t>
            </a:r>
          </a:p>
        </p:txBody>
      </p:sp>
      <p:grpSp>
        <p:nvGrpSpPr>
          <p:cNvPr id="525" name="그룹 16"/>
          <p:cNvGrpSpPr/>
          <p:nvPr/>
        </p:nvGrpSpPr>
        <p:grpSpPr>
          <a:xfrm>
            <a:off x="5476489" y="1152723"/>
            <a:ext cx="2543605" cy="2674921"/>
            <a:chOff x="0" y="0"/>
            <a:chExt cx="2543604" cy="2674920"/>
          </a:xfrm>
        </p:grpSpPr>
        <p:pic>
          <p:nvPicPr>
            <p:cNvPr id="521" name="Picture 2" descr="Picture 2"/>
            <p:cNvPicPr>
              <a:picLocks noChangeAspect="1"/>
            </p:cNvPicPr>
            <p:nvPr/>
          </p:nvPicPr>
          <p:blipFill>
            <a:blip r:embed="rId4">
              <a:extLst/>
            </a:blip>
            <a:stretch>
              <a:fillRect/>
            </a:stretch>
          </p:blipFill>
          <p:spPr>
            <a:xfrm>
              <a:off x="0" y="-1"/>
              <a:ext cx="2543605" cy="2674921"/>
            </a:xfrm>
            <a:prstGeom prst="rect">
              <a:avLst/>
            </a:prstGeom>
            <a:ln w="12700" cap="flat">
              <a:noFill/>
              <a:miter lim="400000"/>
            </a:ln>
            <a:effectLst/>
          </p:spPr>
        </p:pic>
        <p:sp>
          <p:nvSpPr>
            <p:cNvPr id="522" name="직선 연결선 2"/>
            <p:cNvSpPr/>
            <p:nvPr/>
          </p:nvSpPr>
          <p:spPr>
            <a:xfrm flipV="1">
              <a:off x="147146" y="1274710"/>
              <a:ext cx="1145046" cy="1132322"/>
            </a:xfrm>
            <a:prstGeom prst="line">
              <a:avLst/>
            </a:prstGeom>
            <a:noFill/>
            <a:ln w="38100" cap="flat">
              <a:solidFill>
                <a:schemeClr val="accent1"/>
              </a:solidFill>
              <a:prstDash val="solid"/>
              <a:round/>
              <a:headEnd type="oval" w="med" len="med"/>
            </a:ln>
            <a:effectLst>
              <a:outerShdw sx="100000" sy="100000" kx="0" ky="0" algn="b" rotWithShape="0" blurRad="38100" dist="20000" dir="5400000">
                <a:srgbClr val="000000">
                  <a:alpha val="38000"/>
                </a:srgbClr>
              </a:outerShdw>
            </a:effectLst>
          </p:spPr>
          <p:txBody>
            <a:bodyPr wrap="square" lIns="45718" tIns="45718" rIns="45718" bIns="45718" numCol="1" anchor="t">
              <a:noAutofit/>
            </a:bodyPr>
            <a:lstStyle/>
            <a:p>
              <a:pPr>
                <a:defRPr>
                  <a:latin typeface="+mn-lt"/>
                  <a:ea typeface="+mn-ea"/>
                  <a:cs typeface="+mn-cs"/>
                  <a:sym typeface="Helvetica Neue"/>
                </a:defRPr>
              </a:pPr>
            </a:p>
          </p:txBody>
        </p:sp>
        <p:sp>
          <p:nvSpPr>
            <p:cNvPr id="523" name="직선 연결선 9"/>
            <p:cNvSpPr/>
            <p:nvPr/>
          </p:nvSpPr>
          <p:spPr>
            <a:xfrm flipV="1">
              <a:off x="1274713" y="1274709"/>
              <a:ext cx="1157071" cy="5760"/>
            </a:xfrm>
            <a:prstGeom prst="line">
              <a:avLst/>
            </a:prstGeom>
            <a:noFill/>
            <a:ln w="38100" cap="flat">
              <a:solidFill>
                <a:schemeClr val="accent1"/>
              </a:solidFill>
              <a:prstDash val="solid"/>
              <a:round/>
              <a:tailEnd type="triangle" w="med" len="med"/>
            </a:ln>
            <a:effectLst>
              <a:outerShdw sx="100000" sy="100000" kx="0" ky="0" algn="b" rotWithShape="0" blurRad="38100" dist="20000" dir="5400000">
                <a:srgbClr val="000000">
                  <a:alpha val="38000"/>
                </a:srgbClr>
              </a:outerShdw>
            </a:effectLst>
          </p:spPr>
          <p:txBody>
            <a:bodyPr wrap="square" lIns="45718" tIns="45718" rIns="45718" bIns="45718" numCol="1" anchor="t">
              <a:noAutofit/>
            </a:bodyPr>
            <a:lstStyle/>
            <a:p>
              <a:pPr>
                <a:defRPr>
                  <a:latin typeface="+mn-lt"/>
                  <a:ea typeface="+mn-ea"/>
                  <a:cs typeface="+mn-cs"/>
                  <a:sym typeface="Helvetica Neue"/>
                </a:defRPr>
              </a:pPr>
            </a:p>
          </p:txBody>
        </p:sp>
        <p:sp>
          <p:nvSpPr>
            <p:cNvPr id="524" name="직선 연결선 20"/>
            <p:cNvSpPr/>
            <p:nvPr/>
          </p:nvSpPr>
          <p:spPr>
            <a:xfrm flipV="1">
              <a:off x="1271801" y="119609"/>
              <a:ext cx="1159983" cy="1160859"/>
            </a:xfrm>
            <a:prstGeom prst="line">
              <a:avLst/>
            </a:prstGeom>
            <a:noFill/>
            <a:ln w="38100" cap="flat">
              <a:solidFill>
                <a:srgbClr val="FF0000"/>
              </a:solidFill>
              <a:prstDash val="sysDot"/>
              <a:round/>
              <a:tailEnd type="triangle" w="med" len="med"/>
            </a:ln>
            <a:effectLst>
              <a:outerShdw sx="100000" sy="100000" kx="0" ky="0" algn="b" rotWithShape="0" blurRad="38100" dist="20000" dir="5400000">
                <a:srgbClr val="000000">
                  <a:alpha val="38000"/>
                </a:srgbClr>
              </a:outerShdw>
            </a:effectLst>
          </p:spPr>
          <p:txBody>
            <a:bodyPr wrap="square" lIns="45718" tIns="45718" rIns="45718" bIns="45718" numCol="1" anchor="t">
              <a:noAutofit/>
            </a:bodyPr>
            <a:lstStyle/>
            <a:p>
              <a:pPr>
                <a:defRPr>
                  <a:latin typeface="+mn-lt"/>
                  <a:ea typeface="+mn-ea"/>
                  <a:cs typeface="+mn-cs"/>
                  <a:sym typeface="Helvetica Neue"/>
                </a:defRPr>
              </a:pPr>
            </a:p>
          </p:txBody>
        </p:sp>
      </p:grpSp>
      <p:grpSp>
        <p:nvGrpSpPr>
          <p:cNvPr id="528" name="그룹"/>
          <p:cNvGrpSpPr/>
          <p:nvPr/>
        </p:nvGrpSpPr>
        <p:grpSpPr>
          <a:xfrm>
            <a:off x="5188272" y="1815932"/>
            <a:ext cx="1594392" cy="608461"/>
            <a:chOff x="0" y="0"/>
            <a:chExt cx="1594391" cy="608460"/>
          </a:xfrm>
        </p:grpSpPr>
        <p:sp>
          <p:nvSpPr>
            <p:cNvPr id="526" name="TextBox 18"/>
            <p:cNvSpPr txBox="1"/>
            <p:nvPr/>
          </p:nvSpPr>
          <p:spPr>
            <a:xfrm>
              <a:off x="0" y="0"/>
              <a:ext cx="988057" cy="2692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solidFill>
                    <a:srgbClr val="E46C0A"/>
                  </a:solidFill>
                </a:defRPr>
              </a:lvl1pPr>
            </a:lstStyle>
            <a:p>
              <a:pPr/>
              <a:r>
                <a:t>값 최대 허용치</a:t>
              </a:r>
            </a:p>
          </p:txBody>
        </p:sp>
        <p:sp>
          <p:nvSpPr>
            <p:cNvPr id="527" name="꺾인 연결선 24"/>
            <p:cNvSpPr/>
            <p:nvPr/>
          </p:nvSpPr>
          <p:spPr>
            <a:xfrm>
              <a:off x="1124665" y="156964"/>
              <a:ext cx="469727" cy="4514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5400" y="0"/>
                    <a:pt x="10800" y="5400"/>
                    <a:pt x="10800" y="10800"/>
                  </a:cubicBezTo>
                  <a:cubicBezTo>
                    <a:pt x="10800" y="16200"/>
                    <a:pt x="16200" y="21600"/>
                    <a:pt x="21600" y="21600"/>
                  </a:cubicBezTo>
                </a:path>
              </a:pathLst>
            </a:custGeom>
            <a:noFill/>
            <a:ln w="12700" cap="flat">
              <a:solidFill>
                <a:srgbClr val="C00000"/>
              </a:solidFill>
              <a:prstDash val="solid"/>
              <a:round/>
              <a:tailEnd type="oval" w="med" len="med"/>
            </a:ln>
            <a:effectLst>
              <a:outerShdw sx="100000" sy="100000" kx="0" ky="0" algn="b" rotWithShape="0" blurRad="38100" dist="20000" dir="5400000">
                <a:srgbClr val="000000">
                  <a:alpha val="38000"/>
                </a:srgbClr>
              </a:outerShdw>
            </a:effectLst>
          </p:spPr>
          <p:txBody>
            <a:bodyPr wrap="square" lIns="45718" tIns="45718" rIns="45718" bIns="45718" numCol="1" anchor="ctr">
              <a:noAutofit/>
            </a:bodyPr>
            <a:lstStyle/>
            <a:p>
              <a:pPr>
                <a:defRPr>
                  <a:latin typeface="+mn-lt"/>
                  <a:ea typeface="+mn-ea"/>
                  <a:cs typeface="+mn-cs"/>
                  <a:sym typeface="Helvetica Neue"/>
                </a:defRPr>
              </a:pPr>
            </a:p>
          </p:txBody>
        </p:sp>
      </p:grpSp>
      <p:sp>
        <p:nvSpPr>
          <p:cNvPr id="529" name="산가지 표기법으로 재무재표를 작성한다?…"/>
          <p:cNvSpPr txBox="1"/>
          <p:nvPr/>
        </p:nvSpPr>
        <p:spPr>
          <a:xfrm>
            <a:off x="582149" y="892744"/>
            <a:ext cx="1821056" cy="17805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a:solidFill>
                  <a:srgbClr val="FF0E00"/>
                </a:solidFill>
              </a:defRPr>
            </a:pPr>
            <a:r>
              <a:t>int형 변수 before </a:t>
            </a:r>
          </a:p>
          <a:p>
            <a:pPr>
              <a:defRPr>
                <a:solidFill>
                  <a:srgbClr val="FF0E00"/>
                </a:solidFill>
              </a:defRPr>
            </a:pPr>
            <a:r>
              <a:t>short형 변수 after</a:t>
            </a:r>
          </a:p>
          <a:p>
            <a:pPr>
              <a:defRPr>
                <a:solidFill>
                  <a:srgbClr val="FF0E00"/>
                </a:solidFill>
              </a:defRPr>
            </a:pPr>
          </a:p>
          <a:p>
            <a:pPr>
              <a:defRPr>
                <a:solidFill>
                  <a:srgbClr val="FF0E00"/>
                </a:solidFill>
              </a:defRPr>
            </a:pPr>
          </a:p>
          <a:p>
            <a:pPr>
              <a:defRPr>
                <a:solidFill>
                  <a:srgbClr val="FF0E00"/>
                </a:solidFill>
              </a:defRPr>
            </a:pP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33" name="Shape 166"/>
          <p:cNvSpPr txBox="1"/>
          <p:nvPr>
            <p:ph type="title" idx="4294967295"/>
          </p:nvPr>
        </p:nvSpPr>
        <p:spPr>
          <a:xfrm>
            <a:off x="3131848" y="2307525"/>
            <a:ext cx="6012003" cy="503702"/>
          </a:xfrm>
          <a:prstGeom prst="rect">
            <a:avLst/>
          </a:prstGeom>
        </p:spPr>
        <p:txBody>
          <a:bodyPr lIns="45699" tIns="45699" rIns="45699" bIns="45699"/>
          <a:lstStyle>
            <a:lvl1pPr defTabSz="731519">
              <a:defRPr sz="2500">
                <a:solidFill>
                  <a:srgbClr val="FFFFFF"/>
                </a:solidFill>
              </a:defRPr>
            </a:lvl1pPr>
          </a:lstStyle>
          <a:p>
            <a:pPr/>
            <a:r>
              <a:t>4. 다양한 표기법 </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37" name="Shape 442"/>
          <p:cNvSpPr txBox="1"/>
          <p:nvPr>
            <p:ph type="title"/>
          </p:nvPr>
        </p:nvSpPr>
        <p:spPr>
          <a:xfrm>
            <a:off x="108519" y="63834"/>
            <a:ext cx="9144001" cy="776531"/>
          </a:xfrm>
          <a:prstGeom prst="rect">
            <a:avLst/>
          </a:prstGeom>
        </p:spPr>
        <p:txBody>
          <a:bodyPr lIns="45699" tIns="45699" rIns="45699" bIns="45699"/>
          <a:lstStyle>
            <a:lvl1pPr>
              <a:defRPr sz="3400"/>
            </a:lvl1pPr>
          </a:lstStyle>
          <a:p>
            <a:pPr/>
            <a:r>
              <a:t> 컴퓨터의 수치 표기법 – 고정소수표기법 1 </a:t>
            </a:r>
          </a:p>
        </p:txBody>
      </p:sp>
      <p:sp>
        <p:nvSpPr>
          <p:cNvPr id="538" name="산가지 표기법으로 재무재표를 작성한다?…"/>
          <p:cNvSpPr txBox="1"/>
          <p:nvPr/>
        </p:nvSpPr>
        <p:spPr>
          <a:xfrm>
            <a:off x="395536" y="1059582"/>
            <a:ext cx="8224040" cy="166877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고정 된 비트의 개수로 정수와 실수 모두를 표현한다, 이 말은 곧, 소수점의 위치를 고정 시켜놓고 연산한다고 볼 수 있다. </a:t>
            </a:r>
          </a:p>
          <a:p>
            <a:pPr>
              <a:defRPr sz="2400"/>
            </a:pPr>
            <a:r>
              <a:t>과거 하드웨어에서 지원되지 않던 시기에 소프트웨어적으로 구현돼 사용되던 방법</a:t>
            </a:r>
          </a:p>
        </p:txBody>
      </p:sp>
      <p:sp>
        <p:nvSpPr>
          <p:cNvPr id="539" name="산가지 표기법으로 재무재표를 작성한다?…"/>
          <p:cNvSpPr txBox="1"/>
          <p:nvPr/>
        </p:nvSpPr>
        <p:spPr>
          <a:xfrm>
            <a:off x="547935" y="3723878"/>
            <a:ext cx="1791818" cy="84581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000</a:t>
            </a:r>
            <a:r>
              <a:rPr>
                <a:solidFill>
                  <a:srgbClr val="FF0000"/>
                </a:solidFill>
              </a:rPr>
              <a:t>1</a:t>
            </a:r>
            <a:r>
              <a:t>.4</a:t>
            </a:r>
          </a:p>
          <a:p>
            <a:pPr>
              <a:defRPr sz="2400">
                <a:solidFill>
                  <a:srgbClr val="FF0000"/>
                </a:solidFill>
              </a:defRPr>
            </a:pPr>
            <a:r>
              <a:t>3935</a:t>
            </a:r>
            <a:r>
              <a:rPr>
                <a:solidFill>
                  <a:srgbClr val="3F3F3F"/>
                </a:solidFill>
              </a:rPr>
              <a:t>.1</a:t>
            </a:r>
          </a:p>
        </p:txBody>
      </p:sp>
      <p:sp>
        <p:nvSpPr>
          <p:cNvPr id="540" name="산가지 표기법으로 재무재표를 작성한다?…"/>
          <p:cNvSpPr txBox="1"/>
          <p:nvPr/>
        </p:nvSpPr>
        <p:spPr>
          <a:xfrm>
            <a:off x="2771799" y="3502278"/>
            <a:ext cx="5976666" cy="125729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2400"/>
            </a:lvl1pPr>
          </a:lstStyle>
          <a:p>
            <a:pPr/>
            <a:r>
              <a:t>정수 1자리를 포함한 실수와 정수 4자리를 포함한 실수 모두 정수 표현에 같은 비트의 개수가 필요 </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44" name="Shape 442"/>
          <p:cNvSpPr txBox="1"/>
          <p:nvPr>
            <p:ph type="title"/>
          </p:nvPr>
        </p:nvSpPr>
        <p:spPr>
          <a:xfrm>
            <a:off x="108519" y="63834"/>
            <a:ext cx="9144001" cy="776531"/>
          </a:xfrm>
          <a:prstGeom prst="rect">
            <a:avLst/>
          </a:prstGeom>
        </p:spPr>
        <p:txBody>
          <a:bodyPr lIns="45699" tIns="45699" rIns="45699" bIns="45699"/>
          <a:lstStyle>
            <a:lvl1pPr>
              <a:defRPr sz="3400"/>
            </a:lvl1pPr>
          </a:lstStyle>
          <a:p>
            <a:pPr/>
            <a:r>
              <a:t> 컴퓨터의 수치 표기법 – 고정소수표기법 2</a:t>
            </a:r>
          </a:p>
        </p:txBody>
      </p:sp>
      <p:sp>
        <p:nvSpPr>
          <p:cNvPr id="545" name="산가지 표기법으로 재무재표를 작성한다?…"/>
          <p:cNvSpPr txBox="1"/>
          <p:nvPr/>
        </p:nvSpPr>
        <p:spPr>
          <a:xfrm>
            <a:off x="391557" y="1131590"/>
            <a:ext cx="8224040" cy="84581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2400"/>
            </a:lvl1pPr>
          </a:lstStyle>
          <a:p>
            <a:pPr/>
            <a:r>
              <a:t>절차 상 고정 소수점 연산은 덧셈과 뺄셈의 연산에 강하고 부동 소수점 연산은 곱셈과 나눗셈 연산에 강하다</a:t>
            </a:r>
          </a:p>
        </p:txBody>
      </p:sp>
      <p:sp>
        <p:nvSpPr>
          <p:cNvPr id="546" name="산가지 표기법으로 재무재표를 작성한다?…"/>
          <p:cNvSpPr txBox="1"/>
          <p:nvPr/>
        </p:nvSpPr>
        <p:spPr>
          <a:xfrm>
            <a:off x="2699791" y="2787774"/>
            <a:ext cx="2787945" cy="168909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3200"/>
            </a:pPr>
            <a:r>
              <a:t>1111.111</a:t>
            </a:r>
            <a:endParaRPr sz="2400"/>
          </a:p>
          <a:p>
            <a:pPr>
              <a:defRPr sz="3200"/>
            </a:pPr>
          </a:p>
          <a:p>
            <a:pPr>
              <a:defRPr sz="3200"/>
            </a:pPr>
            <a:r>
              <a:t>1231.2312</a:t>
            </a:r>
          </a:p>
        </p:txBody>
      </p:sp>
      <p:sp>
        <p:nvSpPr>
          <p:cNvPr id="547" name="오른쪽 화살표 1"/>
          <p:cNvSpPr/>
          <p:nvPr/>
        </p:nvSpPr>
        <p:spPr>
          <a:xfrm rot="16200000">
            <a:off x="3652222" y="3347510"/>
            <a:ext cx="327387" cy="360042"/>
          </a:xfrm>
          <a:prstGeom prst="rightArrow">
            <a:avLst>
              <a:gd name="adj1" fmla="val 50000"/>
              <a:gd name="adj2" fmla="val 50000"/>
            </a:avLst>
          </a:prstGeom>
          <a:solidFill>
            <a:srgbClr val="FFFFFF"/>
          </a:solidFill>
          <a:ln w="25400">
            <a:solidFill>
              <a:schemeClr val="accent1"/>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Neue"/>
              </a:defRPr>
            </a:pPr>
          </a:p>
        </p:txBody>
      </p:sp>
      <p:sp>
        <p:nvSpPr>
          <p:cNvPr id="548" name="오른쪽 화살표 5"/>
          <p:cNvSpPr/>
          <p:nvPr/>
        </p:nvSpPr>
        <p:spPr>
          <a:xfrm rot="16200000">
            <a:off x="2673171" y="4578346"/>
            <a:ext cx="327387" cy="360042"/>
          </a:xfrm>
          <a:prstGeom prst="rightArrow">
            <a:avLst>
              <a:gd name="adj1" fmla="val 50000"/>
              <a:gd name="adj2" fmla="val 50000"/>
            </a:avLst>
          </a:prstGeom>
          <a:solidFill>
            <a:srgbClr val="FFFFFF"/>
          </a:solidFill>
          <a:ln w="25400">
            <a:solidFill>
              <a:schemeClr val="accent1"/>
            </a:solidFill>
          </a:ln>
          <a:effectLst>
            <a:outerShdw sx="100000" sy="100000" kx="0" ky="0" algn="b" rotWithShape="0" blurRad="38100" dist="23000" dir="5400000">
              <a:srgbClr val="000000">
                <a:alpha val="35000"/>
              </a:srgbClr>
            </a:outerShdw>
          </a:effectLst>
        </p:spPr>
        <p:txBody>
          <a:bodyPr lIns="45718" tIns="45718" rIns="45718" bIns="45718" anchor="ctr"/>
          <a:lstStyle/>
          <a:p>
            <a:pPr>
              <a:defRPr>
                <a:latin typeface="+mn-lt"/>
                <a:ea typeface="+mn-ea"/>
                <a:cs typeface="+mn-cs"/>
                <a:sym typeface="Helvetica Neue"/>
              </a:defRPr>
            </a:pP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52" name="Shape 442"/>
          <p:cNvSpPr txBox="1"/>
          <p:nvPr>
            <p:ph type="title"/>
          </p:nvPr>
        </p:nvSpPr>
        <p:spPr>
          <a:xfrm>
            <a:off x="108519" y="63834"/>
            <a:ext cx="9144001" cy="776531"/>
          </a:xfrm>
          <a:prstGeom prst="rect">
            <a:avLst/>
          </a:prstGeom>
        </p:spPr>
        <p:txBody>
          <a:bodyPr lIns="45699" tIns="45699" rIns="45699" bIns="45699"/>
          <a:lstStyle/>
          <a:p>
            <a:pPr/>
            <a:r>
              <a:t> 컴퓨터의 수치 표기법 - BCD코드 1</a:t>
            </a:r>
          </a:p>
        </p:txBody>
      </p:sp>
      <p:sp>
        <p:nvSpPr>
          <p:cNvPr id="553" name="산가지 표기법으로 재무재표를 작성한다?…"/>
          <p:cNvSpPr txBox="1"/>
          <p:nvPr/>
        </p:nvSpPr>
        <p:spPr>
          <a:xfrm>
            <a:off x="611560" y="1275604"/>
            <a:ext cx="8224040" cy="125729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2400"/>
            </a:lvl1pPr>
          </a:lstStyle>
          <a:p>
            <a:pPr/>
            <a:r>
              <a:t>Bcd코드(Binary Coded Decimal), 이진화 십진 코드는 십진수의 각 자리를 4개의 비트로 표현하는 방법으로 자리의 가중치로 인해 8421코드로 불리기도 한다.</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57" name="Shape 442"/>
          <p:cNvSpPr txBox="1"/>
          <p:nvPr>
            <p:ph type="title"/>
          </p:nvPr>
        </p:nvSpPr>
        <p:spPr>
          <a:xfrm>
            <a:off x="108519" y="63834"/>
            <a:ext cx="9144001" cy="776531"/>
          </a:xfrm>
          <a:prstGeom prst="rect">
            <a:avLst/>
          </a:prstGeom>
        </p:spPr>
        <p:txBody>
          <a:bodyPr lIns="45699" tIns="45699" rIns="45699" bIns="45699"/>
          <a:lstStyle/>
          <a:p>
            <a:pPr/>
            <a:r>
              <a:t> 컴퓨터의 수치 표기법 - BCD코드 2</a:t>
            </a:r>
          </a:p>
        </p:txBody>
      </p:sp>
      <p:sp>
        <p:nvSpPr>
          <p:cNvPr id="558" name="산가지 표기법으로 재무재표를 작성한다?…"/>
          <p:cNvSpPr txBox="1"/>
          <p:nvPr/>
        </p:nvSpPr>
        <p:spPr>
          <a:xfrm>
            <a:off x="467544" y="1082843"/>
            <a:ext cx="8224040" cy="33415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marL="342900" indent="-342900">
              <a:buSzPct val="100000"/>
              <a:buChar char="-"/>
              <a:defRPr sz="2400"/>
            </a:pPr>
            <a:r>
              <a:t>총 4개의 비트 표현 수 : 16가지</a:t>
            </a:r>
          </a:p>
          <a:p>
            <a:pPr marL="342900" indent="-342900">
              <a:buSzPct val="100000"/>
              <a:buChar char="-"/>
              <a:defRPr sz="2400"/>
            </a:pPr>
            <a:r>
              <a:t>십진수 한 자리의 표현 심볼 수 : 10가지 </a:t>
            </a:r>
          </a:p>
          <a:p>
            <a:pPr marL="342900" indent="-342900">
              <a:buSzPct val="100000"/>
              <a:buChar char="à"/>
              <a:defRPr sz="2400"/>
            </a:pPr>
            <a:r>
              <a:t>나머지 6가지 표현은 버리도록 하고, 이를 무효코드라고 </a:t>
            </a:r>
          </a:p>
          <a:p>
            <a:pPr>
              <a:defRPr sz="2400"/>
            </a:pPr>
            <a:r>
              <a:t>부른다.</a:t>
            </a:r>
          </a:p>
          <a:p>
            <a:pPr>
              <a:defRPr sz="2400"/>
            </a:pPr>
          </a:p>
          <a:p>
            <a:pPr marL="342900" indent="-342900">
              <a:buSzPct val="100000"/>
              <a:buChar char="-"/>
              <a:defRPr sz="2400"/>
            </a:pPr>
            <a:r>
              <a:t>이진수의 1바이트 표현 : 0 ~ 255</a:t>
            </a:r>
          </a:p>
          <a:p>
            <a:pPr marL="342900" indent="-342900">
              <a:buSzPct val="100000"/>
              <a:buChar char="-"/>
              <a:defRPr sz="2400"/>
            </a:pPr>
            <a:r>
              <a:t>BCD의 표현 : 0 ~ 99 </a:t>
            </a:r>
          </a:p>
          <a:p>
            <a:pPr>
              <a:defRPr b="0" sz="2400">
                <a:latin typeface="Wingdings"/>
                <a:ea typeface="Wingdings"/>
                <a:cs typeface="Wingdings"/>
                <a:sym typeface="Wingdings"/>
              </a:defRPr>
            </a:pPr>
            <a:r>
              <a:t></a:t>
            </a:r>
            <a:r>
              <a:rPr b="1">
                <a:latin typeface="나눔바른고딕"/>
                <a:ea typeface="나눔바른고딕"/>
                <a:cs typeface="나눔바른고딕"/>
                <a:sym typeface="나눔바른고딕"/>
              </a:rPr>
              <a:t>1바이트 당 156의 오버헤드 발생</a:t>
            </a: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62" name="Shape 442"/>
          <p:cNvSpPr txBox="1"/>
          <p:nvPr>
            <p:ph type="title"/>
          </p:nvPr>
        </p:nvSpPr>
        <p:spPr>
          <a:xfrm>
            <a:off x="108519" y="63834"/>
            <a:ext cx="9144001" cy="776531"/>
          </a:xfrm>
          <a:prstGeom prst="rect">
            <a:avLst/>
          </a:prstGeom>
        </p:spPr>
        <p:txBody>
          <a:bodyPr lIns="45699" tIns="45699" rIns="45699" bIns="45699"/>
          <a:lstStyle/>
          <a:p>
            <a:pPr/>
            <a:r>
              <a:t> 컴퓨터의 수치 표기법 - BCD코드 3</a:t>
            </a:r>
          </a:p>
        </p:txBody>
      </p:sp>
      <p:sp>
        <p:nvSpPr>
          <p:cNvPr id="563" name="산가지 표기법으로 재무재표를 작성한다?…"/>
          <p:cNvSpPr txBox="1"/>
          <p:nvPr/>
        </p:nvSpPr>
        <p:spPr>
          <a:xfrm>
            <a:off x="611560" y="1275604"/>
            <a:ext cx="8224040" cy="208025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특징</a:t>
            </a:r>
          </a:p>
          <a:p>
            <a:pPr>
              <a:defRPr sz="2400"/>
            </a:pPr>
            <a:r>
              <a:t>- </a:t>
            </a:r>
            <a:r>
              <a:t>수 표기 방법과 십진 문자표기법과의 전환이 쉬움</a:t>
            </a:r>
          </a:p>
          <a:p>
            <a:pPr>
              <a:defRPr sz="2400"/>
            </a:pPr>
            <a:r>
              <a:t>- 값에 대한 연산, 손해</a:t>
            </a:r>
          </a:p>
          <a:p>
            <a:pPr>
              <a:defRPr sz="2400"/>
            </a:pPr>
            <a:r>
              <a:t>- 컴퓨터 상에서 표현 할 수 없는 수를 표현 가능 </a:t>
            </a:r>
          </a:p>
          <a:p>
            <a:pPr>
              <a:defRPr sz="2400"/>
            </a:pPr>
            <a:r>
              <a:t>Ex) 사용자에게 직접적으로 수를 보여줘야 하는 전자레인지</a:t>
            </a:r>
          </a:p>
        </p:txBody>
      </p:sp>
      <p:pic>
        <p:nvPicPr>
          <p:cNvPr id="564" name="Picture 2" descr="Picture 2"/>
          <p:cNvPicPr>
            <a:picLocks noChangeAspect="1"/>
          </p:cNvPicPr>
          <p:nvPr/>
        </p:nvPicPr>
        <p:blipFill>
          <a:blip r:embed="rId3">
            <a:extLst/>
          </a:blip>
          <a:stretch>
            <a:fillRect/>
          </a:stretch>
        </p:blipFill>
        <p:spPr>
          <a:xfrm>
            <a:off x="1475655" y="3147813"/>
            <a:ext cx="2095501" cy="6134102"/>
          </a:xfrm>
          <a:prstGeom prst="rect">
            <a:avLst/>
          </a:prstGeom>
          <a:ln w="12700">
            <a:miter lim="400000"/>
          </a:ln>
        </p:spPr>
      </p:pic>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68" name="Shape 442"/>
          <p:cNvSpPr txBox="1"/>
          <p:nvPr>
            <p:ph type="title"/>
          </p:nvPr>
        </p:nvSpPr>
        <p:spPr>
          <a:xfrm>
            <a:off x="108519" y="63834"/>
            <a:ext cx="9144001" cy="776531"/>
          </a:xfrm>
          <a:prstGeom prst="rect">
            <a:avLst/>
          </a:prstGeom>
        </p:spPr>
        <p:txBody>
          <a:bodyPr lIns="45699" tIns="45699" rIns="45699" bIns="45699"/>
          <a:lstStyle/>
          <a:p>
            <a:pPr/>
            <a:r>
              <a:t> 컴퓨터의 수치 표기법 - BCD코드 3</a:t>
            </a:r>
          </a:p>
        </p:txBody>
      </p:sp>
      <p:pic>
        <p:nvPicPr>
          <p:cNvPr id="569" name="Picture 2" descr="Picture 2"/>
          <p:cNvPicPr>
            <a:picLocks noChangeAspect="1"/>
          </p:cNvPicPr>
          <p:nvPr/>
        </p:nvPicPr>
        <p:blipFill>
          <a:blip r:embed="rId3">
            <a:extLst/>
          </a:blip>
          <a:stretch>
            <a:fillRect/>
          </a:stretch>
        </p:blipFill>
        <p:spPr>
          <a:xfrm>
            <a:off x="1475655" y="1347613"/>
            <a:ext cx="5616625" cy="2904678"/>
          </a:xfrm>
          <a:prstGeom prst="rect">
            <a:avLst/>
          </a:prstGeom>
          <a:ln w="12700">
            <a:miter lim="400000"/>
          </a:ln>
        </p:spPr>
      </p:pic>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73" name="Shape 442"/>
          <p:cNvSpPr txBox="1"/>
          <p:nvPr>
            <p:ph type="title"/>
          </p:nvPr>
        </p:nvSpPr>
        <p:spPr>
          <a:xfrm>
            <a:off x="108519" y="63834"/>
            <a:ext cx="9144001" cy="776531"/>
          </a:xfrm>
          <a:prstGeom prst="rect">
            <a:avLst/>
          </a:prstGeom>
        </p:spPr>
        <p:txBody>
          <a:bodyPr lIns="45699" tIns="45699" rIns="45699" bIns="45699"/>
          <a:lstStyle/>
          <a:p>
            <a:pPr/>
            <a:r>
              <a:t> 컴퓨터의 수치 표기법 - BCD코드 4</a:t>
            </a:r>
          </a:p>
        </p:txBody>
      </p:sp>
      <p:sp>
        <p:nvSpPr>
          <p:cNvPr id="574" name="산가지 표기법으로 재무재표를 작성한다?…"/>
          <p:cNvSpPr txBox="1"/>
          <p:nvPr/>
        </p:nvSpPr>
        <p:spPr>
          <a:xfrm>
            <a:off x="611560" y="1275604"/>
            <a:ext cx="8224040" cy="11455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나머지 </a:t>
            </a:r>
            <a:r>
              <a:t>4</a:t>
            </a:r>
            <a:r>
              <a:t>비트에 대한 처리</a:t>
            </a:r>
          </a:p>
          <a:p>
            <a:pPr marL="342900" indent="-342900">
              <a:buSzPct val="100000"/>
              <a:buFont typeface="Arial"/>
              <a:buChar char="•"/>
              <a:defRPr sz="2000"/>
            </a:pPr>
            <a:r>
              <a:t>4</a:t>
            </a:r>
            <a:r>
              <a:t>비트만 사용 하고</a:t>
            </a:r>
            <a:r>
              <a:t> </a:t>
            </a:r>
            <a:r>
              <a:t>나머지 </a:t>
            </a:r>
            <a:r>
              <a:t>4</a:t>
            </a:r>
            <a:r>
              <a:t>비트</a:t>
            </a:r>
            <a:r>
              <a:t>를 000/1111/0011</a:t>
            </a:r>
            <a:r>
              <a:t>으로 </a:t>
            </a:r>
            <a:r>
              <a:t>채우는 방법</a:t>
            </a:r>
          </a:p>
          <a:p>
            <a:pPr marL="342900" indent="-342900">
              <a:buSzPct val="100000"/>
              <a:buFont typeface="Arial"/>
              <a:buChar char="•"/>
              <a:defRPr sz="2000"/>
            </a:pPr>
            <a:r>
              <a:t>1바이트에 두 자리를 </a:t>
            </a:r>
            <a:r>
              <a:t>저장 하는 방법</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78" name="Shape 442"/>
          <p:cNvSpPr txBox="1"/>
          <p:nvPr>
            <p:ph type="title"/>
          </p:nvPr>
        </p:nvSpPr>
        <p:spPr>
          <a:xfrm>
            <a:off x="108519" y="63834"/>
            <a:ext cx="9144001" cy="776531"/>
          </a:xfrm>
          <a:prstGeom prst="rect">
            <a:avLst/>
          </a:prstGeom>
        </p:spPr>
        <p:txBody>
          <a:bodyPr lIns="45699" tIns="45699" rIns="45699" bIns="45699"/>
          <a:lstStyle>
            <a:lvl1pPr>
              <a:defRPr sz="3400"/>
            </a:lvl1pPr>
          </a:lstStyle>
          <a:p>
            <a:pPr/>
            <a:r>
              <a:t> 컴퓨터의 수치 표기법 - 스케일수 표기법 1</a:t>
            </a:r>
          </a:p>
        </p:txBody>
      </p:sp>
      <p:sp>
        <p:nvSpPr>
          <p:cNvPr id="579" name="산가지 표기법으로 재무재표를 작성한다?…"/>
          <p:cNvSpPr txBox="1"/>
          <p:nvPr/>
        </p:nvSpPr>
        <p:spPr>
          <a:xfrm>
            <a:off x="683568" y="1266466"/>
            <a:ext cx="8224040" cy="125729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스케일 수 표기법 (Scaled Numeric Formats)</a:t>
            </a:r>
          </a:p>
          <a:p>
            <a:pPr>
              <a:defRPr sz="2400"/>
            </a:pPr>
            <a:r>
              <a:t>실수부를 정수로 변환해서 수행하는 방법</a:t>
            </a:r>
            <a:r>
              <a:t>, </a:t>
            </a:r>
            <a:r>
              <a:t>실수부의 정확한 수치와 이진 포맷의 폭 넓은 표현 범위를 표현 할 수 있다</a:t>
            </a:r>
            <a:r>
              <a:t>.</a:t>
            </a:r>
          </a:p>
        </p:txBody>
      </p:sp>
      <p:sp>
        <p:nvSpPr>
          <p:cNvPr id="580" name="직사각형 1"/>
          <p:cNvSpPr txBox="1"/>
          <p:nvPr/>
        </p:nvSpPr>
        <p:spPr>
          <a:xfrm>
            <a:off x="683567" y="2355725"/>
            <a:ext cx="8064898" cy="84582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pPr>
          </a:p>
          <a:p>
            <a:pPr>
              <a:defRPr sz="2400"/>
            </a:pPr>
            <a:r>
              <a:t>- </a:t>
            </a:r>
            <a:r>
              <a:t>모든 연산을 정수 연산으로 변환해서 수행</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84" name="Shape 442"/>
          <p:cNvSpPr txBox="1"/>
          <p:nvPr>
            <p:ph type="title"/>
          </p:nvPr>
        </p:nvSpPr>
        <p:spPr>
          <a:xfrm>
            <a:off x="108519" y="63834"/>
            <a:ext cx="9144001" cy="776531"/>
          </a:xfrm>
          <a:prstGeom prst="rect">
            <a:avLst/>
          </a:prstGeom>
        </p:spPr>
        <p:txBody>
          <a:bodyPr lIns="45699" tIns="45699" rIns="45699" bIns="45699"/>
          <a:lstStyle>
            <a:lvl1pPr>
              <a:defRPr sz="3400"/>
            </a:lvl1pPr>
          </a:lstStyle>
          <a:p>
            <a:pPr/>
            <a:r>
              <a:t> 컴퓨터의 수치 표기법 - 스케일수 표기법 2 -1 </a:t>
            </a:r>
          </a:p>
        </p:txBody>
      </p:sp>
      <p:sp>
        <p:nvSpPr>
          <p:cNvPr id="585" name="산가지 표기법으로 재무재표를 작성한다?…"/>
          <p:cNvSpPr txBox="1"/>
          <p:nvPr/>
        </p:nvSpPr>
        <p:spPr>
          <a:xfrm>
            <a:off x="683568" y="1266466"/>
            <a:ext cx="8224040" cy="166877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0.1234567 = 0.1234567 * 10^7</a:t>
            </a:r>
          </a:p>
          <a:p>
            <a:pPr>
              <a:defRPr sz="2400"/>
            </a:pPr>
            <a:r>
              <a:t>               = 1234567 </a:t>
            </a:r>
          </a:p>
          <a:p>
            <a:pPr>
              <a:defRPr sz="2400"/>
            </a:pPr>
            <a:r>
              <a:t>               … 연산 수행 </a:t>
            </a:r>
          </a:p>
          <a:p>
            <a:pPr>
              <a:defRPr sz="2400"/>
            </a:pPr>
            <a:r>
              <a:t>               = 결과 / 10^7 </a:t>
            </a:r>
          </a:p>
        </p:txBody>
      </p:sp>
      <p:sp>
        <p:nvSpPr>
          <p:cNvPr id="586" name="산가지 표기법으로 재무재표를 작성한다?…"/>
          <p:cNvSpPr txBox="1"/>
          <p:nvPr/>
        </p:nvSpPr>
        <p:spPr>
          <a:xfrm>
            <a:off x="683568" y="1266466"/>
            <a:ext cx="8224040" cy="208025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0.1234567 = 0.1234567 * 10^7</a:t>
            </a:r>
          </a:p>
          <a:p>
            <a:pPr>
              <a:defRPr sz="2400"/>
            </a:pPr>
            <a:r>
              <a:t>               = 1234567 </a:t>
            </a:r>
          </a:p>
          <a:p>
            <a:pPr>
              <a:defRPr sz="2400"/>
            </a:pPr>
            <a:r>
              <a:t>               … 연산 수행 </a:t>
            </a:r>
          </a:p>
          <a:p>
            <a:pPr>
              <a:defRPr sz="2400"/>
            </a:pPr>
            <a:r>
              <a:t>               = 결과 / 10^7 </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88" name="Shape 442"/>
          <p:cNvSpPr txBox="1"/>
          <p:nvPr>
            <p:ph type="title"/>
          </p:nvPr>
        </p:nvSpPr>
        <p:spPr>
          <a:xfrm>
            <a:off x="108519" y="63834"/>
            <a:ext cx="9144001" cy="776531"/>
          </a:xfrm>
          <a:prstGeom prst="rect">
            <a:avLst/>
          </a:prstGeom>
        </p:spPr>
        <p:txBody>
          <a:bodyPr lIns="45699" tIns="45699" rIns="45699" bIns="45699"/>
          <a:lstStyle>
            <a:lvl1pPr>
              <a:defRPr sz="3400"/>
            </a:lvl1pPr>
          </a:lstStyle>
          <a:p>
            <a:pPr/>
            <a:r>
              <a:t> 컴퓨터의 수치 표기법 - 스케일수 표기법 2- 2</a:t>
            </a:r>
          </a:p>
        </p:txBody>
      </p:sp>
      <p:sp>
        <p:nvSpPr>
          <p:cNvPr id="589" name="산가지 표기법으로 재무재표를 작성한다?…"/>
          <p:cNvSpPr txBox="1"/>
          <p:nvPr/>
        </p:nvSpPr>
        <p:spPr>
          <a:xfrm>
            <a:off x="614554" y="2492169"/>
            <a:ext cx="5325600" cy="24917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0.1111 * 0.1111 = ?</a:t>
            </a:r>
          </a:p>
          <a:p>
            <a:pPr>
              <a:defRPr sz="2400"/>
            </a:pPr>
            <a:r>
              <a:t>= (1111 * 10^4) * (1111 * 10^4) </a:t>
            </a:r>
          </a:p>
          <a:p>
            <a:pPr>
              <a:defRPr sz="2400"/>
            </a:pPr>
            <a:r>
              <a:t>= 1234321/ 10^4 </a:t>
            </a:r>
          </a:p>
          <a:p>
            <a:pPr>
              <a:defRPr sz="2400"/>
            </a:pPr>
            <a:r>
              <a:t>= 123.4321 </a:t>
            </a:r>
            <a:r>
              <a:rPr>
                <a:solidFill>
                  <a:srgbClr val="FF0000"/>
                </a:solidFill>
              </a:rPr>
              <a:t>!= 0.01234321</a:t>
            </a:r>
          </a:p>
          <a:p>
            <a:pPr>
              <a:defRPr sz="2400">
                <a:solidFill>
                  <a:srgbClr val="FF0000"/>
                </a:solidFill>
              </a:defRPr>
            </a:pPr>
          </a:p>
        </p:txBody>
      </p:sp>
      <p:sp>
        <p:nvSpPr>
          <p:cNvPr id="590" name="산가지 표기법으로 재무재표를 작성한다?…"/>
          <p:cNvSpPr txBox="1"/>
          <p:nvPr/>
        </p:nvSpPr>
        <p:spPr>
          <a:xfrm>
            <a:off x="395536" y="1059582"/>
            <a:ext cx="8224040" cy="84581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오버플로우 발생의 우려</a:t>
            </a:r>
          </a:p>
          <a:p>
            <a:pPr>
              <a:defRPr sz="2400"/>
            </a:pPr>
            <a:r>
              <a:t>그리고 곱셈 혹은 나눗셈 연산에서의 문제 </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594" name="Shape 442"/>
          <p:cNvSpPr txBox="1"/>
          <p:nvPr>
            <p:ph type="title"/>
          </p:nvPr>
        </p:nvSpPr>
        <p:spPr>
          <a:xfrm>
            <a:off x="108519" y="63834"/>
            <a:ext cx="9144001" cy="776531"/>
          </a:xfrm>
          <a:prstGeom prst="rect">
            <a:avLst/>
          </a:prstGeom>
        </p:spPr>
        <p:txBody>
          <a:bodyPr lIns="45699" tIns="45699" rIns="45699" bIns="45699"/>
          <a:lstStyle>
            <a:lvl1pPr>
              <a:defRPr sz="3400"/>
            </a:lvl1pPr>
          </a:lstStyle>
          <a:p>
            <a:pPr/>
            <a:r>
              <a:t> 컴퓨터의 수치 표기법 - 스케일수 표기법 2- 3</a:t>
            </a:r>
          </a:p>
        </p:txBody>
      </p:sp>
      <p:sp>
        <p:nvSpPr>
          <p:cNvPr id="595" name="산가지 표기법으로 재무재표를 작성한다?…"/>
          <p:cNvSpPr txBox="1"/>
          <p:nvPr/>
        </p:nvSpPr>
        <p:spPr>
          <a:xfrm>
            <a:off x="623806" y="2850788"/>
            <a:ext cx="5325600" cy="24917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0.1111 * 0.1111 = ?</a:t>
            </a:r>
          </a:p>
          <a:p>
            <a:pPr>
              <a:defRPr sz="2400"/>
            </a:pPr>
            <a:r>
              <a:t>= (1111 * 10^4) * (1111 * 10^4) </a:t>
            </a:r>
          </a:p>
          <a:p>
            <a:pPr>
              <a:defRPr sz="2400"/>
            </a:pPr>
            <a:r>
              <a:t>= 1234321/ 10^4 / </a:t>
            </a:r>
            <a:r>
              <a:rPr>
                <a:solidFill>
                  <a:srgbClr val="FF0000"/>
                </a:solidFill>
              </a:rPr>
              <a:t>10^4</a:t>
            </a:r>
          </a:p>
          <a:p>
            <a:pPr>
              <a:defRPr sz="2400">
                <a:solidFill>
                  <a:srgbClr val="FF0000"/>
                </a:solidFill>
              </a:defRPr>
            </a:pPr>
            <a:r>
              <a:t>= 0.01234321</a:t>
            </a:r>
          </a:p>
          <a:p>
            <a:pPr>
              <a:defRPr sz="2400"/>
            </a:pPr>
          </a:p>
        </p:txBody>
      </p:sp>
      <p:sp>
        <p:nvSpPr>
          <p:cNvPr id="596" name="산가지 표기법으로 재무재표를 작성한다?…"/>
          <p:cNvSpPr txBox="1"/>
          <p:nvPr/>
        </p:nvSpPr>
        <p:spPr>
          <a:xfrm>
            <a:off x="612223" y="1779660"/>
            <a:ext cx="8136905" cy="434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2400"/>
            </a:lvl1pPr>
          </a:lstStyle>
          <a:p>
            <a:pPr/>
            <a:r>
              <a:t>정확한 연산 결과를 위한 Scale Factor 가 필요하다</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00" name="Shape 442"/>
          <p:cNvSpPr txBox="1"/>
          <p:nvPr>
            <p:ph type="title"/>
          </p:nvPr>
        </p:nvSpPr>
        <p:spPr>
          <a:xfrm>
            <a:off x="108519" y="63834"/>
            <a:ext cx="9144001" cy="776531"/>
          </a:xfrm>
          <a:prstGeom prst="rect">
            <a:avLst/>
          </a:prstGeom>
        </p:spPr>
        <p:txBody>
          <a:bodyPr lIns="45699" tIns="45699" rIns="45699" bIns="45699"/>
          <a:lstStyle/>
          <a:p>
            <a:pPr/>
            <a:r>
              <a:t> 컴퓨터의 수치 표기법 – 유리수 표기법</a:t>
            </a:r>
          </a:p>
        </p:txBody>
      </p:sp>
      <p:sp>
        <p:nvSpPr>
          <p:cNvPr id="601" name="산가지 표기법으로 재무재표를 작성한다?…"/>
          <p:cNvSpPr txBox="1"/>
          <p:nvPr/>
        </p:nvSpPr>
        <p:spPr>
          <a:xfrm>
            <a:off x="683568" y="1266466"/>
            <a:ext cx="8224040" cy="125729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2400"/>
            </a:lvl1pPr>
          </a:lstStyle>
          <a:p>
            <a:pPr/>
            <a:r>
              <a:t>N/D 유리수를 표현하는 것 처럼 한 쌍의 정수를 이용해서 실수를 표기하는 방법, 정수의 비로 나타낼 수 있기 때문에 1/3(=0.33333…)과 같은 값을 정확히 표현 할 수 있다</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03" name="Shape 821"/>
          <p:cNvSpPr txBox="1"/>
          <p:nvPr>
            <p:ph type="title"/>
          </p:nvPr>
        </p:nvSpPr>
        <p:spPr>
          <a:xfrm>
            <a:off x="1043607" y="2924942"/>
            <a:ext cx="7056785" cy="533310"/>
          </a:xfrm>
          <a:prstGeom prst="rect">
            <a:avLst/>
          </a:prstGeom>
        </p:spPr>
        <p:txBody>
          <a:bodyPr lIns="45699" tIns="45699" rIns="45699" bIns="45699"/>
          <a:lstStyle>
            <a:lvl1pPr defTabSz="795527">
              <a:defRPr sz="2700"/>
            </a:lvl1pPr>
          </a:lstStyle>
          <a:p>
            <a:pPr/>
            <a:r>
              <a:t>Thank you</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05" name="Shape 442"/>
          <p:cNvSpPr txBox="1"/>
          <p:nvPr>
            <p:ph type="title"/>
          </p:nvPr>
        </p:nvSpPr>
        <p:spPr>
          <a:xfrm>
            <a:off x="108519" y="63834"/>
            <a:ext cx="9144001" cy="776531"/>
          </a:xfrm>
          <a:prstGeom prst="rect">
            <a:avLst/>
          </a:prstGeom>
        </p:spPr>
        <p:txBody>
          <a:bodyPr lIns="45699" tIns="45699" rIns="45699" bIns="45699"/>
          <a:lstStyle/>
          <a:p>
            <a:pPr/>
            <a:r>
              <a:t> 컴퓨터의 수치 표기법</a:t>
            </a:r>
          </a:p>
        </p:txBody>
      </p:sp>
      <p:sp>
        <p:nvSpPr>
          <p:cNvPr id="606" name="산가지 표기법으로 재무재표를 작성한다?…"/>
          <p:cNvSpPr txBox="1"/>
          <p:nvPr/>
        </p:nvSpPr>
        <p:spPr>
          <a:xfrm>
            <a:off x="568499" y="1089173"/>
            <a:ext cx="8224041" cy="24917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1개의 비트 사용 시 나타낼 수 있는 범위 2가지 </a:t>
            </a:r>
          </a:p>
          <a:p>
            <a:pPr>
              <a:defRPr sz="2400"/>
            </a:pPr>
            <a:r>
              <a:t>2개의 비트 사용 시 나타낼 수 있는 범위 4가지 </a:t>
            </a:r>
          </a:p>
          <a:p>
            <a:pPr>
              <a:defRPr sz="2400"/>
            </a:pPr>
            <a:r>
              <a:t>4개의 비트 사용 시 나타낼 수 있는 범위 16가지 </a:t>
            </a:r>
          </a:p>
          <a:p>
            <a:pPr>
              <a:defRPr sz="2400"/>
            </a:pPr>
            <a:r>
              <a:t>…</a:t>
            </a:r>
          </a:p>
          <a:p>
            <a:pPr>
              <a:defRPr sz="2400"/>
            </a:pPr>
            <a:r>
              <a:t>32개의 비트 사용 시 나타낼 수 있는 범위 ?</a:t>
            </a:r>
          </a:p>
        </p:txBody>
      </p:sp>
      <p:pic>
        <p:nvPicPr>
          <p:cNvPr id="607" name="Picture 2" descr="Picture 2"/>
          <p:cNvPicPr>
            <a:picLocks noChangeAspect="1"/>
          </p:cNvPicPr>
          <p:nvPr/>
        </p:nvPicPr>
        <p:blipFill>
          <a:blip r:embed="rId3">
            <a:extLst/>
          </a:blip>
          <a:stretch>
            <a:fillRect/>
          </a:stretch>
        </p:blipFill>
        <p:spPr>
          <a:xfrm>
            <a:off x="1222696" y="3506089"/>
            <a:ext cx="885623" cy="1161335"/>
          </a:xfrm>
          <a:prstGeom prst="rect">
            <a:avLst/>
          </a:prstGeom>
          <a:ln w="12700">
            <a:miter lim="400000"/>
          </a:ln>
        </p:spPr>
      </p:pic>
      <p:grpSp>
        <p:nvGrpSpPr>
          <p:cNvPr id="612" name="그룹 1"/>
          <p:cNvGrpSpPr/>
          <p:nvPr/>
        </p:nvGrpSpPr>
        <p:grpSpPr>
          <a:xfrm>
            <a:off x="3210570" y="3475063"/>
            <a:ext cx="3548072" cy="1223385"/>
            <a:chOff x="0" y="0"/>
            <a:chExt cx="3548071" cy="1223384"/>
          </a:xfrm>
        </p:grpSpPr>
        <p:pic>
          <p:nvPicPr>
            <p:cNvPr id="608" name="Picture 2" descr="Picture 2"/>
            <p:cNvPicPr>
              <a:picLocks noChangeAspect="1"/>
            </p:cNvPicPr>
            <p:nvPr/>
          </p:nvPicPr>
          <p:blipFill>
            <a:blip r:embed="rId3">
              <a:extLst/>
            </a:blip>
            <a:stretch>
              <a:fillRect/>
            </a:stretch>
          </p:blipFill>
          <p:spPr>
            <a:xfrm rot="10800000">
              <a:off x="0" y="0"/>
              <a:ext cx="911318" cy="1204413"/>
            </a:xfrm>
            <a:prstGeom prst="rect">
              <a:avLst/>
            </a:prstGeom>
            <a:ln w="12700" cap="flat">
              <a:noFill/>
              <a:miter lim="400000"/>
            </a:ln>
            <a:effectLst/>
          </p:spPr>
        </p:pic>
        <p:pic>
          <p:nvPicPr>
            <p:cNvPr id="609" name="Picture 2" descr="Picture 2"/>
            <p:cNvPicPr>
              <a:picLocks noChangeAspect="1"/>
            </p:cNvPicPr>
            <p:nvPr/>
          </p:nvPicPr>
          <p:blipFill>
            <a:blip r:embed="rId3">
              <a:extLst/>
            </a:blip>
            <a:stretch>
              <a:fillRect/>
            </a:stretch>
          </p:blipFill>
          <p:spPr>
            <a:xfrm rot="10800000">
              <a:off x="2636753" y="18971"/>
              <a:ext cx="911319" cy="1204414"/>
            </a:xfrm>
            <a:prstGeom prst="rect">
              <a:avLst/>
            </a:prstGeom>
            <a:ln w="12700" cap="flat">
              <a:noFill/>
              <a:miter lim="400000"/>
            </a:ln>
            <a:effectLst/>
          </p:spPr>
        </p:pic>
        <p:pic>
          <p:nvPicPr>
            <p:cNvPr id="610" name="Picture 2" descr="Picture 2"/>
            <p:cNvPicPr>
              <a:picLocks noChangeAspect="1"/>
            </p:cNvPicPr>
            <p:nvPr/>
          </p:nvPicPr>
          <p:blipFill>
            <a:blip r:embed="rId3">
              <a:extLst/>
            </a:blip>
            <a:stretch>
              <a:fillRect/>
            </a:stretch>
          </p:blipFill>
          <p:spPr>
            <a:xfrm rot="10800000">
              <a:off x="1725435" y="0"/>
              <a:ext cx="911319" cy="1204414"/>
            </a:xfrm>
            <a:prstGeom prst="rect">
              <a:avLst/>
            </a:prstGeom>
            <a:ln w="12700" cap="flat">
              <a:noFill/>
              <a:miter lim="400000"/>
            </a:ln>
            <a:effectLst/>
          </p:spPr>
        </p:pic>
        <p:pic>
          <p:nvPicPr>
            <p:cNvPr id="611" name="Picture 2" descr="Picture 2"/>
            <p:cNvPicPr>
              <a:picLocks noChangeAspect="1"/>
            </p:cNvPicPr>
            <p:nvPr/>
          </p:nvPicPr>
          <p:blipFill>
            <a:blip r:embed="rId3">
              <a:extLst/>
            </a:blip>
            <a:stretch>
              <a:fillRect/>
            </a:stretch>
          </p:blipFill>
          <p:spPr>
            <a:xfrm>
              <a:off x="906652" y="1"/>
              <a:ext cx="911318" cy="1204414"/>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16" name="Shape 442"/>
          <p:cNvSpPr txBox="1"/>
          <p:nvPr>
            <p:ph type="title"/>
          </p:nvPr>
        </p:nvSpPr>
        <p:spPr>
          <a:xfrm>
            <a:off x="0" y="63834"/>
            <a:ext cx="9144000" cy="776531"/>
          </a:xfrm>
          <a:prstGeom prst="rect">
            <a:avLst/>
          </a:prstGeom>
        </p:spPr>
        <p:txBody>
          <a:bodyPr lIns="45699" tIns="45699" rIns="45699" bIns="45699"/>
          <a:lstStyle/>
          <a:p>
            <a:pPr/>
            <a:r>
              <a:t> 수와 수치 표기법</a:t>
            </a:r>
          </a:p>
        </p:txBody>
      </p:sp>
      <p:grpSp>
        <p:nvGrpSpPr>
          <p:cNvPr id="620" name="Shape 570"/>
          <p:cNvGrpSpPr/>
          <p:nvPr/>
        </p:nvGrpSpPr>
        <p:grpSpPr>
          <a:xfrm>
            <a:off x="6220069" y="1727394"/>
            <a:ext cx="854577" cy="891987"/>
            <a:chOff x="0" y="0"/>
            <a:chExt cx="854576" cy="891985"/>
          </a:xfrm>
        </p:grpSpPr>
        <p:sp>
          <p:nvSpPr>
            <p:cNvPr id="617" name="Shape 571"/>
            <p:cNvSpPr txBox="1"/>
            <p:nvPr/>
          </p:nvSpPr>
          <p:spPr>
            <a:xfrm>
              <a:off x="3398" y="-1"/>
              <a:ext cx="851178" cy="3453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lvl1pPr>
                <a:defRPr sz="1800"/>
              </a:lvl1pPr>
            </a:lstStyle>
            <a:p>
              <a:pPr/>
              <a:r>
                <a:t>2진법</a:t>
              </a:r>
            </a:p>
          </p:txBody>
        </p:sp>
        <p:sp>
          <p:nvSpPr>
            <p:cNvPr id="618" name="Shape 572"/>
            <p:cNvSpPr txBox="1"/>
            <p:nvPr/>
          </p:nvSpPr>
          <p:spPr>
            <a:xfrm>
              <a:off x="-1" y="273293"/>
              <a:ext cx="851178" cy="3453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lvl1pPr>
                <a:defRPr sz="1800"/>
              </a:lvl1pPr>
            </a:lstStyle>
            <a:p>
              <a:pPr/>
              <a:r>
                <a:t>8진법</a:t>
              </a:r>
            </a:p>
          </p:txBody>
        </p:sp>
        <p:sp>
          <p:nvSpPr>
            <p:cNvPr id="619" name="Shape 573"/>
            <p:cNvSpPr txBox="1"/>
            <p:nvPr/>
          </p:nvSpPr>
          <p:spPr>
            <a:xfrm>
              <a:off x="-1" y="546587"/>
              <a:ext cx="851178" cy="3453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699" tIns="45699" rIns="45699" bIns="45699" numCol="1" anchor="t">
              <a:spAutoFit/>
            </a:bodyPr>
            <a:lstStyle>
              <a:lvl1pPr>
                <a:defRPr sz="1800"/>
              </a:lvl1pPr>
            </a:lstStyle>
            <a:p>
              <a:pPr/>
              <a:r>
                <a:t>16진법</a:t>
              </a:r>
            </a:p>
          </p:txBody>
        </p:sp>
      </p:grpSp>
      <p:grpSp>
        <p:nvGrpSpPr>
          <p:cNvPr id="627" name="Shape 578"/>
          <p:cNvGrpSpPr/>
          <p:nvPr/>
        </p:nvGrpSpPr>
        <p:grpSpPr>
          <a:xfrm>
            <a:off x="1527509" y="1802165"/>
            <a:ext cx="4627656" cy="836780"/>
            <a:chOff x="0" y="0"/>
            <a:chExt cx="4627655" cy="836778"/>
          </a:xfrm>
        </p:grpSpPr>
        <p:sp>
          <p:nvSpPr>
            <p:cNvPr id="621" name="Shape 579"/>
            <p:cNvSpPr/>
            <p:nvPr/>
          </p:nvSpPr>
          <p:spPr>
            <a:xfrm>
              <a:off x="2748" y="0"/>
              <a:ext cx="4624893" cy="218208"/>
            </a:xfrm>
            <a:prstGeom prst="rect">
              <a:avLst/>
            </a:prstGeom>
            <a:solidFill>
              <a:srgbClr val="D8D8D8"/>
            </a:solidFill>
            <a:ln w="12700" cap="flat">
              <a:noFill/>
              <a:miter lim="400000"/>
            </a:ln>
            <a:effectLst/>
          </p:spPr>
          <p:txBody>
            <a:bodyPr wrap="square" lIns="45718" tIns="45718" rIns="45718" bIns="45718" numCol="1" anchor="ctr">
              <a:noAutofit/>
            </a:bodyPr>
            <a:lstStyle/>
            <a:p>
              <a:pPr algn="ctr">
                <a:lnSpc>
                  <a:spcPct val="100000"/>
                </a:lnSpc>
                <a:defRPr sz="1100">
                  <a:solidFill>
                    <a:srgbClr val="FFFFFF"/>
                  </a:solidFill>
                  <a:latin typeface="Arial"/>
                  <a:ea typeface="Arial"/>
                  <a:cs typeface="Arial"/>
                  <a:sym typeface="Arial"/>
                </a:defRPr>
              </a:pPr>
            </a:p>
          </p:txBody>
        </p:sp>
        <p:sp>
          <p:nvSpPr>
            <p:cNvPr id="622" name="Shape 580"/>
            <p:cNvSpPr/>
            <p:nvPr/>
          </p:nvSpPr>
          <p:spPr>
            <a:xfrm>
              <a:off x="2755" y="314168"/>
              <a:ext cx="4624894" cy="218208"/>
            </a:xfrm>
            <a:prstGeom prst="rect">
              <a:avLst/>
            </a:prstGeom>
            <a:solidFill>
              <a:srgbClr val="D8D8D8"/>
            </a:solidFill>
            <a:ln w="12700" cap="flat">
              <a:noFill/>
              <a:miter lim="400000"/>
            </a:ln>
            <a:effectLst/>
          </p:spPr>
          <p:txBody>
            <a:bodyPr wrap="square" lIns="45718" tIns="45718" rIns="45718" bIns="45718" numCol="1" anchor="ctr">
              <a:noAutofit/>
            </a:bodyPr>
            <a:lstStyle/>
            <a:p>
              <a:pPr algn="ctr">
                <a:lnSpc>
                  <a:spcPct val="100000"/>
                </a:lnSpc>
                <a:defRPr sz="1100">
                  <a:solidFill>
                    <a:srgbClr val="FFFFFF"/>
                  </a:solidFill>
                  <a:latin typeface="Arial"/>
                  <a:ea typeface="Arial"/>
                  <a:cs typeface="Arial"/>
                  <a:sym typeface="Arial"/>
                </a:defRPr>
              </a:pPr>
            </a:p>
          </p:txBody>
        </p:sp>
        <p:sp>
          <p:nvSpPr>
            <p:cNvPr id="623" name="Shape 581"/>
            <p:cNvSpPr/>
            <p:nvPr/>
          </p:nvSpPr>
          <p:spPr>
            <a:xfrm>
              <a:off x="2763" y="618569"/>
              <a:ext cx="4624893" cy="218210"/>
            </a:xfrm>
            <a:prstGeom prst="rect">
              <a:avLst/>
            </a:prstGeom>
            <a:solidFill>
              <a:srgbClr val="D8D8D8"/>
            </a:solidFill>
            <a:ln w="12700" cap="flat">
              <a:noFill/>
              <a:miter lim="400000"/>
            </a:ln>
            <a:effectLst/>
          </p:spPr>
          <p:txBody>
            <a:bodyPr wrap="square" lIns="45718" tIns="45718" rIns="45718" bIns="45718" numCol="1" anchor="ctr">
              <a:noAutofit/>
            </a:bodyPr>
            <a:lstStyle/>
            <a:p>
              <a:pPr algn="ctr">
                <a:lnSpc>
                  <a:spcPct val="100000"/>
                </a:lnSpc>
                <a:defRPr sz="1100">
                  <a:solidFill>
                    <a:srgbClr val="FFFFFF"/>
                  </a:solidFill>
                  <a:latin typeface="Arial"/>
                  <a:ea typeface="Arial"/>
                  <a:cs typeface="Arial"/>
                  <a:sym typeface="Arial"/>
                </a:defRPr>
              </a:pPr>
            </a:p>
          </p:txBody>
        </p:sp>
        <p:sp>
          <p:nvSpPr>
            <p:cNvPr id="624" name="Shape 583"/>
            <p:cNvSpPr/>
            <p:nvPr/>
          </p:nvSpPr>
          <p:spPr>
            <a:xfrm>
              <a:off x="2752" y="0"/>
              <a:ext cx="1156223" cy="218208"/>
            </a:xfrm>
            <a:prstGeom prst="rect">
              <a:avLst/>
            </a:prstGeom>
            <a:solidFill>
              <a:srgbClr val="0DD2D9"/>
            </a:solidFill>
            <a:ln w="12700" cap="flat">
              <a:noFill/>
              <a:miter lim="400000"/>
            </a:ln>
            <a:effectLst/>
          </p:spPr>
          <p:txBody>
            <a:bodyPr wrap="square" lIns="45718" tIns="45718" rIns="45718" bIns="45718" numCol="1" anchor="ctr">
              <a:noAutofit/>
            </a:bodyPr>
            <a:lstStyle/>
            <a:p>
              <a:pPr algn="ctr">
                <a:lnSpc>
                  <a:spcPct val="100000"/>
                </a:lnSpc>
                <a:defRPr sz="1100">
                  <a:solidFill>
                    <a:srgbClr val="FFFFFF"/>
                  </a:solidFill>
                  <a:latin typeface="Arial"/>
                  <a:ea typeface="Arial"/>
                  <a:cs typeface="Arial"/>
                  <a:sym typeface="Arial"/>
                </a:defRPr>
              </a:pPr>
            </a:p>
          </p:txBody>
        </p:sp>
        <p:sp>
          <p:nvSpPr>
            <p:cNvPr id="625" name="Shape 584"/>
            <p:cNvSpPr/>
            <p:nvPr/>
          </p:nvSpPr>
          <p:spPr>
            <a:xfrm>
              <a:off x="2763" y="314166"/>
              <a:ext cx="39600" cy="218206"/>
            </a:xfrm>
            <a:prstGeom prst="rect">
              <a:avLst/>
            </a:prstGeom>
            <a:solidFill>
              <a:srgbClr val="0DD2D9"/>
            </a:solidFill>
            <a:ln w="12700" cap="flat">
              <a:noFill/>
              <a:miter lim="400000"/>
            </a:ln>
            <a:effectLst/>
          </p:spPr>
          <p:txBody>
            <a:bodyPr wrap="square" lIns="45718" tIns="45718" rIns="45718" bIns="45718" numCol="1" anchor="ctr">
              <a:noAutofit/>
            </a:bodyPr>
            <a:lstStyle/>
            <a:p>
              <a:pPr algn="ctr">
                <a:lnSpc>
                  <a:spcPct val="100000"/>
                </a:lnSpc>
                <a:defRPr sz="1100">
                  <a:solidFill>
                    <a:srgbClr val="FFFFFF"/>
                  </a:solidFill>
                  <a:latin typeface="Arial"/>
                  <a:ea typeface="Arial"/>
                  <a:cs typeface="Arial"/>
                  <a:sym typeface="Arial"/>
                </a:defRPr>
              </a:pPr>
            </a:p>
          </p:txBody>
        </p:sp>
        <p:sp>
          <p:nvSpPr>
            <p:cNvPr id="626" name="Shape 585"/>
            <p:cNvSpPr/>
            <p:nvPr/>
          </p:nvSpPr>
          <p:spPr>
            <a:xfrm>
              <a:off x="0" y="618569"/>
              <a:ext cx="12700" cy="218210"/>
            </a:xfrm>
            <a:prstGeom prst="rect">
              <a:avLst/>
            </a:prstGeom>
            <a:solidFill>
              <a:srgbClr val="0DD2D9"/>
            </a:solidFill>
            <a:ln w="12700" cap="flat">
              <a:noFill/>
              <a:miter lim="400000"/>
            </a:ln>
            <a:effectLst/>
          </p:spPr>
          <p:txBody>
            <a:bodyPr wrap="square" lIns="45718" tIns="45718" rIns="45718" bIns="45718" numCol="1" anchor="ctr">
              <a:noAutofit/>
            </a:bodyPr>
            <a:lstStyle/>
            <a:p>
              <a:pPr algn="ctr">
                <a:lnSpc>
                  <a:spcPct val="100000"/>
                </a:lnSpc>
                <a:defRPr sz="1100">
                  <a:solidFill>
                    <a:srgbClr val="FFFFFF"/>
                  </a:solidFill>
                  <a:latin typeface="Arial"/>
                  <a:ea typeface="Arial"/>
                  <a:cs typeface="Arial"/>
                  <a:sym typeface="Arial"/>
                </a:defRPr>
              </a:pPr>
            </a:p>
          </p:txBody>
        </p:sp>
      </p:grpSp>
      <p:sp>
        <p:nvSpPr>
          <p:cNvPr id="628" name="[그림 - 산가지 표기법 ]"/>
          <p:cNvSpPr txBox="1"/>
          <p:nvPr/>
        </p:nvSpPr>
        <p:spPr>
          <a:xfrm>
            <a:off x="1247347" y="1419621"/>
            <a:ext cx="4751970" cy="2946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lgn="r">
              <a:lnSpc>
                <a:spcPct val="100000"/>
              </a:lnSpc>
              <a:defRPr sz="1400">
                <a:solidFill>
                  <a:srgbClr val="535353"/>
                </a:solidFill>
              </a:defRPr>
            </a:pPr>
            <a:r>
              <a:t>[그림 </a:t>
            </a:r>
            <a:r>
              <a:t>–</a:t>
            </a:r>
            <a:r>
              <a:t> </a:t>
            </a:r>
            <a:r>
              <a:t>첫번째 자리에서의 </a:t>
            </a:r>
            <a:r>
              <a:t>산가지 표기법의 효율 비교</a:t>
            </a:r>
            <a:r>
              <a:t>]</a:t>
            </a:r>
          </a:p>
        </p:txBody>
      </p:sp>
      <p:graphicFrame>
        <p:nvGraphicFramePr>
          <p:cNvPr id="629" name="표 1"/>
          <p:cNvGraphicFramePr/>
          <p:nvPr/>
        </p:nvGraphicFramePr>
        <p:xfrm>
          <a:off x="1403648" y="3075806"/>
          <a:ext cx="6096001" cy="124221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524000"/>
                <a:gridCol w="1524000"/>
                <a:gridCol w="1524000"/>
                <a:gridCol w="1524000"/>
              </a:tblGrid>
              <a:tr h="129688">
                <a:tc>
                  <a:txBody>
                    <a:bodyPr/>
                    <a:lstStyle/>
                    <a:p>
                      <a:pPr>
                        <a:defRPr>
                          <a:solidFill>
                            <a:srgbClr val="3F3F3F"/>
                          </a:solidFill>
                          <a:latin typeface="+mn-lt"/>
                          <a:ea typeface="+mn-ea"/>
                          <a:cs typeface="+mn-cs"/>
                          <a:sym typeface="Helvetica Neue"/>
                        </a:defRPr>
                      </a:pPr>
                      <a:r>
                        <a:t>진법</a:t>
                      </a:r>
                      <a:r>
                        <a:t>/</a:t>
                      </a:r>
                      <a:r>
                        <a:t>자리수</a:t>
                      </a:r>
                    </a:p>
                  </a:txBody>
                  <a:tcPr marL="45720" marR="45720" marT="45720" marB="45720" anchor="t" anchorCtr="0" horzOverflow="overflow">
                    <a:lnL w="12700">
                      <a:solidFill>
                        <a:srgbClr val="3F3F3F"/>
                      </a:solidFill>
                    </a:lnL>
                    <a:lnR w="12700">
                      <a:solidFill>
                        <a:srgbClr val="3F3F3F"/>
                      </a:solidFill>
                    </a:lnR>
                    <a:lnT w="12700">
                      <a:solidFill>
                        <a:srgbClr val="3F3F3F"/>
                      </a:solidFill>
                    </a:lnT>
                    <a:lnB w="12700">
                      <a:solidFill>
                        <a:srgbClr val="3F3F3F"/>
                      </a:solidFill>
                    </a:lnB>
                    <a:noFill/>
                  </a:tcPr>
                </a:tc>
                <a:tc>
                  <a:txBody>
                    <a:bodyPr/>
                    <a:lstStyle/>
                    <a:p>
                      <a:pPr>
                        <a:defRPr sz="1800"/>
                      </a:pPr>
                      <a:r>
                        <a:rPr sz="1200">
                          <a:solidFill>
                            <a:srgbClr val="FF0000"/>
                          </a:solidFill>
                          <a:latin typeface="+mn-lt"/>
                          <a:ea typeface="+mn-ea"/>
                          <a:cs typeface="+mn-cs"/>
                          <a:sym typeface="Helvetica Neue"/>
                        </a:rPr>
                        <a:t>첫번째 </a:t>
                      </a:r>
                    </a:p>
                  </a:txBody>
                  <a:tcPr marL="45720" marR="45720" marT="45720" marB="45720" anchor="t" anchorCtr="0" horzOverflow="overflow">
                    <a:lnL w="12700">
                      <a:solidFill>
                        <a:srgbClr val="3F3F3F"/>
                      </a:solidFill>
                    </a:lnL>
                    <a:lnR w="12700">
                      <a:solidFill>
                        <a:srgbClr val="3F3F3F"/>
                      </a:solidFill>
                    </a:lnR>
                    <a:lnT w="12700">
                      <a:solidFill>
                        <a:srgbClr val="3F3F3F"/>
                      </a:solidFill>
                    </a:lnT>
                    <a:lnB w="12700">
                      <a:solidFill>
                        <a:srgbClr val="3F3F3F"/>
                      </a:solidFill>
                    </a:lnB>
                    <a:noFill/>
                  </a:tcPr>
                </a:tc>
                <a:tc>
                  <a:txBody>
                    <a:bodyPr/>
                    <a:lstStyle/>
                    <a:p>
                      <a:pPr>
                        <a:defRPr sz="1800"/>
                      </a:pPr>
                      <a:r>
                        <a:rPr sz="1200">
                          <a:solidFill>
                            <a:srgbClr val="3F3F3F"/>
                          </a:solidFill>
                          <a:latin typeface="+mn-lt"/>
                          <a:ea typeface="+mn-ea"/>
                          <a:cs typeface="+mn-cs"/>
                          <a:sym typeface="Helvetica Neue"/>
                        </a:rPr>
                        <a:t>두번째</a:t>
                      </a:r>
                    </a:p>
                  </a:txBody>
                  <a:tcPr marL="45720" marR="45720" marT="45720" marB="45720" anchor="t" anchorCtr="0" horzOverflow="overflow">
                    <a:lnL w="12700">
                      <a:solidFill>
                        <a:srgbClr val="3F3F3F"/>
                      </a:solidFill>
                    </a:lnL>
                    <a:lnR w="12700">
                      <a:solidFill>
                        <a:srgbClr val="3F3F3F"/>
                      </a:solidFill>
                    </a:lnR>
                    <a:lnT w="12700">
                      <a:solidFill>
                        <a:srgbClr val="3F3F3F"/>
                      </a:solidFill>
                    </a:lnT>
                    <a:lnB w="12700">
                      <a:solidFill>
                        <a:srgbClr val="3F3F3F"/>
                      </a:solidFill>
                    </a:lnB>
                    <a:noFill/>
                  </a:tcPr>
                </a:tc>
                <a:tc>
                  <a:txBody>
                    <a:bodyPr/>
                    <a:lstStyle/>
                    <a:p>
                      <a:pPr>
                        <a:defRPr sz="1800"/>
                      </a:pPr>
                      <a:r>
                        <a:rPr sz="1200">
                          <a:solidFill>
                            <a:srgbClr val="3F3F3F"/>
                          </a:solidFill>
                          <a:latin typeface="+mn-lt"/>
                          <a:ea typeface="+mn-ea"/>
                          <a:cs typeface="+mn-cs"/>
                          <a:sym typeface="Helvetica Neue"/>
                        </a:rPr>
                        <a:t>세번째</a:t>
                      </a:r>
                    </a:p>
                  </a:txBody>
                  <a:tcPr marL="45720" marR="45720" marT="45720" marB="45720" anchor="t" anchorCtr="0" horzOverflow="overflow">
                    <a:lnL w="12700">
                      <a:solidFill>
                        <a:srgbClr val="3F3F3F"/>
                      </a:solidFill>
                    </a:lnL>
                    <a:lnR w="12700">
                      <a:solidFill>
                        <a:srgbClr val="3F3F3F"/>
                      </a:solidFill>
                    </a:lnR>
                    <a:lnT w="12700">
                      <a:solidFill>
                        <a:srgbClr val="3F3F3F"/>
                      </a:solidFill>
                    </a:lnT>
                    <a:lnB w="12700">
                      <a:solidFill>
                        <a:srgbClr val="3F3F3F"/>
                      </a:solidFill>
                    </a:lnB>
                    <a:noFill/>
                  </a:tcPr>
                </a:tc>
              </a:tr>
              <a:tr h="370840">
                <a:tc>
                  <a:txBody>
                    <a:bodyPr/>
                    <a:lstStyle/>
                    <a:p>
                      <a:pPr>
                        <a:defRPr>
                          <a:solidFill>
                            <a:srgbClr val="3F3F3F"/>
                          </a:solidFill>
                          <a:latin typeface="+mn-lt"/>
                          <a:ea typeface="+mn-ea"/>
                          <a:cs typeface="+mn-cs"/>
                          <a:sym typeface="Helvetica Neue"/>
                        </a:defRPr>
                      </a:pPr>
                      <a:r>
                        <a:t>2</a:t>
                      </a:r>
                      <a:r>
                        <a:t>진법</a:t>
                      </a:r>
                    </a:p>
                  </a:txBody>
                  <a:tcPr marL="45720" marR="45720" marT="45720" marB="45720" anchor="t" anchorCtr="0" horzOverflow="overflow">
                    <a:lnL w="12700">
                      <a:solidFill>
                        <a:srgbClr val="3F3F3F"/>
                      </a:solidFill>
                    </a:lnL>
                    <a:lnR w="12700">
                      <a:solidFill>
                        <a:srgbClr val="3F3F3F"/>
                      </a:solidFill>
                    </a:lnR>
                    <a:lnT w="12700">
                      <a:solidFill>
                        <a:srgbClr val="3F3F3F"/>
                      </a:solidFill>
                    </a:lnT>
                    <a:lnB w="12700">
                      <a:solidFill>
                        <a:srgbClr val="3F3F3F"/>
                      </a:solidFill>
                    </a:lnB>
                    <a:noFill/>
                  </a:tcPr>
                </a:tc>
                <a:tc>
                  <a:txBody>
                    <a:bodyPr/>
                    <a:lstStyle/>
                    <a:p>
                      <a:pPr>
                        <a:defRPr sz="1800"/>
                      </a:pPr>
                      <a:r>
                        <a:rPr sz="1200">
                          <a:solidFill>
                            <a:srgbClr val="FF0000"/>
                          </a:solidFill>
                          <a:latin typeface="+mn-lt"/>
                          <a:ea typeface="+mn-ea"/>
                          <a:cs typeface="+mn-cs"/>
                          <a:sym typeface="Helvetica Neue"/>
                        </a:rPr>
                        <a:t>1/2</a:t>
                      </a:r>
                    </a:p>
                  </a:txBody>
                  <a:tcPr marL="45720" marR="45720" marT="45720" marB="45720" anchor="t" anchorCtr="0" horzOverflow="overflow">
                    <a:lnL w="12700">
                      <a:solidFill>
                        <a:srgbClr val="3F3F3F"/>
                      </a:solidFill>
                    </a:lnL>
                    <a:lnR w="12700">
                      <a:solidFill>
                        <a:srgbClr val="3F3F3F"/>
                      </a:solidFill>
                    </a:lnR>
                    <a:lnT w="12700">
                      <a:solidFill>
                        <a:srgbClr val="3F3F3F"/>
                      </a:solidFill>
                    </a:lnT>
                    <a:lnB w="12700">
                      <a:solidFill>
                        <a:srgbClr val="3F3F3F"/>
                      </a:solidFill>
                    </a:lnB>
                    <a:noFill/>
                  </a:tcPr>
                </a:tc>
                <a:tc>
                  <a:txBody>
                    <a:bodyPr/>
                    <a:lstStyle/>
                    <a:p>
                      <a:pPr>
                        <a:defRPr sz="1800"/>
                      </a:pPr>
                      <a:r>
                        <a:rPr sz="1200">
                          <a:solidFill>
                            <a:srgbClr val="3F3F3F"/>
                          </a:solidFill>
                          <a:latin typeface="+mn-lt"/>
                          <a:ea typeface="+mn-ea"/>
                          <a:cs typeface="+mn-cs"/>
                          <a:sym typeface="Helvetica Neue"/>
                        </a:rPr>
                        <a:t>1/4</a:t>
                      </a:r>
                    </a:p>
                  </a:txBody>
                  <a:tcPr marL="45720" marR="45720" marT="45720" marB="45720" anchor="t" anchorCtr="0" horzOverflow="overflow">
                    <a:lnL w="12700">
                      <a:solidFill>
                        <a:srgbClr val="3F3F3F"/>
                      </a:solidFill>
                    </a:lnL>
                    <a:lnR w="12700">
                      <a:solidFill>
                        <a:srgbClr val="3F3F3F"/>
                      </a:solidFill>
                    </a:lnR>
                    <a:lnT w="12700">
                      <a:solidFill>
                        <a:srgbClr val="3F3F3F"/>
                      </a:solidFill>
                    </a:lnT>
                    <a:lnB w="12700">
                      <a:solidFill>
                        <a:srgbClr val="3F3F3F"/>
                      </a:solidFill>
                    </a:lnB>
                    <a:noFill/>
                  </a:tcPr>
                </a:tc>
                <a:tc>
                  <a:txBody>
                    <a:bodyPr/>
                    <a:lstStyle/>
                    <a:p>
                      <a:pPr>
                        <a:defRPr sz="1800"/>
                      </a:pPr>
                      <a:r>
                        <a:rPr sz="1200">
                          <a:solidFill>
                            <a:srgbClr val="3F3F3F"/>
                          </a:solidFill>
                          <a:latin typeface="+mn-lt"/>
                          <a:ea typeface="+mn-ea"/>
                          <a:cs typeface="+mn-cs"/>
                          <a:sym typeface="Helvetica Neue"/>
                        </a:rPr>
                        <a:t>1/8</a:t>
                      </a:r>
                    </a:p>
                  </a:txBody>
                  <a:tcPr marL="45720" marR="45720" marT="45720" marB="45720" anchor="t" anchorCtr="0" horzOverflow="overflow">
                    <a:lnL w="12700">
                      <a:solidFill>
                        <a:srgbClr val="3F3F3F"/>
                      </a:solidFill>
                    </a:lnL>
                    <a:lnR w="12700">
                      <a:solidFill>
                        <a:srgbClr val="3F3F3F"/>
                      </a:solidFill>
                    </a:lnR>
                    <a:lnT w="12700">
                      <a:solidFill>
                        <a:srgbClr val="3F3F3F"/>
                      </a:solidFill>
                    </a:lnT>
                    <a:lnB w="12700">
                      <a:solidFill>
                        <a:srgbClr val="3F3F3F"/>
                      </a:solidFill>
                    </a:lnB>
                    <a:noFill/>
                  </a:tcPr>
                </a:tc>
              </a:tr>
              <a:tr h="370840">
                <a:tc>
                  <a:txBody>
                    <a:bodyPr/>
                    <a:lstStyle/>
                    <a:p>
                      <a:pPr>
                        <a:defRPr>
                          <a:solidFill>
                            <a:srgbClr val="3F3F3F"/>
                          </a:solidFill>
                          <a:latin typeface="+mn-lt"/>
                          <a:ea typeface="+mn-ea"/>
                          <a:cs typeface="+mn-cs"/>
                          <a:sym typeface="Helvetica Neue"/>
                        </a:defRPr>
                      </a:pPr>
                      <a:r>
                        <a:t>8</a:t>
                      </a:r>
                      <a:r>
                        <a:t>진법</a:t>
                      </a:r>
                    </a:p>
                  </a:txBody>
                  <a:tcPr marL="45720" marR="45720" marT="45720" marB="45720" anchor="t" anchorCtr="0" horzOverflow="overflow">
                    <a:lnL w="12700">
                      <a:solidFill>
                        <a:srgbClr val="3F3F3F"/>
                      </a:solidFill>
                    </a:lnL>
                    <a:lnR w="12700">
                      <a:solidFill>
                        <a:srgbClr val="3F3F3F"/>
                      </a:solidFill>
                    </a:lnR>
                    <a:lnT w="12700">
                      <a:solidFill>
                        <a:srgbClr val="3F3F3F"/>
                      </a:solidFill>
                    </a:lnT>
                    <a:lnB w="12700">
                      <a:solidFill>
                        <a:srgbClr val="3F3F3F"/>
                      </a:solidFill>
                    </a:lnB>
                    <a:noFill/>
                  </a:tcPr>
                </a:tc>
                <a:tc>
                  <a:txBody>
                    <a:bodyPr/>
                    <a:lstStyle/>
                    <a:p>
                      <a:pPr>
                        <a:defRPr sz="1800"/>
                      </a:pPr>
                      <a:r>
                        <a:rPr sz="1200">
                          <a:solidFill>
                            <a:srgbClr val="FF0000"/>
                          </a:solidFill>
                          <a:latin typeface="+mn-lt"/>
                          <a:ea typeface="+mn-ea"/>
                          <a:cs typeface="+mn-cs"/>
                          <a:sym typeface="Helvetica Neue"/>
                        </a:rPr>
                        <a:t>1/8</a:t>
                      </a:r>
                    </a:p>
                  </a:txBody>
                  <a:tcPr marL="45720" marR="45720" marT="45720" marB="45720" anchor="t" anchorCtr="0" horzOverflow="overflow">
                    <a:lnL w="12700">
                      <a:solidFill>
                        <a:srgbClr val="3F3F3F"/>
                      </a:solidFill>
                    </a:lnL>
                    <a:lnR w="12700">
                      <a:solidFill>
                        <a:srgbClr val="3F3F3F"/>
                      </a:solidFill>
                    </a:lnR>
                    <a:lnT w="12700">
                      <a:solidFill>
                        <a:srgbClr val="3F3F3F"/>
                      </a:solidFill>
                    </a:lnT>
                    <a:lnB w="12700">
                      <a:solidFill>
                        <a:srgbClr val="3F3F3F"/>
                      </a:solidFill>
                    </a:lnB>
                    <a:noFill/>
                  </a:tcPr>
                </a:tc>
                <a:tc>
                  <a:txBody>
                    <a:bodyPr/>
                    <a:lstStyle/>
                    <a:p>
                      <a:pPr>
                        <a:defRPr sz="1800"/>
                      </a:pPr>
                      <a:r>
                        <a:rPr sz="1200">
                          <a:solidFill>
                            <a:srgbClr val="3F3F3F"/>
                          </a:solidFill>
                          <a:latin typeface="+mn-lt"/>
                          <a:ea typeface="+mn-ea"/>
                          <a:cs typeface="+mn-cs"/>
                          <a:sym typeface="Helvetica Neue"/>
                        </a:rPr>
                        <a:t>1/64</a:t>
                      </a:r>
                    </a:p>
                  </a:txBody>
                  <a:tcPr marL="45720" marR="45720" marT="45720" marB="45720" anchor="t" anchorCtr="0" horzOverflow="overflow">
                    <a:lnL w="12700">
                      <a:solidFill>
                        <a:srgbClr val="3F3F3F"/>
                      </a:solidFill>
                    </a:lnL>
                    <a:lnR w="12700">
                      <a:solidFill>
                        <a:srgbClr val="3F3F3F"/>
                      </a:solidFill>
                    </a:lnR>
                    <a:lnT w="12700">
                      <a:solidFill>
                        <a:srgbClr val="3F3F3F"/>
                      </a:solidFill>
                    </a:lnT>
                    <a:lnB w="12700">
                      <a:solidFill>
                        <a:srgbClr val="3F3F3F"/>
                      </a:solidFill>
                    </a:lnB>
                    <a:noFill/>
                  </a:tcPr>
                </a:tc>
                <a:tc>
                  <a:txBody>
                    <a:bodyPr/>
                    <a:lstStyle/>
                    <a:p>
                      <a:pPr>
                        <a:defRPr sz="1800"/>
                      </a:pPr>
                      <a:r>
                        <a:rPr sz="1200">
                          <a:solidFill>
                            <a:srgbClr val="3F3F3F"/>
                          </a:solidFill>
                          <a:latin typeface="+mn-lt"/>
                          <a:ea typeface="+mn-ea"/>
                          <a:cs typeface="+mn-cs"/>
                          <a:sym typeface="Helvetica Neue"/>
                        </a:rPr>
                        <a:t>1/512</a:t>
                      </a:r>
                    </a:p>
                  </a:txBody>
                  <a:tcPr marL="45720" marR="45720" marT="45720" marB="45720" anchor="t" anchorCtr="0" horzOverflow="overflow">
                    <a:lnL w="12700">
                      <a:solidFill>
                        <a:srgbClr val="3F3F3F"/>
                      </a:solidFill>
                    </a:lnL>
                    <a:lnR w="12700">
                      <a:solidFill>
                        <a:srgbClr val="3F3F3F"/>
                      </a:solidFill>
                    </a:lnR>
                    <a:lnT w="12700">
                      <a:solidFill>
                        <a:srgbClr val="3F3F3F"/>
                      </a:solidFill>
                    </a:lnT>
                    <a:lnB w="12700">
                      <a:solidFill>
                        <a:srgbClr val="3F3F3F"/>
                      </a:solidFill>
                    </a:lnB>
                    <a:noFill/>
                  </a:tcPr>
                </a:tc>
              </a:tr>
              <a:tr h="370840">
                <a:tc>
                  <a:txBody>
                    <a:bodyPr/>
                    <a:lstStyle/>
                    <a:p>
                      <a:pPr>
                        <a:defRPr>
                          <a:solidFill>
                            <a:srgbClr val="3F3F3F"/>
                          </a:solidFill>
                          <a:latin typeface="+mn-lt"/>
                          <a:ea typeface="+mn-ea"/>
                          <a:cs typeface="+mn-cs"/>
                          <a:sym typeface="Helvetica Neue"/>
                        </a:defRPr>
                      </a:pPr>
                      <a:r>
                        <a:t>16</a:t>
                      </a:r>
                      <a:r>
                        <a:t>진법</a:t>
                      </a:r>
                    </a:p>
                  </a:txBody>
                  <a:tcPr marL="45720" marR="45720" marT="45720" marB="45720" anchor="t" anchorCtr="0" horzOverflow="overflow">
                    <a:lnL w="12700">
                      <a:solidFill>
                        <a:srgbClr val="3F3F3F"/>
                      </a:solidFill>
                    </a:lnL>
                    <a:lnR w="12700">
                      <a:solidFill>
                        <a:srgbClr val="3F3F3F"/>
                      </a:solidFill>
                    </a:lnR>
                    <a:lnT w="12700">
                      <a:solidFill>
                        <a:srgbClr val="3F3F3F"/>
                      </a:solidFill>
                    </a:lnT>
                    <a:lnB w="12700">
                      <a:solidFill>
                        <a:srgbClr val="3F3F3F"/>
                      </a:solidFill>
                    </a:lnB>
                    <a:noFill/>
                  </a:tcPr>
                </a:tc>
                <a:tc>
                  <a:txBody>
                    <a:bodyPr/>
                    <a:lstStyle/>
                    <a:p>
                      <a:pPr>
                        <a:defRPr sz="1800"/>
                      </a:pPr>
                      <a:r>
                        <a:rPr sz="1200">
                          <a:solidFill>
                            <a:srgbClr val="FF0000"/>
                          </a:solidFill>
                          <a:latin typeface="+mn-lt"/>
                          <a:ea typeface="+mn-ea"/>
                          <a:cs typeface="+mn-cs"/>
                          <a:sym typeface="Helvetica Neue"/>
                        </a:rPr>
                        <a:t>1/16</a:t>
                      </a:r>
                    </a:p>
                  </a:txBody>
                  <a:tcPr marL="45720" marR="45720" marT="45720" marB="45720" anchor="t" anchorCtr="0" horzOverflow="overflow">
                    <a:lnL w="12700">
                      <a:solidFill>
                        <a:srgbClr val="3F3F3F"/>
                      </a:solidFill>
                    </a:lnL>
                    <a:lnR w="12700">
                      <a:solidFill>
                        <a:srgbClr val="3F3F3F"/>
                      </a:solidFill>
                    </a:lnR>
                    <a:lnT w="12700">
                      <a:solidFill>
                        <a:srgbClr val="3F3F3F"/>
                      </a:solidFill>
                    </a:lnT>
                    <a:lnB w="12700">
                      <a:solidFill>
                        <a:srgbClr val="3F3F3F"/>
                      </a:solidFill>
                    </a:lnB>
                    <a:noFill/>
                  </a:tcPr>
                </a:tc>
                <a:tc>
                  <a:txBody>
                    <a:bodyPr/>
                    <a:lstStyle/>
                    <a:p>
                      <a:pPr>
                        <a:defRPr sz="1800"/>
                      </a:pPr>
                      <a:r>
                        <a:rPr sz="1200">
                          <a:solidFill>
                            <a:srgbClr val="3F3F3F"/>
                          </a:solidFill>
                          <a:latin typeface="+mn-lt"/>
                          <a:ea typeface="+mn-ea"/>
                          <a:cs typeface="+mn-cs"/>
                          <a:sym typeface="Helvetica Neue"/>
                        </a:rPr>
                        <a:t>1/256</a:t>
                      </a:r>
                    </a:p>
                  </a:txBody>
                  <a:tcPr marL="45720" marR="45720" marT="45720" marB="45720" anchor="t" anchorCtr="0" horzOverflow="overflow">
                    <a:lnL w="12700">
                      <a:solidFill>
                        <a:srgbClr val="3F3F3F"/>
                      </a:solidFill>
                    </a:lnL>
                    <a:lnR w="12700">
                      <a:solidFill>
                        <a:srgbClr val="3F3F3F"/>
                      </a:solidFill>
                    </a:lnR>
                    <a:lnT w="12700">
                      <a:solidFill>
                        <a:srgbClr val="3F3F3F"/>
                      </a:solidFill>
                    </a:lnT>
                    <a:lnB w="12700">
                      <a:solidFill>
                        <a:srgbClr val="3F3F3F"/>
                      </a:solidFill>
                    </a:lnB>
                    <a:noFill/>
                  </a:tcPr>
                </a:tc>
                <a:tc>
                  <a:txBody>
                    <a:bodyPr/>
                    <a:lstStyle/>
                    <a:p>
                      <a:pPr>
                        <a:defRPr sz="1800"/>
                      </a:pPr>
                      <a:r>
                        <a:rPr sz="1200">
                          <a:solidFill>
                            <a:srgbClr val="3F3F3F"/>
                          </a:solidFill>
                          <a:latin typeface="+mn-lt"/>
                          <a:ea typeface="+mn-ea"/>
                          <a:cs typeface="+mn-cs"/>
                          <a:sym typeface="Helvetica Neue"/>
                        </a:rPr>
                        <a:t>1/4096</a:t>
                      </a:r>
                    </a:p>
                  </a:txBody>
                  <a:tcPr marL="45720" marR="45720" marT="45720" marB="45720" anchor="t" anchorCtr="0" horzOverflow="overflow">
                    <a:lnL w="12700">
                      <a:solidFill>
                        <a:srgbClr val="3F3F3F"/>
                      </a:solidFill>
                    </a:lnL>
                    <a:lnR w="12700">
                      <a:solidFill>
                        <a:srgbClr val="3F3F3F"/>
                      </a:solidFill>
                    </a:lnR>
                    <a:lnT w="12700">
                      <a:solidFill>
                        <a:srgbClr val="3F3F3F"/>
                      </a:solidFill>
                    </a:lnT>
                    <a:lnB w="12700">
                      <a:solidFill>
                        <a:srgbClr val="3F3F3F"/>
                      </a:solidFill>
                    </a:lnB>
                    <a:noFill/>
                  </a:tcPr>
                </a:tc>
              </a:tr>
            </a:tbl>
          </a:graphicData>
        </a:graphic>
      </p:graphicFrame>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33" name="Shape 442"/>
          <p:cNvSpPr txBox="1"/>
          <p:nvPr>
            <p:ph type="title"/>
          </p:nvPr>
        </p:nvSpPr>
        <p:spPr>
          <a:xfrm>
            <a:off x="108519" y="63834"/>
            <a:ext cx="9144001" cy="776531"/>
          </a:xfrm>
          <a:prstGeom prst="rect">
            <a:avLst/>
          </a:prstGeom>
        </p:spPr>
        <p:txBody>
          <a:bodyPr lIns="45699" tIns="45699" rIns="45699" bIns="45699"/>
          <a:lstStyle/>
          <a:p>
            <a:pPr/>
            <a:r>
              <a:t> 컴퓨터의 수치 표기법</a:t>
            </a:r>
          </a:p>
        </p:txBody>
      </p:sp>
      <p:sp>
        <p:nvSpPr>
          <p:cNvPr id="634" name="산가지 표기법으로 재무재표를 작성한다?…"/>
          <p:cNvSpPr txBox="1"/>
          <p:nvPr/>
        </p:nvSpPr>
        <p:spPr>
          <a:xfrm>
            <a:off x="459980" y="1218953"/>
            <a:ext cx="8224040" cy="179577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내부적으로는 이진법을 사용하되</a:t>
            </a:r>
            <a:r>
              <a:t>, </a:t>
            </a:r>
            <a:r>
              <a:t>표현해야 할 양이 많아짐에 따라 이진법 표기 시스템은 변경이 불가피</a:t>
            </a:r>
          </a:p>
          <a:p>
            <a:pPr>
              <a:defRPr sz="2400"/>
            </a:pPr>
          </a:p>
          <a:p>
            <a:pPr>
              <a:defRPr sz="3200"/>
            </a:pPr>
            <a:r>
              <a:t>많은 양을 표현할 수 있는 표기법이 필요</a:t>
            </a:r>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38" name="Shape 442"/>
          <p:cNvSpPr txBox="1"/>
          <p:nvPr>
            <p:ph type="title"/>
          </p:nvPr>
        </p:nvSpPr>
        <p:spPr>
          <a:xfrm>
            <a:off x="108519" y="63834"/>
            <a:ext cx="9144001" cy="776531"/>
          </a:xfrm>
          <a:prstGeom prst="rect">
            <a:avLst/>
          </a:prstGeom>
        </p:spPr>
        <p:txBody>
          <a:bodyPr lIns="45699" tIns="45699" rIns="45699" bIns="45699"/>
          <a:lstStyle/>
          <a:p>
            <a:pPr/>
            <a:r>
              <a:t> 컴퓨터의 수치 표기법</a:t>
            </a:r>
          </a:p>
        </p:txBody>
      </p:sp>
      <p:sp>
        <p:nvSpPr>
          <p:cNvPr id="639" name="산가지 표기법으로 재무재표를 작성한다?…"/>
          <p:cNvSpPr txBox="1"/>
          <p:nvPr/>
        </p:nvSpPr>
        <p:spPr>
          <a:xfrm>
            <a:off x="328867" y="1131590"/>
            <a:ext cx="8224040" cy="84581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2400"/>
            </a:lvl1pPr>
          </a:lstStyle>
          <a:p>
            <a:pPr/>
            <a:r>
              <a:t>저수준 언어를 제외한 고급 언어들은 대부분 이진법을 지원하지는 않고, 16진법을 제공한다.</a:t>
            </a:r>
          </a:p>
        </p:txBody>
      </p:sp>
      <p:graphicFrame>
        <p:nvGraphicFramePr>
          <p:cNvPr id="640" name="표"/>
          <p:cNvGraphicFramePr/>
          <p:nvPr/>
        </p:nvGraphicFramePr>
        <p:xfrm>
          <a:off x="2853596" y="3435846"/>
          <a:ext cx="3739967" cy="882581"/>
        </p:xfrm>
        <a:graphic xmlns:a="http://schemas.openxmlformats.org/drawingml/2006/main">
          <a:graphicData uri="http://schemas.openxmlformats.org/drawingml/2006/table">
            <a:tbl>
              <a:tblPr firstCol="1" firstRow="0" lastCol="0" lastRow="0" bandCol="0" bandRow="1" rtl="0">
                <a:tableStyleId>{4C3C2611-4C71-4FC5-86AE-919BDF0F9419}</a:tableStyleId>
              </a:tblPr>
              <a:tblGrid>
                <a:gridCol w="1628856"/>
                <a:gridCol w="2111109"/>
              </a:tblGrid>
              <a:tr h="284365">
                <a:tc>
                  <a:txBody>
                    <a:bodyPr/>
                    <a:lstStyle/>
                    <a:p>
                      <a:pPr algn="ctr">
                        <a:defRPr b="0" sz="1800">
                          <a:solidFill>
                            <a:srgbClr val="000000"/>
                          </a:solidFill>
                        </a:defRPr>
                      </a:pPr>
                      <a:r>
                        <a:rPr b="1" sz="1400">
                          <a:solidFill>
                            <a:srgbClr val="FFFFFF"/>
                          </a:solidFill>
                          <a:latin typeface="+mn-lt"/>
                          <a:ea typeface="+mn-ea"/>
                          <a:cs typeface="+mn-cs"/>
                          <a:sym typeface="Helvetica Neue"/>
                        </a:rPr>
                        <a:t>Visual basic</a:t>
                      </a:r>
                    </a:p>
                  </a:txBody>
                  <a:tcPr marL="0" marR="0" marT="0" marB="0" anchor="t" anchorCtr="0" horzOverflow="overflow"/>
                </a:tc>
                <a:tc>
                  <a:txBody>
                    <a:bodyPr/>
                    <a:lstStyle/>
                    <a:p>
                      <a:pPr algn="l">
                        <a:defRPr sz="1800"/>
                      </a:pPr>
                      <a:r>
                        <a:rPr sz="1400">
                          <a:latin typeface="+mn-lt"/>
                          <a:ea typeface="+mn-ea"/>
                          <a:cs typeface="+mn-cs"/>
                          <a:sym typeface="Helvetica Neue"/>
                        </a:rPr>
                        <a:t>$hDEAD</a:t>
                      </a:r>
                    </a:p>
                  </a:txBody>
                  <a:tcPr marL="0" marR="0" marT="0" marB="0" anchor="t" anchorCtr="0" horzOverflow="overflow"/>
                </a:tc>
              </a:tr>
              <a:tr h="313850">
                <a:tc>
                  <a:txBody>
                    <a:bodyPr/>
                    <a:lstStyle/>
                    <a:p>
                      <a:pPr algn="ctr">
                        <a:defRPr b="0" sz="1800">
                          <a:solidFill>
                            <a:srgbClr val="000000"/>
                          </a:solidFill>
                        </a:defRPr>
                      </a:pPr>
                      <a:r>
                        <a:rPr b="1" sz="1400">
                          <a:solidFill>
                            <a:srgbClr val="FFFFFF"/>
                          </a:solidFill>
                          <a:latin typeface="+mn-lt"/>
                          <a:ea typeface="+mn-ea"/>
                          <a:cs typeface="+mn-cs"/>
                          <a:sym typeface="Helvetica Neue"/>
                        </a:rPr>
                        <a:t>Pascal, Hal</a:t>
                      </a:r>
                    </a:p>
                  </a:txBody>
                  <a:tcPr marL="0" marR="0" marT="0" marB="0" anchor="t" anchorCtr="0" horzOverflow="overflow"/>
                </a:tc>
                <a:tc>
                  <a:txBody>
                    <a:bodyPr/>
                    <a:lstStyle/>
                    <a:p>
                      <a:pPr algn="l">
                        <a:defRPr sz="1800"/>
                      </a:pPr>
                      <a:r>
                        <a:rPr sz="1400">
                          <a:latin typeface="+mn-lt"/>
                          <a:ea typeface="+mn-ea"/>
                          <a:cs typeface="+mn-cs"/>
                          <a:sym typeface="Helvetica Neue"/>
                        </a:rPr>
                        <a:t>$DEAD</a:t>
                      </a:r>
                    </a:p>
                  </a:txBody>
                  <a:tcPr marL="0" marR="0" marT="0" marB="0" anchor="t" anchorCtr="0" horzOverflow="overflow"/>
                </a:tc>
              </a:tr>
              <a:tr h="284365">
                <a:tc>
                  <a:txBody>
                    <a:bodyPr/>
                    <a:lstStyle/>
                    <a:p>
                      <a:pPr algn="ctr">
                        <a:defRPr b="0" sz="1800">
                          <a:solidFill>
                            <a:srgbClr val="000000"/>
                          </a:solidFill>
                        </a:defRPr>
                      </a:pPr>
                      <a:r>
                        <a:rPr b="1" sz="1400">
                          <a:solidFill>
                            <a:srgbClr val="FFFFFF"/>
                          </a:solidFill>
                          <a:latin typeface="+mn-lt"/>
                          <a:ea typeface="+mn-ea"/>
                          <a:cs typeface="+mn-cs"/>
                          <a:sym typeface="Helvetica Neue"/>
                        </a:rPr>
                        <a:t>C/C++, JAVA</a:t>
                      </a:r>
                    </a:p>
                  </a:txBody>
                  <a:tcPr marL="0" marR="0" marT="0" marB="0" anchor="t" anchorCtr="0" horzOverflow="overflow"/>
                </a:tc>
                <a:tc>
                  <a:txBody>
                    <a:bodyPr/>
                    <a:lstStyle/>
                    <a:p>
                      <a:pPr algn="l">
                        <a:defRPr sz="1800"/>
                      </a:pPr>
                      <a:r>
                        <a:rPr sz="1400">
                          <a:latin typeface="+mn-lt"/>
                          <a:ea typeface="+mn-ea"/>
                          <a:cs typeface="+mn-cs"/>
                          <a:sym typeface="Helvetica Neue"/>
                        </a:rPr>
                        <a:t>0xDEAD</a:t>
                      </a:r>
                    </a:p>
                  </a:txBody>
                  <a:tcPr marL="0" marR="0" marT="0" marB="0" anchor="t" anchorCtr="0" horzOverflow="overflow"/>
                </a:tc>
              </a:tr>
            </a:tbl>
          </a:graphicData>
        </a:graphic>
      </p:graphicFrame>
      <p:sp>
        <p:nvSpPr>
          <p:cNvPr id="641" name="산가지 표기법으로 재무재표를 작성한다?…"/>
          <p:cNvSpPr txBox="1"/>
          <p:nvPr/>
        </p:nvSpPr>
        <p:spPr>
          <a:xfrm>
            <a:off x="611560" y="2355725"/>
            <a:ext cx="8224040" cy="3835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000"/>
            </a:pPr>
            <a:r>
              <a:t>Hex</a:t>
            </a:r>
            <a:r>
              <a:t>값을 </a:t>
            </a:r>
            <a:r>
              <a:t>2</a:t>
            </a:r>
            <a:r>
              <a:t>바이트</a:t>
            </a:r>
            <a:r>
              <a:t>`DEAD‘</a:t>
            </a:r>
            <a:r>
              <a:t>을 표현 할 때 언어 별로 차이가 있다</a:t>
            </a:r>
          </a:p>
        </p:txBody>
      </p:sp>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45" name="Shape 202"/>
          <p:cNvSpPr txBox="1"/>
          <p:nvPr>
            <p:ph type="title"/>
          </p:nvPr>
        </p:nvSpPr>
        <p:spPr>
          <a:xfrm>
            <a:off x="0" y="25734"/>
            <a:ext cx="9144000" cy="776531"/>
          </a:xfrm>
          <a:prstGeom prst="rect">
            <a:avLst/>
          </a:prstGeom>
        </p:spPr>
        <p:txBody>
          <a:bodyPr lIns="45699" tIns="45699" rIns="45699" bIns="45699"/>
          <a:lstStyle/>
          <a:p>
            <a:pPr/>
            <a:r>
              <a:t> 컴퓨터의 수치 표기법</a:t>
            </a:r>
          </a:p>
        </p:txBody>
      </p:sp>
      <p:pic>
        <p:nvPicPr>
          <p:cNvPr id="646" name="Picture 2" descr="Picture 2"/>
          <p:cNvPicPr>
            <a:picLocks noChangeAspect="1"/>
          </p:cNvPicPr>
          <p:nvPr/>
        </p:nvPicPr>
        <p:blipFill>
          <a:blip r:embed="rId3">
            <a:extLst/>
          </a:blip>
          <a:stretch>
            <a:fillRect/>
          </a:stretch>
        </p:blipFill>
        <p:spPr>
          <a:xfrm>
            <a:off x="2524990" y="5710882"/>
            <a:ext cx="5289111" cy="1956974"/>
          </a:xfrm>
          <a:prstGeom prst="rect">
            <a:avLst/>
          </a:prstGeom>
          <a:ln w="12700">
            <a:miter lim="400000"/>
          </a:ln>
        </p:spPr>
      </p:pic>
      <p:pic>
        <p:nvPicPr>
          <p:cNvPr id="647" name="스크린샷 2017-10-18 오후 11.29.58.png" descr="스크린샷 2017-10-18 오후 11.29.58.png"/>
          <p:cNvPicPr>
            <a:picLocks noChangeAspect="1"/>
          </p:cNvPicPr>
          <p:nvPr/>
        </p:nvPicPr>
        <p:blipFill>
          <a:blip r:embed="rId4">
            <a:extLst/>
          </a:blip>
          <a:stretch>
            <a:fillRect/>
          </a:stretch>
        </p:blipFill>
        <p:spPr>
          <a:xfrm>
            <a:off x="1268763" y="980830"/>
            <a:ext cx="6570978" cy="4134441"/>
          </a:xfrm>
          <a:prstGeom prst="rect">
            <a:avLst/>
          </a:prstGeom>
          <a:ln w="12700">
            <a:miter lim="400000"/>
          </a:ln>
        </p:spPr>
      </p:pic>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showMasterSp="1" showMasterPhAnim="1">
  <p:cSld>
    <p:spTree>
      <p:nvGrpSpPr>
        <p:cNvPr id="1" name=""/>
        <p:cNvGrpSpPr/>
        <p:nvPr/>
      </p:nvGrpSpPr>
      <p:grpSpPr>
        <a:xfrm>
          <a:off x="0" y="0"/>
          <a:ext cx="0" cy="0"/>
          <a:chOff x="0" y="0"/>
          <a:chExt cx="0" cy="0"/>
        </a:xfrm>
      </p:grpSpPr>
      <p:sp>
        <p:nvSpPr>
          <p:cNvPr id="651" name="Shape 442"/>
          <p:cNvSpPr txBox="1"/>
          <p:nvPr>
            <p:ph type="title"/>
          </p:nvPr>
        </p:nvSpPr>
        <p:spPr>
          <a:xfrm>
            <a:off x="108519" y="63834"/>
            <a:ext cx="9144001" cy="776531"/>
          </a:xfrm>
          <a:prstGeom prst="rect">
            <a:avLst/>
          </a:prstGeom>
        </p:spPr>
        <p:txBody>
          <a:bodyPr lIns="45699" tIns="45699" rIns="45699" bIns="45699"/>
          <a:lstStyle/>
          <a:p>
            <a:pPr/>
            <a:r>
              <a:t> 컴퓨터의 수치 표기법 </a:t>
            </a:r>
            <a:r>
              <a:t>–</a:t>
            </a:r>
            <a:r>
              <a:t> </a:t>
            </a:r>
            <a:r>
              <a:t>Packed BCD</a:t>
            </a:r>
          </a:p>
        </p:txBody>
      </p:sp>
      <p:sp>
        <p:nvSpPr>
          <p:cNvPr id="652" name="산가지 표기법으로 재무재표를 작성한다?…"/>
          <p:cNvSpPr txBox="1"/>
          <p:nvPr/>
        </p:nvSpPr>
        <p:spPr>
          <a:xfrm>
            <a:off x="611560" y="1275604"/>
            <a:ext cx="8224040" cy="434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버리지 않는 BCD코드</a:t>
            </a:r>
            <a:r>
              <a:t>, </a:t>
            </a:r>
            <a:r>
              <a:t>묶음 이진화 십진법</a:t>
            </a:r>
            <a:r>
              <a:t>(Packed BCD)</a:t>
            </a:r>
          </a:p>
        </p:txBody>
      </p:sp>
      <p:pic>
        <p:nvPicPr>
          <p:cNvPr id="653" name="Picture 2" descr="Picture 2"/>
          <p:cNvPicPr>
            <a:picLocks noChangeAspect="1"/>
          </p:cNvPicPr>
          <p:nvPr/>
        </p:nvPicPr>
        <p:blipFill>
          <a:blip r:embed="rId3">
            <a:extLst/>
          </a:blip>
          <a:stretch>
            <a:fillRect/>
          </a:stretch>
        </p:blipFill>
        <p:spPr>
          <a:xfrm>
            <a:off x="821779" y="2261811"/>
            <a:ext cx="2238376" cy="1876427"/>
          </a:xfrm>
          <a:prstGeom prst="rect">
            <a:avLst/>
          </a:prstGeom>
          <a:ln w="12700">
            <a:miter lim="400000"/>
          </a:ln>
        </p:spPr>
      </p:pic>
      <p:sp>
        <p:nvSpPr>
          <p:cNvPr id="654" name="산가지 표기법으로 재무재표를 작성한다?…"/>
          <p:cNvSpPr txBox="1"/>
          <p:nvPr/>
        </p:nvSpPr>
        <p:spPr>
          <a:xfrm>
            <a:off x="3253999" y="2267791"/>
            <a:ext cx="5569645" cy="84581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sz="2400"/>
            </a:pPr>
            <a:r>
              <a:t>+729 : 72 9C </a:t>
            </a:r>
          </a:p>
          <a:p>
            <a:pPr>
              <a:defRPr sz="2400"/>
            </a:pPr>
            <a:r>
              <a:t>-</a:t>
            </a:r>
            <a:r>
              <a:t> </a:t>
            </a:r>
            <a:r>
              <a:t>729 : 72 9D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Contents Slide Master">
  <a:themeElements>
    <a:clrScheme name="Contents Slide Master">
      <a:dk1>
        <a:srgbClr val="3F3F3F"/>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Contents Slide Master">
      <a:majorFont>
        <a:latin typeface="Helvetica"/>
        <a:ea typeface="Helvetica"/>
        <a:cs typeface="Helvetica"/>
      </a:majorFont>
      <a:minorFont>
        <a:latin typeface="Helvetica Neue"/>
        <a:ea typeface="Helvetica Neue"/>
        <a:cs typeface="Helvetica Neue"/>
      </a:minorFont>
    </a:fontScheme>
    <a:fmtScheme name="Contents Slide Mas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1" baseline="0" cap="none" i="0" spc="0" strike="noStrike" sz="3600" u="none" kumimoji="0" normalizeH="0">
            <a:ln>
              <a:noFill/>
            </a:ln>
            <a:solidFill>
              <a:srgbClr val="FFFFFF"/>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20000"/>
          </a:lnSpc>
          <a:spcBef>
            <a:spcPts val="0"/>
          </a:spcBef>
          <a:spcAft>
            <a:spcPts val="0"/>
          </a:spcAft>
          <a:buClrTx/>
          <a:buSzTx/>
          <a:buFontTx/>
          <a:buNone/>
          <a:tabLst/>
          <a:defRPr b="1" baseline="0" cap="none" i="0" spc="0" strike="noStrike" sz="1600" u="none" kumimoji="0" normalizeH="0">
            <a:ln>
              <a:noFill/>
            </a:ln>
            <a:solidFill>
              <a:srgbClr val="3F3F3F"/>
            </a:solidFill>
            <a:effectLst/>
            <a:uFillTx/>
            <a:latin typeface="나눔바른고딕"/>
            <a:ea typeface="나눔바른고딕"/>
            <a:cs typeface="나눔바른고딕"/>
            <a:sym typeface="나눔바른고딕"/>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ontents Slide Master">
  <a:themeElements>
    <a:clrScheme name="Contents Slide Master">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Contents Slide Master">
      <a:majorFont>
        <a:latin typeface="Helvetica"/>
        <a:ea typeface="Helvetica"/>
        <a:cs typeface="Helvetica"/>
      </a:majorFont>
      <a:minorFont>
        <a:latin typeface="Helvetica Neue"/>
        <a:ea typeface="Helvetica Neue"/>
        <a:cs typeface="Helvetica Neue"/>
      </a:minorFont>
    </a:fontScheme>
    <a:fmtScheme name="Contents Slide Mas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ctr" defTabSz="914400" rtl="0" fontAlgn="auto" latinLnBrk="0" hangingPunct="0">
          <a:lnSpc>
            <a:spcPct val="100000"/>
          </a:lnSpc>
          <a:spcBef>
            <a:spcPts val="0"/>
          </a:spcBef>
          <a:spcAft>
            <a:spcPts val="0"/>
          </a:spcAft>
          <a:buClrTx/>
          <a:buSzTx/>
          <a:buFontTx/>
          <a:buNone/>
          <a:tabLst/>
          <a:defRPr b="1" baseline="0" cap="none" i="0" spc="0" strike="noStrike" sz="3600" u="none" kumimoji="0" normalizeH="0">
            <a:ln>
              <a:noFill/>
            </a:ln>
            <a:solidFill>
              <a:srgbClr val="FFFFFF"/>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20000"/>
          </a:lnSpc>
          <a:spcBef>
            <a:spcPts val="0"/>
          </a:spcBef>
          <a:spcAft>
            <a:spcPts val="0"/>
          </a:spcAft>
          <a:buClrTx/>
          <a:buSzTx/>
          <a:buFontTx/>
          <a:buNone/>
          <a:tabLst/>
          <a:defRPr b="1" baseline="0" cap="none" i="0" spc="0" strike="noStrike" sz="1600" u="none" kumimoji="0" normalizeH="0">
            <a:ln>
              <a:noFill/>
            </a:ln>
            <a:solidFill>
              <a:srgbClr val="3F3F3F"/>
            </a:solidFill>
            <a:effectLst/>
            <a:uFillTx/>
            <a:latin typeface="나눔바른고딕"/>
            <a:ea typeface="나눔바른고딕"/>
            <a:cs typeface="나눔바른고딕"/>
            <a:sym typeface="나눔바른고딕"/>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