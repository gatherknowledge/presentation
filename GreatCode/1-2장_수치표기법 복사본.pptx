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8" r:id="rId12"/>
    <p:sldId id="266" r:id="rId13"/>
    <p:sldId id="297" r:id="rId14"/>
    <p:sldId id="299" r:id="rId15"/>
    <p:sldId id="300" r:id="rId16"/>
    <p:sldId id="301" r:id="rId17"/>
    <p:sldId id="302" r:id="rId18"/>
    <p:sldId id="304" r:id="rId19"/>
    <p:sldId id="267" r:id="rId20"/>
    <p:sldId id="303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1pPr>
    <a:lvl2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2pPr>
    <a:lvl3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3pPr>
    <a:lvl4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4pPr>
    <a:lvl5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5pPr>
    <a:lvl6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6pPr>
    <a:lvl7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7pPr>
    <a:lvl8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8pPr>
    <a:lvl9pPr marL="0" marR="0" indent="0" algn="l" defTabSz="914400" rtl="0" fontAlgn="auto" latinLnBrk="0" hangingPunct="0">
      <a:lnSpc>
        <a:spcPct val="12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1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나눔바른고딕"/>
        <a:ea typeface="나눔바른고딕"/>
        <a:cs typeface="나눔바른고딕"/>
        <a:sym typeface="나눔바른고딕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_Moonko M" initials="aM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84" y="-12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10-08T17:27:29.960" idx="1">
    <p:pos x="168" y="-1212"/>
    <p:text>1장에 대한 간략한 소개, 하드웨어를 왜 배워야 하는지 ? 책에 대한 소개 
</p:text>
    <p:extLst>
      <p:ext uri="{C676402C-5697-4E1C-873F-D02D1690AC5C}">
        <p15:threadingInfo xmlns:p15="http://schemas.microsoft.com/office/powerpoint/2012/main" xmlns="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10-08T17:27:29.960" idx="2">
    <p:pos x="5128" y="284"/>
    <p:text>챕터 1 전체 내용 요약 : 하드웨어를 이해하는 것이 프로그램을 이해 할 수 있는 길이다. </p:text>
    <p:extLst>
      <p:ext uri="{C676402C-5697-4E1C-873F-D02D1690AC5C}">
        <p15:threadingInfo xmlns:p15="http://schemas.microsoft.com/office/powerpoint/2012/main" xmlns="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8" name="Shape 2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080849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425" y="3947938"/>
            <a:ext cx="9144001" cy="470101"/>
          </a:xfrm>
          <a:prstGeom prst="rect">
            <a:avLst/>
          </a:prstGeom>
        </p:spPr>
        <p:txBody>
          <a:bodyPr lIns="91424" tIns="91424" rIns="91424" bIns="91424" anchor="ctr">
            <a:normAutofit/>
          </a:bodyPr>
          <a:lstStyle>
            <a:lvl1pPr algn="r">
              <a:defRPr sz="1600" b="1">
                <a:solidFill>
                  <a:srgbClr val="3F3F3F"/>
                </a:solidFill>
              </a:defRPr>
            </a:lvl1pPr>
            <a:lvl2pPr algn="r">
              <a:defRPr sz="1600" b="1">
                <a:solidFill>
                  <a:srgbClr val="3F3F3F"/>
                </a:solidFill>
              </a:defRPr>
            </a:lvl2pPr>
            <a:lvl3pPr algn="r">
              <a:defRPr sz="1600" b="1">
                <a:solidFill>
                  <a:srgbClr val="3F3F3F"/>
                </a:solidFill>
              </a:defRPr>
            </a:lvl3pPr>
            <a:lvl4pPr algn="r">
              <a:defRPr sz="1600" b="1">
                <a:solidFill>
                  <a:srgbClr val="3F3F3F"/>
                </a:solidFill>
              </a:defRPr>
            </a:lvl4pPr>
            <a:lvl5pPr algn="r">
              <a:defRPr sz="1600" b="1">
                <a:solidFill>
                  <a:srgbClr val="3F3F3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5" name="제목 텍스트"/>
          <p:cNvSpPr txBox="1">
            <a:spLocks noGrp="1"/>
          </p:cNvSpPr>
          <p:nvPr>
            <p:ph type="title"/>
          </p:nvPr>
        </p:nvSpPr>
        <p:spPr>
          <a:xfrm>
            <a:off x="0" y="3419493"/>
            <a:ext cx="9144000" cy="53330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pic>
        <p:nvPicPr>
          <p:cNvPr id="16" name="Shape 9" descr="Shap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27980" y="543612"/>
            <a:ext cx="1740110" cy="259228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6"/>
          <p:cNvSpPr/>
          <p:nvPr/>
        </p:nvSpPr>
        <p:spPr>
          <a:xfrm>
            <a:off x="2699790" y="1851668"/>
            <a:ext cx="6444210" cy="1440162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3" name="Shape 17"/>
          <p:cNvSpPr/>
          <p:nvPr/>
        </p:nvSpPr>
        <p:spPr>
          <a:xfrm>
            <a:off x="-1" y="0"/>
            <a:ext cx="1619673" cy="5143499"/>
          </a:xfrm>
          <a:prstGeom prst="rect">
            <a:avLst/>
          </a:prstGeom>
          <a:gradFill>
            <a:gsLst>
              <a:gs pos="0">
                <a:srgbClr val="EAEAEA"/>
              </a:gs>
              <a:gs pos="42000">
                <a:srgbClr val="EEEEEE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4" name="Shape 18"/>
          <p:cNvSpPr/>
          <p:nvPr/>
        </p:nvSpPr>
        <p:spPr>
          <a:xfrm>
            <a:off x="711744" y="4952172"/>
            <a:ext cx="8432256" cy="1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35" name="Shape 19" descr="Shap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018" y="3332172"/>
            <a:ext cx="1087452" cy="16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Shape 20"/>
          <p:cNvSpPr/>
          <p:nvPr/>
        </p:nvSpPr>
        <p:spPr>
          <a:xfrm>
            <a:off x="0" y="195485"/>
            <a:ext cx="9143998" cy="1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22"/>
          <p:cNvSpPr/>
          <p:nvPr/>
        </p:nvSpPr>
        <p:spPr>
          <a:xfrm>
            <a:off x="0" y="3003550"/>
            <a:ext cx="9144001" cy="2139950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5" name="Shape 23"/>
          <p:cNvSpPr>
            <a:spLocks noGrp="1"/>
          </p:cNvSpPr>
          <p:nvPr>
            <p:ph type="pic" sz="quarter" idx="13"/>
          </p:nvPr>
        </p:nvSpPr>
        <p:spPr>
          <a:xfrm>
            <a:off x="755575" y="2157550"/>
            <a:ext cx="1692001" cy="1692001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46" name="제목 텍스트"/>
          <p:cNvSpPr txBox="1">
            <a:spLocks noGrp="1"/>
          </p:cNvSpPr>
          <p:nvPr>
            <p:ph type="title"/>
          </p:nvPr>
        </p:nvSpPr>
        <p:spPr>
          <a:xfrm>
            <a:off x="0" y="254335"/>
            <a:ext cx="9144000" cy="77640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26"/>
          <p:cNvSpPr/>
          <p:nvPr/>
        </p:nvSpPr>
        <p:spPr>
          <a:xfrm>
            <a:off x="-1" y="-1"/>
            <a:ext cx="9108506" cy="864001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5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pic>
        <p:nvPicPr>
          <p:cNvPr id="56" name="Shape 28" descr="Shape 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2681" y="105780"/>
            <a:ext cx="477240" cy="710958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30"/>
          <p:cNvSpPr>
            <a:spLocks noGrp="1"/>
          </p:cNvSpPr>
          <p:nvPr>
            <p:ph type="pic" sz="quarter" idx="13"/>
          </p:nvPr>
        </p:nvSpPr>
        <p:spPr>
          <a:xfrm>
            <a:off x="3776326" y="1262116"/>
            <a:ext cx="1584176" cy="1980002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65" name="Shape 31"/>
          <p:cNvSpPr/>
          <p:nvPr/>
        </p:nvSpPr>
        <p:spPr>
          <a:xfrm>
            <a:off x="-1" y="0"/>
            <a:ext cx="9108506" cy="827999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6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67" name="Shape 33"/>
          <p:cNvSpPr>
            <a:spLocks noGrp="1"/>
          </p:cNvSpPr>
          <p:nvPr>
            <p:ph type="pic" sz="quarter" idx="14"/>
          </p:nvPr>
        </p:nvSpPr>
        <p:spPr>
          <a:xfrm>
            <a:off x="2179883" y="1352116"/>
            <a:ext cx="1440160" cy="1800001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68" name="Shape 34"/>
          <p:cNvSpPr>
            <a:spLocks noGrp="1"/>
          </p:cNvSpPr>
          <p:nvPr>
            <p:ph type="pic" sz="quarter" idx="15"/>
          </p:nvPr>
        </p:nvSpPr>
        <p:spPr>
          <a:xfrm>
            <a:off x="723433" y="1437714"/>
            <a:ext cx="1296144" cy="1619999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69" name="Shape 35"/>
          <p:cNvSpPr>
            <a:spLocks noGrp="1"/>
          </p:cNvSpPr>
          <p:nvPr>
            <p:ph type="pic" sz="quarter" idx="16"/>
          </p:nvPr>
        </p:nvSpPr>
        <p:spPr>
          <a:xfrm>
            <a:off x="5516783" y="1352116"/>
            <a:ext cx="1440160" cy="1800001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70" name="Shape 36"/>
          <p:cNvSpPr>
            <a:spLocks noGrp="1"/>
          </p:cNvSpPr>
          <p:nvPr>
            <p:ph type="pic" sz="quarter" idx="17"/>
          </p:nvPr>
        </p:nvSpPr>
        <p:spPr>
          <a:xfrm>
            <a:off x="7113224" y="1442119"/>
            <a:ext cx="1296144" cy="1619999"/>
          </a:xfrm>
          <a:prstGeom prst="rect">
            <a:avLst/>
          </a:prstGeom>
          <a:ln w="50800">
            <a:solidFill>
              <a:srgbClr val="0DD2D9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pic>
        <p:nvPicPr>
          <p:cNvPr id="71" name="Shape 37" descr="Shape 3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2681" y="105780"/>
            <a:ext cx="477240" cy="710958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39"/>
          <p:cNvSpPr>
            <a:spLocks noGrp="1"/>
          </p:cNvSpPr>
          <p:nvPr>
            <p:ph type="pic" idx="13"/>
          </p:nvPr>
        </p:nvSpPr>
        <p:spPr>
          <a:xfrm>
            <a:off x="179999" y="179550"/>
            <a:ext cx="8784000" cy="47844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41"/>
          <p:cNvSpPr/>
          <p:nvPr/>
        </p:nvSpPr>
        <p:spPr>
          <a:xfrm>
            <a:off x="719999" y="442503"/>
            <a:ext cx="7704002" cy="4281359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8" name="Shape 42"/>
          <p:cNvSpPr>
            <a:spLocks noGrp="1"/>
          </p:cNvSpPr>
          <p:nvPr>
            <p:ph type="pic" sz="half" idx="13"/>
          </p:nvPr>
        </p:nvSpPr>
        <p:spPr>
          <a:xfrm>
            <a:off x="3275855" y="0"/>
            <a:ext cx="2592288" cy="514349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44"/>
          <p:cNvSpPr>
            <a:spLocks noGrp="1"/>
          </p:cNvSpPr>
          <p:nvPr>
            <p:ph type="pic" sz="half" idx="13"/>
          </p:nvPr>
        </p:nvSpPr>
        <p:spPr>
          <a:xfrm>
            <a:off x="2555775" y="1263998"/>
            <a:ext cx="2772000" cy="34560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97" name="Shape 45"/>
          <p:cNvSpPr/>
          <p:nvPr/>
        </p:nvSpPr>
        <p:spPr>
          <a:xfrm>
            <a:off x="733752" y="1263998"/>
            <a:ext cx="1835775" cy="1728192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" name="Shape 46"/>
          <p:cNvSpPr/>
          <p:nvPr/>
        </p:nvSpPr>
        <p:spPr>
          <a:xfrm>
            <a:off x="733752" y="2991805"/>
            <a:ext cx="1835775" cy="1728192"/>
          </a:xfrm>
          <a:prstGeom prst="rect">
            <a:avLst/>
          </a:pr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9" name="Shape 47"/>
          <p:cNvSpPr/>
          <p:nvPr/>
        </p:nvSpPr>
        <p:spPr>
          <a:xfrm>
            <a:off x="-1" y="-1"/>
            <a:ext cx="9108506" cy="864001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0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pic>
        <p:nvPicPr>
          <p:cNvPr id="101" name="Shape 49" descr="Shape 4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2681" y="105780"/>
            <a:ext cx="477240" cy="71095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0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51"/>
          <p:cNvSpPr/>
          <p:nvPr/>
        </p:nvSpPr>
        <p:spPr>
          <a:xfrm>
            <a:off x="-1" y="-1"/>
            <a:ext cx="9108506" cy="864001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10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pic>
        <p:nvPicPr>
          <p:cNvPr id="111" name="Shape 53" descr="Shape 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9551" y="1311483"/>
            <a:ext cx="3394309" cy="3384375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hape 54"/>
          <p:cNvSpPr>
            <a:spLocks noGrp="1"/>
          </p:cNvSpPr>
          <p:nvPr>
            <p:ph type="pic" sz="quarter" idx="13"/>
          </p:nvPr>
        </p:nvSpPr>
        <p:spPr>
          <a:xfrm>
            <a:off x="675615" y="1443923"/>
            <a:ext cx="3104296" cy="2135939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pic>
        <p:nvPicPr>
          <p:cNvPr id="113" name="Shape 55" descr="Shap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22681" y="105780"/>
            <a:ext cx="477240" cy="710958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57"/>
          <p:cNvSpPr/>
          <p:nvPr/>
        </p:nvSpPr>
        <p:spPr>
          <a:xfrm>
            <a:off x="2411758" y="3939900"/>
            <a:ext cx="2160242" cy="1203600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2" name="Shape 58"/>
          <p:cNvSpPr/>
          <p:nvPr/>
        </p:nvSpPr>
        <p:spPr>
          <a:xfrm>
            <a:off x="4572000" y="-1"/>
            <a:ext cx="2160241" cy="1203600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3" name="Shape 59"/>
          <p:cNvSpPr>
            <a:spLocks noGrp="1"/>
          </p:cNvSpPr>
          <p:nvPr>
            <p:ph type="pic" sz="quarter" idx="13"/>
          </p:nvPr>
        </p:nvSpPr>
        <p:spPr>
          <a:xfrm>
            <a:off x="2411758" y="0"/>
            <a:ext cx="2160001" cy="396000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24" name="Shape 60"/>
          <p:cNvSpPr>
            <a:spLocks noGrp="1"/>
          </p:cNvSpPr>
          <p:nvPr>
            <p:ph type="pic" sz="quarter" idx="14"/>
          </p:nvPr>
        </p:nvSpPr>
        <p:spPr>
          <a:xfrm>
            <a:off x="4572239" y="1183500"/>
            <a:ext cx="2160001" cy="396000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Shape 62" descr="Shape 6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0079" y="1635644"/>
            <a:ext cx="4217147" cy="2310734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Shape 63"/>
          <p:cNvSpPr>
            <a:spLocks noGrp="1"/>
          </p:cNvSpPr>
          <p:nvPr>
            <p:ph type="pic" sz="quarter" idx="13"/>
          </p:nvPr>
        </p:nvSpPr>
        <p:spPr>
          <a:xfrm>
            <a:off x="1442653" y="1739257"/>
            <a:ext cx="2772001" cy="1944001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34" name="Shape 64"/>
          <p:cNvSpPr/>
          <p:nvPr/>
        </p:nvSpPr>
        <p:spPr>
          <a:xfrm>
            <a:off x="-1" y="-1"/>
            <a:ext cx="9108506" cy="864001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35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pic>
        <p:nvPicPr>
          <p:cNvPr id="136" name="Shape 66" descr="Shap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22681" y="105780"/>
            <a:ext cx="477240" cy="710958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9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68"/>
          <p:cNvSpPr/>
          <p:nvPr/>
        </p:nvSpPr>
        <p:spPr>
          <a:xfrm>
            <a:off x="0" y="2890433"/>
            <a:ext cx="9144000" cy="2253068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50" name="Shape 69"/>
          <p:cNvGrpSpPr/>
          <p:nvPr/>
        </p:nvGrpSpPr>
        <p:grpSpPr>
          <a:xfrm>
            <a:off x="920694" y="1264900"/>
            <a:ext cx="1298551" cy="2242953"/>
            <a:chOff x="0" y="0"/>
            <a:chExt cx="1298550" cy="2242952"/>
          </a:xfrm>
        </p:grpSpPr>
        <p:sp>
          <p:nvSpPr>
            <p:cNvPr id="145" name="Shape 70"/>
            <p:cNvSpPr/>
            <p:nvPr/>
          </p:nvSpPr>
          <p:spPr>
            <a:xfrm>
              <a:off x="0" y="0"/>
              <a:ext cx="1298551" cy="2242953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46" name="Shape 71"/>
            <p:cNvSpPr/>
            <p:nvPr/>
          </p:nvSpPr>
          <p:spPr>
            <a:xfrm>
              <a:off x="571649" y="106039"/>
              <a:ext cx="155253" cy="29983"/>
            </a:xfrm>
            <a:prstGeom prst="rect">
              <a:avLst/>
            </a:prstGeom>
            <a:solidFill>
              <a:srgbClr val="B0B0B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49" name="Shape 72"/>
            <p:cNvGrpSpPr/>
            <p:nvPr/>
          </p:nvGrpSpPr>
          <p:grpSpPr>
            <a:xfrm>
              <a:off x="586375" y="2036915"/>
              <a:ext cx="125803" cy="138383"/>
              <a:chOff x="0" y="0"/>
              <a:chExt cx="125801" cy="138381"/>
            </a:xfrm>
          </p:grpSpPr>
          <p:sp>
            <p:nvSpPr>
              <p:cNvPr id="147" name="Shape 73"/>
              <p:cNvSpPr/>
              <p:nvPr/>
            </p:nvSpPr>
            <p:spPr>
              <a:xfrm>
                <a:off x="0" y="0"/>
                <a:ext cx="125802" cy="138382"/>
              </a:xfrm>
              <a:prstGeom prst="ellipse">
                <a:avLst/>
              </a:prstGeom>
              <a:gradFill flip="none" rotWithShape="1"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w="25400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48" name="Shape 74"/>
              <p:cNvSpPr/>
              <p:nvPr/>
            </p:nvSpPr>
            <p:spPr>
              <a:xfrm>
                <a:off x="34130" y="37312"/>
                <a:ext cx="57540" cy="63757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9525" cap="flat">
                <a:solidFill>
                  <a:srgbClr val="B0B0B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sp>
        <p:nvSpPr>
          <p:cNvPr id="151" name="Shape 75"/>
          <p:cNvSpPr>
            <a:spLocks noGrp="1"/>
          </p:cNvSpPr>
          <p:nvPr>
            <p:ph type="pic" sz="quarter" idx="13"/>
          </p:nvPr>
        </p:nvSpPr>
        <p:spPr>
          <a:xfrm>
            <a:off x="1007007" y="1468079"/>
            <a:ext cx="1143175" cy="180254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grpSp>
        <p:nvGrpSpPr>
          <p:cNvPr id="157" name="Shape 76"/>
          <p:cNvGrpSpPr/>
          <p:nvPr/>
        </p:nvGrpSpPr>
        <p:grpSpPr>
          <a:xfrm>
            <a:off x="2910526" y="2088602"/>
            <a:ext cx="1298551" cy="2242953"/>
            <a:chOff x="0" y="0"/>
            <a:chExt cx="1298550" cy="2242952"/>
          </a:xfrm>
        </p:grpSpPr>
        <p:sp>
          <p:nvSpPr>
            <p:cNvPr id="152" name="Shape 77"/>
            <p:cNvSpPr/>
            <p:nvPr/>
          </p:nvSpPr>
          <p:spPr>
            <a:xfrm>
              <a:off x="0" y="0"/>
              <a:ext cx="1298551" cy="2242953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3" name="Shape 78"/>
            <p:cNvSpPr/>
            <p:nvPr/>
          </p:nvSpPr>
          <p:spPr>
            <a:xfrm>
              <a:off x="571649" y="106039"/>
              <a:ext cx="155253" cy="29983"/>
            </a:xfrm>
            <a:prstGeom prst="rect">
              <a:avLst/>
            </a:prstGeom>
            <a:solidFill>
              <a:srgbClr val="B0B0B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56" name="Shape 79"/>
            <p:cNvGrpSpPr/>
            <p:nvPr/>
          </p:nvGrpSpPr>
          <p:grpSpPr>
            <a:xfrm>
              <a:off x="586375" y="2036915"/>
              <a:ext cx="125803" cy="138383"/>
              <a:chOff x="0" y="0"/>
              <a:chExt cx="125801" cy="138381"/>
            </a:xfrm>
          </p:grpSpPr>
          <p:sp>
            <p:nvSpPr>
              <p:cNvPr id="154" name="Shape 80"/>
              <p:cNvSpPr/>
              <p:nvPr/>
            </p:nvSpPr>
            <p:spPr>
              <a:xfrm>
                <a:off x="0" y="0"/>
                <a:ext cx="125802" cy="138382"/>
              </a:xfrm>
              <a:prstGeom prst="ellipse">
                <a:avLst/>
              </a:prstGeom>
              <a:gradFill flip="none" rotWithShape="1"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w="25400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55" name="Shape 81"/>
              <p:cNvSpPr/>
              <p:nvPr/>
            </p:nvSpPr>
            <p:spPr>
              <a:xfrm>
                <a:off x="34130" y="37312"/>
                <a:ext cx="57540" cy="63757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9525" cap="flat">
                <a:solidFill>
                  <a:srgbClr val="B0B0B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sp>
        <p:nvSpPr>
          <p:cNvPr id="158" name="Shape 82"/>
          <p:cNvSpPr>
            <a:spLocks noGrp="1"/>
          </p:cNvSpPr>
          <p:nvPr>
            <p:ph type="pic" sz="quarter" idx="14"/>
          </p:nvPr>
        </p:nvSpPr>
        <p:spPr>
          <a:xfrm>
            <a:off x="2996838" y="2291782"/>
            <a:ext cx="1143175" cy="180254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grpSp>
        <p:nvGrpSpPr>
          <p:cNvPr id="164" name="Shape 83"/>
          <p:cNvGrpSpPr/>
          <p:nvPr/>
        </p:nvGrpSpPr>
        <p:grpSpPr>
          <a:xfrm>
            <a:off x="4900357" y="1383367"/>
            <a:ext cx="1298551" cy="2242953"/>
            <a:chOff x="0" y="0"/>
            <a:chExt cx="1298550" cy="2242952"/>
          </a:xfrm>
        </p:grpSpPr>
        <p:sp>
          <p:nvSpPr>
            <p:cNvPr id="159" name="Shape 84"/>
            <p:cNvSpPr/>
            <p:nvPr/>
          </p:nvSpPr>
          <p:spPr>
            <a:xfrm>
              <a:off x="0" y="0"/>
              <a:ext cx="1298551" cy="2242953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0" name="Shape 85"/>
            <p:cNvSpPr/>
            <p:nvPr/>
          </p:nvSpPr>
          <p:spPr>
            <a:xfrm>
              <a:off x="571649" y="106039"/>
              <a:ext cx="155253" cy="29983"/>
            </a:xfrm>
            <a:prstGeom prst="rect">
              <a:avLst/>
            </a:prstGeom>
            <a:solidFill>
              <a:srgbClr val="B0B0B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63" name="Shape 86"/>
            <p:cNvGrpSpPr/>
            <p:nvPr/>
          </p:nvGrpSpPr>
          <p:grpSpPr>
            <a:xfrm>
              <a:off x="586375" y="2036915"/>
              <a:ext cx="125803" cy="138383"/>
              <a:chOff x="0" y="0"/>
              <a:chExt cx="125801" cy="138381"/>
            </a:xfrm>
          </p:grpSpPr>
          <p:sp>
            <p:nvSpPr>
              <p:cNvPr id="161" name="Shape 87"/>
              <p:cNvSpPr/>
              <p:nvPr/>
            </p:nvSpPr>
            <p:spPr>
              <a:xfrm>
                <a:off x="0" y="0"/>
                <a:ext cx="125802" cy="138382"/>
              </a:xfrm>
              <a:prstGeom prst="ellipse">
                <a:avLst/>
              </a:prstGeom>
              <a:gradFill flip="none" rotWithShape="1"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w="25400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62" name="Shape 88"/>
              <p:cNvSpPr/>
              <p:nvPr/>
            </p:nvSpPr>
            <p:spPr>
              <a:xfrm>
                <a:off x="34130" y="37312"/>
                <a:ext cx="57540" cy="63757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9525" cap="flat">
                <a:solidFill>
                  <a:srgbClr val="B0B0B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sp>
        <p:nvSpPr>
          <p:cNvPr id="165" name="Shape 89"/>
          <p:cNvSpPr>
            <a:spLocks noGrp="1"/>
          </p:cNvSpPr>
          <p:nvPr>
            <p:ph type="pic" sz="quarter" idx="15"/>
          </p:nvPr>
        </p:nvSpPr>
        <p:spPr>
          <a:xfrm>
            <a:off x="4986668" y="1586548"/>
            <a:ext cx="1143175" cy="1802547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grpSp>
        <p:nvGrpSpPr>
          <p:cNvPr id="171" name="Shape 90"/>
          <p:cNvGrpSpPr/>
          <p:nvPr/>
        </p:nvGrpSpPr>
        <p:grpSpPr>
          <a:xfrm>
            <a:off x="6890187" y="2345020"/>
            <a:ext cx="1298551" cy="2242953"/>
            <a:chOff x="0" y="0"/>
            <a:chExt cx="1298550" cy="2242952"/>
          </a:xfrm>
        </p:grpSpPr>
        <p:sp>
          <p:nvSpPr>
            <p:cNvPr id="166" name="Shape 91"/>
            <p:cNvSpPr/>
            <p:nvPr/>
          </p:nvSpPr>
          <p:spPr>
            <a:xfrm>
              <a:off x="0" y="0"/>
              <a:ext cx="1298551" cy="2242953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67" name="Shape 92"/>
            <p:cNvSpPr/>
            <p:nvPr/>
          </p:nvSpPr>
          <p:spPr>
            <a:xfrm>
              <a:off x="571649" y="106039"/>
              <a:ext cx="155253" cy="29983"/>
            </a:xfrm>
            <a:prstGeom prst="rect">
              <a:avLst/>
            </a:prstGeom>
            <a:solidFill>
              <a:srgbClr val="B0B0B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70" name="Shape 93"/>
            <p:cNvGrpSpPr/>
            <p:nvPr/>
          </p:nvGrpSpPr>
          <p:grpSpPr>
            <a:xfrm>
              <a:off x="586375" y="2036915"/>
              <a:ext cx="125803" cy="138383"/>
              <a:chOff x="0" y="0"/>
              <a:chExt cx="125801" cy="138381"/>
            </a:xfrm>
          </p:grpSpPr>
          <p:sp>
            <p:nvSpPr>
              <p:cNvPr id="168" name="Shape 94"/>
              <p:cNvSpPr/>
              <p:nvPr/>
            </p:nvSpPr>
            <p:spPr>
              <a:xfrm>
                <a:off x="0" y="0"/>
                <a:ext cx="125802" cy="138382"/>
              </a:xfrm>
              <a:prstGeom prst="ellipse">
                <a:avLst/>
              </a:prstGeom>
              <a:gradFill flip="none" rotWithShape="1"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w="25400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69" name="Shape 95"/>
              <p:cNvSpPr/>
              <p:nvPr/>
            </p:nvSpPr>
            <p:spPr>
              <a:xfrm>
                <a:off x="34130" y="37312"/>
                <a:ext cx="57540" cy="63757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9525" cap="flat">
                <a:solidFill>
                  <a:srgbClr val="B0B0B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18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</p:grpSp>
      </p:grpSp>
      <p:sp>
        <p:nvSpPr>
          <p:cNvPr id="172" name="Shape 96"/>
          <p:cNvSpPr>
            <a:spLocks noGrp="1"/>
          </p:cNvSpPr>
          <p:nvPr>
            <p:ph type="pic" sz="quarter" idx="16"/>
          </p:nvPr>
        </p:nvSpPr>
        <p:spPr>
          <a:xfrm>
            <a:off x="6976498" y="2548200"/>
            <a:ext cx="1143175" cy="1802548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73" name="Shape 97"/>
          <p:cNvSpPr/>
          <p:nvPr/>
        </p:nvSpPr>
        <p:spPr>
          <a:xfrm>
            <a:off x="-1" y="-1"/>
            <a:ext cx="9108506" cy="864001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74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pic>
        <p:nvPicPr>
          <p:cNvPr id="175" name="Shape 99" descr="Shape 9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22681" y="105780"/>
            <a:ext cx="477240" cy="710958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01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4" name="Shape 102"/>
          <p:cNvSpPr/>
          <p:nvPr/>
        </p:nvSpPr>
        <p:spPr>
          <a:xfrm>
            <a:off x="1046841" y="807553"/>
            <a:ext cx="7050317" cy="3528392"/>
          </a:xfrm>
          <a:prstGeom prst="rect">
            <a:avLst/>
          </a:prstGeom>
          <a:ln w="3175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5" name="Shape 103"/>
          <p:cNvSpPr/>
          <p:nvPr/>
        </p:nvSpPr>
        <p:spPr>
          <a:xfrm>
            <a:off x="1403647" y="1131589"/>
            <a:ext cx="6336705" cy="2880322"/>
          </a:xfrm>
          <a:prstGeom prst="rect">
            <a:avLst/>
          </a:prstGeom>
          <a:gradFill>
            <a:gsLst>
              <a:gs pos="0">
                <a:srgbClr val="EFEFEF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6" name="제목 텍스트"/>
          <p:cNvSpPr txBox="1">
            <a:spLocks noGrp="1"/>
          </p:cNvSpPr>
          <p:nvPr>
            <p:ph type="title"/>
          </p:nvPr>
        </p:nvSpPr>
        <p:spPr>
          <a:xfrm>
            <a:off x="1043608" y="2924942"/>
            <a:ext cx="7056784" cy="53330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pic>
        <p:nvPicPr>
          <p:cNvPr id="187" name="Shape 105" descr="Shape 10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56913" y="1318423"/>
            <a:ext cx="985235" cy="1467730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07"/>
          <p:cNvSpPr/>
          <p:nvPr/>
        </p:nvSpPr>
        <p:spPr>
          <a:xfrm>
            <a:off x="354007" y="1131588"/>
            <a:ext cx="2849841" cy="3649172"/>
          </a:xfrm>
          <a:prstGeom prst="roundRect">
            <a:avLst>
              <a:gd name="adj" fmla="val 3968"/>
            </a:avLst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96" name="Shape 108"/>
          <p:cNvSpPr txBox="1"/>
          <p:nvPr/>
        </p:nvSpPr>
        <p:spPr>
          <a:xfrm>
            <a:off x="755575" y="1427128"/>
            <a:ext cx="2232249" cy="586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 can Resize without losing quality</a:t>
            </a:r>
          </a:p>
        </p:txBody>
      </p:sp>
      <p:sp>
        <p:nvSpPr>
          <p:cNvPr id="197" name="Shape 109"/>
          <p:cNvSpPr txBox="1"/>
          <p:nvPr/>
        </p:nvSpPr>
        <p:spPr>
          <a:xfrm>
            <a:off x="755575" y="1939375"/>
            <a:ext cx="2232249" cy="859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You can Change Fill Color &amp;</a:t>
            </a:r>
          </a:p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Line Color</a:t>
            </a:r>
          </a:p>
        </p:txBody>
      </p:sp>
      <p:sp>
        <p:nvSpPr>
          <p:cNvPr id="198" name="Shape 110"/>
          <p:cNvSpPr/>
          <p:nvPr/>
        </p:nvSpPr>
        <p:spPr>
          <a:xfrm>
            <a:off x="531931" y="1347500"/>
            <a:ext cx="108520" cy="3240472"/>
          </a:xfrm>
          <a:prstGeom prst="roundRect">
            <a:avLst>
              <a:gd name="adj" fmla="val 50000"/>
            </a:avLst>
          </a:prstGeom>
          <a:solidFill>
            <a:srgbClr val="FFFFFF">
              <a:alpha val="4078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99" name="Shape 111"/>
          <p:cNvSpPr/>
          <p:nvPr/>
        </p:nvSpPr>
        <p:spPr>
          <a:xfrm rot="5400000">
            <a:off x="2592641" y="1238200"/>
            <a:ext cx="502331" cy="5023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16475" y="5125"/>
                </a:lnTo>
                <a:lnTo>
                  <a:pt x="5323" y="5125"/>
                </a:lnTo>
                <a:lnTo>
                  <a:pt x="5323" y="16277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>
              <a:alpha val="2274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202" name="Shape 112"/>
          <p:cNvGrpSpPr/>
          <p:nvPr/>
        </p:nvGrpSpPr>
        <p:grpSpPr>
          <a:xfrm>
            <a:off x="755724" y="3062542"/>
            <a:ext cx="1872059" cy="1573813"/>
            <a:chOff x="0" y="0"/>
            <a:chExt cx="1872058" cy="1573812"/>
          </a:xfrm>
        </p:grpSpPr>
        <p:sp>
          <p:nvSpPr>
            <p:cNvPr id="200" name="Shape 113"/>
            <p:cNvSpPr txBox="1"/>
            <p:nvPr/>
          </p:nvSpPr>
          <p:spPr>
            <a:xfrm>
              <a:off x="25438" y="1330012"/>
              <a:ext cx="1846621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>
                  <a:solidFill>
                    <a:srgbClr val="FFFFFF"/>
                  </a:solidFill>
                </a:defRPr>
              </a:lvl1pPr>
            </a:lstStyle>
            <a:p>
              <a:r>
                <a:t>www.googleslidesppt.com</a:t>
              </a:r>
            </a:p>
          </p:txBody>
        </p:sp>
        <p:sp>
          <p:nvSpPr>
            <p:cNvPr id="201" name="Shape 114"/>
            <p:cNvSpPr txBox="1"/>
            <p:nvPr/>
          </p:nvSpPr>
          <p:spPr>
            <a:xfrm>
              <a:off x="0" y="0"/>
              <a:ext cx="1827644" cy="14568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Google</a:t>
              </a:r>
            </a:p>
            <a:p>
              <a:pPr>
                <a:defRPr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Slides</a:t>
              </a:r>
            </a:p>
            <a:p>
              <a:pPr>
                <a:defRPr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PPT</a:t>
              </a:r>
            </a:p>
          </p:txBody>
        </p:sp>
      </p:grpSp>
      <p:sp>
        <p:nvSpPr>
          <p:cNvPr id="20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제목 텍스트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40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2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1"/>
          <p:cNvSpPr/>
          <p:nvPr/>
        </p:nvSpPr>
        <p:spPr>
          <a:xfrm>
            <a:off x="-1" y="0"/>
            <a:ext cx="1619673" cy="5143499"/>
          </a:xfrm>
          <a:prstGeom prst="rect">
            <a:avLst/>
          </a:prstGeom>
          <a:gradFill>
            <a:gsLst>
              <a:gs pos="0">
                <a:srgbClr val="EAEAEA"/>
              </a:gs>
              <a:gs pos="42000">
                <a:srgbClr val="EEEEEE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" name="제목 텍스트"/>
          <p:cNvSpPr txBox="1">
            <a:spLocks noGrp="1"/>
          </p:cNvSpPr>
          <p:nvPr>
            <p:ph type="title"/>
          </p:nvPr>
        </p:nvSpPr>
        <p:spPr>
          <a:xfrm>
            <a:off x="1584000" y="25734"/>
            <a:ext cx="7560000" cy="776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 anchor="ctr">
            <a:normAutofit/>
          </a:bodyPr>
          <a:lstStyle/>
          <a:p>
            <a:r>
              <a:t>제목 텍스트</a:t>
            </a:r>
          </a:p>
        </p:txBody>
      </p:sp>
      <p:pic>
        <p:nvPicPr>
          <p:cNvPr id="4" name="Shape 13" descr="Shape 13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168018" y="3332172"/>
            <a:ext cx="1087452" cy="16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14"/>
          <p:cNvSpPr/>
          <p:nvPr/>
        </p:nvSpPr>
        <p:spPr>
          <a:xfrm>
            <a:off x="711744" y="4952172"/>
            <a:ext cx="8432256" cy="1"/>
          </a:xfrm>
          <a:prstGeom prst="line">
            <a:avLst/>
          </a:prstGeom>
          <a:ln w="12700">
            <a:solidFill>
              <a:srgbClr val="0DD2D9"/>
            </a:solidFill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lnSpc>
                <a:spcPct val="100000"/>
              </a:lnSpc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ln>
            <a:noFill/>
          </a:ln>
          <a:solidFill>
            <a:srgbClr val="535353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나눔바른고딕"/>
          <a:ea typeface="나눔바른고딕"/>
          <a:cs typeface="나눔바른고딕"/>
          <a:sym typeface="나눔바른고딕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" TargetMode="External"/><Relationship Id="rId2" Type="http://schemas.openxmlformats.org/officeDocument/2006/relationships/hyperlink" Target="http://googleslidesppt.com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122"/>
          <p:cNvSpPr txBox="1">
            <a:spLocks noGrp="1"/>
          </p:cNvSpPr>
          <p:nvPr>
            <p:ph type="ctrTitle"/>
          </p:nvPr>
        </p:nvSpPr>
        <p:spPr>
          <a:xfrm>
            <a:off x="25400" y="2997715"/>
            <a:ext cx="9144000" cy="1260305"/>
          </a:xfrm>
          <a:prstGeom prst="rect">
            <a:avLst/>
          </a:prstGeom>
        </p:spPr>
        <p:txBody>
          <a:bodyPr lIns="45699" tIns="45699" rIns="45699" bIns="45699"/>
          <a:lstStyle/>
          <a:p>
            <a:pPr>
              <a:defRPr sz="5700">
                <a:latin typeface="Ubuntu"/>
                <a:ea typeface="Ubuntu"/>
                <a:cs typeface="Ubuntu"/>
                <a:sym typeface="Ubuntu"/>
              </a:defRPr>
            </a:pPr>
            <a:r>
              <a:t>Great </a:t>
            </a:r>
            <a:r>
              <a:rPr>
                <a:solidFill>
                  <a:srgbClr val="0DD2D9"/>
                </a:solidFill>
              </a:rPr>
              <a:t>Code</a:t>
            </a:r>
          </a:p>
          <a:p>
            <a:pPr>
              <a:defRPr sz="1500">
                <a:latin typeface="Ubuntu"/>
                <a:ea typeface="Ubuntu"/>
                <a:cs typeface="Ubuntu"/>
                <a:sym typeface="Ubuntu"/>
              </a:defRPr>
            </a:pPr>
            <a:r>
              <a:t>Understanding the </a:t>
            </a:r>
            <a:r>
              <a:rPr>
                <a:solidFill>
                  <a:srgbClr val="0DD2D9"/>
                </a:solidFill>
              </a:rPr>
              <a:t>Machine</a:t>
            </a:r>
          </a:p>
        </p:txBody>
      </p:sp>
      <p:sp>
        <p:nvSpPr>
          <p:cNvPr id="221" name="Shape 125"/>
          <p:cNvSpPr txBox="1">
            <a:spLocks noGrp="1"/>
          </p:cNvSpPr>
          <p:nvPr>
            <p:ph type="subTitle" sz="quarter" idx="1"/>
          </p:nvPr>
        </p:nvSpPr>
        <p:spPr>
          <a:xfrm>
            <a:off x="-73966" y="4252738"/>
            <a:ext cx="9144001" cy="799881"/>
          </a:xfrm>
          <a:prstGeom prst="rect">
            <a:avLst/>
          </a:prstGeom>
        </p:spPr>
        <p:txBody>
          <a:bodyPr/>
          <a:lstStyle/>
          <a:p>
            <a:r>
              <a:rPr dirty="0"/>
              <a:t>1장 </a:t>
            </a:r>
            <a:r>
              <a:rPr dirty="0" err="1"/>
              <a:t>최고의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알아야</a:t>
            </a:r>
            <a:r>
              <a:rPr dirty="0"/>
              <a:t> 할 것 </a:t>
            </a:r>
          </a:p>
          <a:p>
            <a:r>
              <a:rPr dirty="0"/>
              <a:t>2장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표기법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173"/>
          <p:cNvSpPr/>
          <p:nvPr/>
        </p:nvSpPr>
        <p:spPr>
          <a:xfrm>
            <a:off x="3200618" y="2607535"/>
            <a:ext cx="792028" cy="792028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24" name="Shape 174"/>
          <p:cNvSpPr/>
          <p:nvPr/>
        </p:nvSpPr>
        <p:spPr>
          <a:xfrm>
            <a:off x="4577819" y="2607535"/>
            <a:ext cx="792027" cy="792028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25" name="Shape 175"/>
          <p:cNvSpPr/>
          <p:nvPr/>
        </p:nvSpPr>
        <p:spPr>
          <a:xfrm>
            <a:off x="5955019" y="2607535"/>
            <a:ext cx="792027" cy="792028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26" name="Shape 176"/>
          <p:cNvSpPr/>
          <p:nvPr/>
        </p:nvSpPr>
        <p:spPr>
          <a:xfrm>
            <a:off x="7332219" y="2607535"/>
            <a:ext cx="792027" cy="792028"/>
          </a:xfrm>
          <a:prstGeom prst="ellipse">
            <a:avLst/>
          </a:prstGeom>
          <a:solidFill>
            <a:srgbClr val="0DD2D9"/>
          </a:solidFill>
          <a:ln w="50800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27" name="Shape 177"/>
          <p:cNvSpPr/>
          <p:nvPr/>
        </p:nvSpPr>
        <p:spPr>
          <a:xfrm>
            <a:off x="3385187" y="2790338"/>
            <a:ext cx="422887" cy="4264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28" name="Shape 178"/>
          <p:cNvSpPr/>
          <p:nvPr/>
        </p:nvSpPr>
        <p:spPr>
          <a:xfrm>
            <a:off x="7506338" y="2873025"/>
            <a:ext cx="443787" cy="261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79" y="0"/>
                </a:moveTo>
                <a:cubicBezTo>
                  <a:pt x="10381" y="0"/>
                  <a:pt x="11710" y="1263"/>
                  <a:pt x="12452" y="3279"/>
                </a:cubicBezTo>
                <a:cubicBezTo>
                  <a:pt x="12920" y="2554"/>
                  <a:pt x="13545" y="2158"/>
                  <a:pt x="14226" y="2158"/>
                </a:cubicBezTo>
                <a:cubicBezTo>
                  <a:pt x="15703" y="2158"/>
                  <a:pt x="16923" y="4026"/>
                  <a:pt x="17062" y="6461"/>
                </a:cubicBezTo>
                <a:cubicBezTo>
                  <a:pt x="17088" y="6435"/>
                  <a:pt x="17114" y="6434"/>
                  <a:pt x="17140" y="6434"/>
                </a:cubicBezTo>
                <a:cubicBezTo>
                  <a:pt x="19603" y="6434"/>
                  <a:pt x="21600" y="9829"/>
                  <a:pt x="21600" y="14017"/>
                </a:cubicBezTo>
                <a:cubicBezTo>
                  <a:pt x="21600" y="17971"/>
                  <a:pt x="19820" y="21218"/>
                  <a:pt x="17547" y="21565"/>
                </a:cubicBezTo>
                <a:lnTo>
                  <a:pt x="17547" y="21600"/>
                </a:lnTo>
                <a:lnTo>
                  <a:pt x="4978" y="21600"/>
                </a:lnTo>
                <a:lnTo>
                  <a:pt x="4978" y="21543"/>
                </a:lnTo>
                <a:cubicBezTo>
                  <a:pt x="4808" y="21583"/>
                  <a:pt x="4635" y="21600"/>
                  <a:pt x="4460" y="21600"/>
                </a:cubicBezTo>
                <a:cubicBezTo>
                  <a:pt x="1997" y="21600"/>
                  <a:pt x="0" y="18205"/>
                  <a:pt x="0" y="14017"/>
                </a:cubicBezTo>
                <a:cubicBezTo>
                  <a:pt x="0" y="9829"/>
                  <a:pt x="1997" y="6434"/>
                  <a:pt x="4460" y="6434"/>
                </a:cubicBezTo>
                <a:lnTo>
                  <a:pt x="4551" y="6466"/>
                </a:lnTo>
                <a:cubicBezTo>
                  <a:pt x="4791" y="2797"/>
                  <a:pt x="6643" y="0"/>
                  <a:pt x="887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29" name="Shape 179"/>
          <p:cNvSpPr/>
          <p:nvPr/>
        </p:nvSpPr>
        <p:spPr>
          <a:xfrm rot="2700000">
            <a:off x="6200061" y="2732888"/>
            <a:ext cx="301940" cy="5413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12296" y="26"/>
                  <a:pt x="13869" y="651"/>
                  <a:pt x="14004" y="1665"/>
                </a:cubicBezTo>
                <a:cubicBezTo>
                  <a:pt x="14352" y="2941"/>
                  <a:pt x="12417" y="3255"/>
                  <a:pt x="12966" y="4789"/>
                </a:cubicBezTo>
                <a:lnTo>
                  <a:pt x="21600" y="4789"/>
                </a:lnTo>
                <a:lnTo>
                  <a:pt x="21600" y="9598"/>
                </a:lnTo>
                <a:cubicBezTo>
                  <a:pt x="18932" y="9873"/>
                  <a:pt x="18357" y="8821"/>
                  <a:pt x="16095" y="9012"/>
                </a:cubicBezTo>
                <a:cubicBezTo>
                  <a:pt x="14277" y="9088"/>
                  <a:pt x="13156" y="9965"/>
                  <a:pt x="13110" y="10796"/>
                </a:cubicBezTo>
                <a:cubicBezTo>
                  <a:pt x="13141" y="11525"/>
                  <a:pt x="14300" y="12602"/>
                  <a:pt x="16464" y="12611"/>
                </a:cubicBezTo>
                <a:cubicBezTo>
                  <a:pt x="19082" y="12461"/>
                  <a:pt x="18698" y="11744"/>
                  <a:pt x="21600" y="11809"/>
                </a:cubicBezTo>
                <a:lnTo>
                  <a:pt x="21600" y="16837"/>
                </a:lnTo>
                <a:lnTo>
                  <a:pt x="12611" y="16837"/>
                </a:lnTo>
                <a:cubicBezTo>
                  <a:pt x="12479" y="18485"/>
                  <a:pt x="13776" y="18260"/>
                  <a:pt x="14046" y="19729"/>
                </a:cubicBezTo>
                <a:cubicBezTo>
                  <a:pt x="14031" y="20937"/>
                  <a:pt x="12100" y="21583"/>
                  <a:pt x="10793" y="21600"/>
                </a:cubicBezTo>
                <a:cubicBezTo>
                  <a:pt x="9304" y="21574"/>
                  <a:pt x="7731" y="20949"/>
                  <a:pt x="7595" y="19935"/>
                </a:cubicBezTo>
                <a:cubicBezTo>
                  <a:pt x="7250" y="18666"/>
                  <a:pt x="9161" y="18348"/>
                  <a:pt x="8639" y="16837"/>
                </a:cubicBezTo>
                <a:lnTo>
                  <a:pt x="0" y="16837"/>
                </a:lnTo>
                <a:lnTo>
                  <a:pt x="0" y="11894"/>
                </a:lnTo>
                <a:cubicBezTo>
                  <a:pt x="2766" y="11581"/>
                  <a:pt x="3326" y="12666"/>
                  <a:pt x="5619" y="12471"/>
                </a:cubicBezTo>
                <a:cubicBezTo>
                  <a:pt x="7437" y="12396"/>
                  <a:pt x="8558" y="11519"/>
                  <a:pt x="8604" y="10688"/>
                </a:cubicBezTo>
                <a:cubicBezTo>
                  <a:pt x="8574" y="9959"/>
                  <a:pt x="7415" y="8882"/>
                  <a:pt x="5251" y="8873"/>
                </a:cubicBezTo>
                <a:cubicBezTo>
                  <a:pt x="2598" y="9025"/>
                  <a:pt x="3027" y="9758"/>
                  <a:pt x="0" y="9673"/>
                </a:cubicBezTo>
                <a:lnTo>
                  <a:pt x="0" y="4789"/>
                </a:lnTo>
                <a:lnTo>
                  <a:pt x="8988" y="4789"/>
                </a:lnTo>
                <a:cubicBezTo>
                  <a:pt x="9135" y="3112"/>
                  <a:pt x="7825" y="3347"/>
                  <a:pt x="7553" y="1870"/>
                </a:cubicBezTo>
                <a:cubicBezTo>
                  <a:pt x="7569" y="663"/>
                  <a:pt x="9500" y="17"/>
                  <a:pt x="1080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30" name="Shape 180"/>
          <p:cNvSpPr/>
          <p:nvPr/>
        </p:nvSpPr>
        <p:spPr>
          <a:xfrm>
            <a:off x="4783825" y="2825682"/>
            <a:ext cx="380016" cy="3557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31" name="Shape 181"/>
          <p:cNvSpPr txBox="1"/>
          <p:nvPr/>
        </p:nvSpPr>
        <p:spPr>
          <a:xfrm>
            <a:off x="3186267" y="1532679"/>
            <a:ext cx="5274164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개발자 문성현입니다.</a:t>
            </a:r>
          </a:p>
        </p:txBody>
      </p:sp>
      <p:sp>
        <p:nvSpPr>
          <p:cNvPr id="232" name="Shape 182"/>
          <p:cNvSpPr txBox="1"/>
          <p:nvPr/>
        </p:nvSpPr>
        <p:spPr>
          <a:xfrm>
            <a:off x="1116395" y="1733386"/>
            <a:ext cx="970360" cy="39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문성현</a:t>
            </a:r>
          </a:p>
        </p:txBody>
      </p:sp>
      <p:grpSp>
        <p:nvGrpSpPr>
          <p:cNvPr id="235" name="Shape 183"/>
          <p:cNvGrpSpPr/>
          <p:nvPr/>
        </p:nvGrpSpPr>
        <p:grpSpPr>
          <a:xfrm>
            <a:off x="2992976" y="3687136"/>
            <a:ext cx="1207310" cy="1126375"/>
            <a:chOff x="0" y="0"/>
            <a:chExt cx="1207309" cy="1126374"/>
          </a:xfrm>
        </p:grpSpPr>
        <p:sp>
          <p:nvSpPr>
            <p:cNvPr id="233" name="Shape 184"/>
            <p:cNvSpPr txBox="1"/>
            <p:nvPr/>
          </p:nvSpPr>
          <p:spPr>
            <a:xfrm>
              <a:off x="0" y="214553"/>
              <a:ext cx="1207310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Replaced with your own text.  </a:t>
              </a:r>
            </a:p>
          </p:txBody>
        </p:sp>
        <p:sp>
          <p:nvSpPr>
            <p:cNvPr id="234" name="Shape 185"/>
            <p:cNvSpPr txBox="1"/>
            <p:nvPr/>
          </p:nvSpPr>
          <p:spPr>
            <a:xfrm>
              <a:off x="0" y="0"/>
              <a:ext cx="1207310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238" name="Shape 186"/>
          <p:cNvGrpSpPr/>
          <p:nvPr/>
        </p:nvGrpSpPr>
        <p:grpSpPr>
          <a:xfrm>
            <a:off x="4370175" y="3687136"/>
            <a:ext cx="1207310" cy="1126375"/>
            <a:chOff x="0" y="0"/>
            <a:chExt cx="1207309" cy="1126374"/>
          </a:xfrm>
        </p:grpSpPr>
        <p:sp>
          <p:nvSpPr>
            <p:cNvPr id="236" name="Shape 187"/>
            <p:cNvSpPr txBox="1"/>
            <p:nvPr/>
          </p:nvSpPr>
          <p:spPr>
            <a:xfrm>
              <a:off x="0" y="214553"/>
              <a:ext cx="1207310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Replaced with your own text.  </a:t>
              </a:r>
            </a:p>
          </p:txBody>
        </p:sp>
        <p:sp>
          <p:nvSpPr>
            <p:cNvPr id="237" name="Shape 188"/>
            <p:cNvSpPr txBox="1"/>
            <p:nvPr/>
          </p:nvSpPr>
          <p:spPr>
            <a:xfrm>
              <a:off x="0" y="0"/>
              <a:ext cx="1207310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241" name="Shape 189"/>
          <p:cNvGrpSpPr/>
          <p:nvPr/>
        </p:nvGrpSpPr>
        <p:grpSpPr>
          <a:xfrm>
            <a:off x="5747375" y="3687136"/>
            <a:ext cx="1207310" cy="1126375"/>
            <a:chOff x="0" y="0"/>
            <a:chExt cx="1207309" cy="1126374"/>
          </a:xfrm>
        </p:grpSpPr>
        <p:sp>
          <p:nvSpPr>
            <p:cNvPr id="239" name="Shape 190"/>
            <p:cNvSpPr txBox="1"/>
            <p:nvPr/>
          </p:nvSpPr>
          <p:spPr>
            <a:xfrm>
              <a:off x="0" y="214553"/>
              <a:ext cx="1207310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Replaced with your own text.  </a:t>
              </a:r>
            </a:p>
          </p:txBody>
        </p:sp>
        <p:sp>
          <p:nvSpPr>
            <p:cNvPr id="240" name="Shape 191"/>
            <p:cNvSpPr txBox="1"/>
            <p:nvPr/>
          </p:nvSpPr>
          <p:spPr>
            <a:xfrm>
              <a:off x="0" y="0"/>
              <a:ext cx="1207310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244" name="Shape 192"/>
          <p:cNvGrpSpPr/>
          <p:nvPr/>
        </p:nvGrpSpPr>
        <p:grpSpPr>
          <a:xfrm>
            <a:off x="7124575" y="3687136"/>
            <a:ext cx="1207311" cy="1126375"/>
            <a:chOff x="0" y="0"/>
            <a:chExt cx="1207309" cy="1126374"/>
          </a:xfrm>
        </p:grpSpPr>
        <p:sp>
          <p:nvSpPr>
            <p:cNvPr id="242" name="Shape 193"/>
            <p:cNvSpPr txBox="1"/>
            <p:nvPr/>
          </p:nvSpPr>
          <p:spPr>
            <a:xfrm>
              <a:off x="0" y="214553"/>
              <a:ext cx="1207310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Replaced with your own text.  </a:t>
              </a:r>
            </a:p>
          </p:txBody>
        </p:sp>
        <p:sp>
          <p:nvSpPr>
            <p:cNvPr id="243" name="Shape 194"/>
            <p:cNvSpPr txBox="1"/>
            <p:nvPr/>
          </p:nvSpPr>
          <p:spPr>
            <a:xfrm>
              <a:off x="0" y="0"/>
              <a:ext cx="1207310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247" name="Shape 195"/>
          <p:cNvGrpSpPr/>
          <p:nvPr/>
        </p:nvGrpSpPr>
        <p:grpSpPr>
          <a:xfrm>
            <a:off x="755575" y="2157550"/>
            <a:ext cx="1692001" cy="1692001"/>
            <a:chOff x="0" y="0"/>
            <a:chExt cx="1692000" cy="1692000"/>
          </a:xfrm>
        </p:grpSpPr>
        <p:sp>
          <p:nvSpPr>
            <p:cNvPr id="245" name="도형"/>
            <p:cNvSpPr/>
            <p:nvPr/>
          </p:nvSpPr>
          <p:spPr>
            <a:xfrm>
              <a:off x="-1" y="-1"/>
              <a:ext cx="1692002" cy="1692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lnTo>
                    <a:pt x="21600" y="10800"/>
                  </a:lnTo>
                  <a:cubicBezTo>
                    <a:pt x="21600" y="16765"/>
                    <a:pt x="16765" y="21600"/>
                    <a:pt x="10800" y="21600"/>
                  </a:cubicBezTo>
                  <a:lnTo>
                    <a:pt x="10800" y="21600"/>
                  </a:ln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246" name="image6.jpeg" descr="image6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t="1547" r="7" b="1554"/>
            <a:stretch>
              <a:fillRect/>
            </a:stretch>
          </p:blipFill>
          <p:spPr>
            <a:xfrm>
              <a:off x="0" y="0"/>
              <a:ext cx="1691879" cy="1691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cubicBezTo>
                    <a:pt x="4837" y="0"/>
                    <a:pt x="0" y="4837"/>
                    <a:pt x="0" y="10803"/>
                  </a:cubicBezTo>
                  <a:cubicBezTo>
                    <a:pt x="0" y="16768"/>
                    <a:pt x="4837" y="21600"/>
                    <a:pt x="10803" y="21600"/>
                  </a:cubicBezTo>
                  <a:cubicBezTo>
                    <a:pt x="16768" y="21600"/>
                    <a:pt x="21600" y="16768"/>
                    <a:pt x="21600" y="10803"/>
                  </a:cubicBezTo>
                  <a:cubicBezTo>
                    <a:pt x="21600" y="4837"/>
                    <a:pt x="16768" y="0"/>
                    <a:pt x="10803" y="0"/>
                  </a:cubicBezTo>
                  <a:close/>
                </a:path>
              </a:pathLst>
            </a:custGeom>
            <a:ln w="50800" cap="flat">
              <a:solidFill>
                <a:srgbClr val="0DD2D9"/>
              </a:solidFill>
              <a:prstDash val="solid"/>
              <a:round/>
            </a:ln>
            <a:effectLst/>
          </p:spPr>
        </p:pic>
      </p:grpSp>
      <p:sp>
        <p:nvSpPr>
          <p:cNvPr id="248" name="Shape 196"/>
          <p:cNvSpPr txBox="1">
            <a:spLocks noGrp="1"/>
          </p:cNvSpPr>
          <p:nvPr>
            <p:ph type="title"/>
          </p:nvPr>
        </p:nvSpPr>
        <p:spPr>
          <a:xfrm>
            <a:off x="635303" y="83023"/>
            <a:ext cx="7892704" cy="776400"/>
          </a:xfrm>
          <a:prstGeom prst="rect">
            <a:avLst/>
          </a:prstGeom>
        </p:spPr>
        <p:txBody>
          <a:bodyPr lIns="45699" tIns="45699" rIns="45699" bIns="45699"/>
          <a:lstStyle>
            <a:lvl1pPr algn="l">
              <a:defRPr>
                <a:solidFill>
                  <a:srgbClr val="535353"/>
                </a:solidFill>
              </a:defRPr>
            </a:lvl1pPr>
          </a:lstStyle>
          <a:p>
            <a:r>
              <a:t>Presenter Introduction</a:t>
            </a:r>
          </a:p>
        </p:txBody>
      </p:sp>
      <p:sp>
        <p:nvSpPr>
          <p:cNvPr id="249" name="Shape 197"/>
          <p:cNvSpPr txBox="1">
            <a:spLocks noGrp="1"/>
          </p:cNvSpPr>
          <p:nvPr>
            <p:ph type="body" sz="quarter" idx="4294967295"/>
          </p:nvPr>
        </p:nvSpPr>
        <p:spPr>
          <a:xfrm>
            <a:off x="9654" y="812533"/>
            <a:ext cx="9144001" cy="288001"/>
          </a:xfrm>
          <a:prstGeom prst="rect">
            <a:avLst/>
          </a:prstGeom>
        </p:spPr>
        <p:txBody>
          <a:bodyPr lIns="45699" tIns="45699" rIns="45699" bIns="45699">
            <a:normAutofit/>
          </a:bodyPr>
          <a:lstStyle>
            <a:lvl1pPr algn="ctr">
              <a:defRPr sz="1200"/>
            </a:lvl1pPr>
          </a:lstStyle>
          <a:p>
            <a:r>
              <a:t>This text can be replaced with your own text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143"/>
          <p:cNvSpPr txBox="1">
            <a:spLocks noGrp="1"/>
          </p:cNvSpPr>
          <p:nvPr>
            <p:ph type="title"/>
          </p:nvPr>
        </p:nvSpPr>
        <p:spPr>
          <a:xfrm>
            <a:off x="6136863" y="4184536"/>
            <a:ext cx="7560000" cy="776530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 Great </a:t>
            </a:r>
            <a:r>
              <a:rPr>
                <a:solidFill>
                  <a:srgbClr val="0DD2D9"/>
                </a:solidFill>
              </a:rPr>
              <a:t>Code</a:t>
            </a:r>
          </a:p>
        </p:txBody>
      </p:sp>
      <p:grpSp>
        <p:nvGrpSpPr>
          <p:cNvPr id="256" name="그룹"/>
          <p:cNvGrpSpPr/>
          <p:nvPr/>
        </p:nvGrpSpPr>
        <p:grpSpPr>
          <a:xfrm>
            <a:off x="2502491" y="1909254"/>
            <a:ext cx="4139018" cy="538037"/>
            <a:chOff x="0" y="0"/>
            <a:chExt cx="4139017" cy="538036"/>
          </a:xfrm>
        </p:grpSpPr>
        <p:grpSp>
          <p:nvGrpSpPr>
            <p:cNvPr id="254" name="Shape 148"/>
            <p:cNvGrpSpPr/>
            <p:nvPr/>
          </p:nvGrpSpPr>
          <p:grpSpPr>
            <a:xfrm>
              <a:off x="0" y="0"/>
              <a:ext cx="538037" cy="538037"/>
              <a:chOff x="0" y="0"/>
              <a:chExt cx="538036" cy="538036"/>
            </a:xfrm>
          </p:grpSpPr>
          <p:sp>
            <p:nvSpPr>
              <p:cNvPr id="252" name="Shape 149"/>
              <p:cNvSpPr/>
              <p:nvPr/>
            </p:nvSpPr>
            <p:spPr>
              <a:xfrm>
                <a:off x="-1" y="-1"/>
                <a:ext cx="538038" cy="538038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53" name="Shape 150"/>
              <p:cNvSpPr txBox="1"/>
              <p:nvPr/>
            </p:nvSpPr>
            <p:spPr>
              <a:xfrm>
                <a:off x="88997" y="93706"/>
                <a:ext cx="360042" cy="3506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2</a:t>
                </a:r>
              </a:p>
            </p:txBody>
          </p:sp>
        </p:grpSp>
        <p:sp>
          <p:nvSpPr>
            <p:cNvPr id="255" name="Shape 157"/>
            <p:cNvSpPr txBox="1"/>
            <p:nvPr/>
          </p:nvSpPr>
          <p:spPr>
            <a:xfrm>
              <a:off x="639259" y="43781"/>
              <a:ext cx="3499759" cy="434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/>
              </a:lvl1pPr>
            </a:lstStyle>
            <a:p>
              <a:r>
                <a:t>수와 수치 표기법</a:t>
              </a:r>
            </a:p>
          </p:txBody>
        </p:sp>
      </p:grpSp>
      <p:grpSp>
        <p:nvGrpSpPr>
          <p:cNvPr id="261" name="그룹"/>
          <p:cNvGrpSpPr/>
          <p:nvPr/>
        </p:nvGrpSpPr>
        <p:grpSpPr>
          <a:xfrm>
            <a:off x="2502491" y="2665831"/>
            <a:ext cx="4139018" cy="538038"/>
            <a:chOff x="0" y="0"/>
            <a:chExt cx="4139017" cy="538037"/>
          </a:xfrm>
        </p:grpSpPr>
        <p:grpSp>
          <p:nvGrpSpPr>
            <p:cNvPr id="259" name="Shape 151"/>
            <p:cNvGrpSpPr/>
            <p:nvPr/>
          </p:nvGrpSpPr>
          <p:grpSpPr>
            <a:xfrm>
              <a:off x="0" y="0"/>
              <a:ext cx="538037" cy="538037"/>
              <a:chOff x="0" y="0"/>
              <a:chExt cx="538036" cy="538036"/>
            </a:xfrm>
          </p:grpSpPr>
          <p:sp>
            <p:nvSpPr>
              <p:cNvPr id="257" name="Shape 152"/>
              <p:cNvSpPr/>
              <p:nvPr/>
            </p:nvSpPr>
            <p:spPr>
              <a:xfrm>
                <a:off x="-1" y="-1"/>
                <a:ext cx="538038" cy="538038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58" name="Shape 153"/>
              <p:cNvSpPr txBox="1"/>
              <p:nvPr/>
            </p:nvSpPr>
            <p:spPr>
              <a:xfrm>
                <a:off x="88997" y="93707"/>
                <a:ext cx="360042" cy="3506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3</a:t>
                </a:r>
              </a:p>
            </p:txBody>
          </p:sp>
        </p:grpSp>
        <p:sp>
          <p:nvSpPr>
            <p:cNvPr id="260" name="Shape 157"/>
            <p:cNvSpPr txBox="1"/>
            <p:nvPr/>
          </p:nvSpPr>
          <p:spPr>
            <a:xfrm>
              <a:off x="639258" y="43779"/>
              <a:ext cx="3499759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/>
              </a:lvl1pPr>
            </a:lstStyle>
            <a:p>
              <a:r>
                <a:rPr lang="ko-KR" altLang="en-US" dirty="0" smtClean="0"/>
                <a:t>컴퓨터의 표기법</a:t>
              </a:r>
              <a:endParaRPr dirty="0"/>
            </a:p>
          </p:txBody>
        </p:sp>
      </p:grpSp>
      <p:grpSp>
        <p:nvGrpSpPr>
          <p:cNvPr id="266" name="그룹"/>
          <p:cNvGrpSpPr/>
          <p:nvPr/>
        </p:nvGrpSpPr>
        <p:grpSpPr>
          <a:xfrm>
            <a:off x="2502491" y="3435109"/>
            <a:ext cx="4139019" cy="538038"/>
            <a:chOff x="0" y="0"/>
            <a:chExt cx="4139018" cy="538037"/>
          </a:xfrm>
        </p:grpSpPr>
        <p:grpSp>
          <p:nvGrpSpPr>
            <p:cNvPr id="264" name="Shape 154"/>
            <p:cNvGrpSpPr/>
            <p:nvPr/>
          </p:nvGrpSpPr>
          <p:grpSpPr>
            <a:xfrm>
              <a:off x="0" y="0"/>
              <a:ext cx="538037" cy="538037"/>
              <a:chOff x="0" y="0"/>
              <a:chExt cx="538036" cy="538036"/>
            </a:xfrm>
          </p:grpSpPr>
          <p:sp>
            <p:nvSpPr>
              <p:cNvPr id="262" name="Shape 155"/>
              <p:cNvSpPr/>
              <p:nvPr/>
            </p:nvSpPr>
            <p:spPr>
              <a:xfrm>
                <a:off x="-1" y="-1"/>
                <a:ext cx="538038" cy="538038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63" name="Shape 156"/>
              <p:cNvSpPr txBox="1"/>
              <p:nvPr/>
            </p:nvSpPr>
            <p:spPr>
              <a:xfrm>
                <a:off x="88997" y="93707"/>
                <a:ext cx="360042" cy="3506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4</a:t>
                </a:r>
              </a:p>
            </p:txBody>
          </p:sp>
        </p:grpSp>
        <p:sp>
          <p:nvSpPr>
            <p:cNvPr id="265" name="Shape 157"/>
            <p:cNvSpPr txBox="1"/>
            <p:nvPr/>
          </p:nvSpPr>
          <p:spPr>
            <a:xfrm>
              <a:off x="639259" y="43777"/>
              <a:ext cx="3499759" cy="461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/>
              </a:lvl1pPr>
            </a:lstStyle>
            <a:p>
              <a:r>
                <a:rPr dirty="0" err="1"/>
                <a:t>다양한</a:t>
              </a:r>
              <a:r>
                <a:rPr dirty="0"/>
                <a:t> </a:t>
              </a:r>
              <a:r>
                <a:rPr dirty="0" err="1" smtClean="0"/>
                <a:t>수치</a:t>
              </a:r>
              <a:r>
                <a:rPr lang="en-US" dirty="0" smtClean="0"/>
                <a:t> </a:t>
              </a:r>
              <a:r>
                <a:rPr dirty="0" err="1" smtClean="0"/>
                <a:t>표기</a:t>
              </a:r>
              <a:endParaRPr dirty="0"/>
            </a:p>
          </p:txBody>
        </p:sp>
      </p:grpSp>
      <p:grpSp>
        <p:nvGrpSpPr>
          <p:cNvPr id="271" name="그룹"/>
          <p:cNvGrpSpPr/>
          <p:nvPr/>
        </p:nvGrpSpPr>
        <p:grpSpPr>
          <a:xfrm>
            <a:off x="2502491" y="1139978"/>
            <a:ext cx="4139018" cy="538037"/>
            <a:chOff x="0" y="0"/>
            <a:chExt cx="4139017" cy="538036"/>
          </a:xfrm>
        </p:grpSpPr>
        <p:grpSp>
          <p:nvGrpSpPr>
            <p:cNvPr id="269" name="Shape 145"/>
            <p:cNvGrpSpPr/>
            <p:nvPr/>
          </p:nvGrpSpPr>
          <p:grpSpPr>
            <a:xfrm>
              <a:off x="0" y="0"/>
              <a:ext cx="538037" cy="538037"/>
              <a:chOff x="0" y="0"/>
              <a:chExt cx="538036" cy="538036"/>
            </a:xfrm>
          </p:grpSpPr>
          <p:sp>
            <p:nvSpPr>
              <p:cNvPr id="267" name="Shape 146"/>
              <p:cNvSpPr/>
              <p:nvPr/>
            </p:nvSpPr>
            <p:spPr>
              <a:xfrm>
                <a:off x="-1" y="-1"/>
                <a:ext cx="538038" cy="538038"/>
              </a:xfrm>
              <a:prstGeom prst="ellipse">
                <a:avLst/>
              </a:prstGeom>
              <a:gradFill flip="none"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0" scaled="0"/>
              </a:gradFill>
              <a:ln w="31750" cap="flat">
                <a:solidFill>
                  <a:srgbClr val="0DD2D9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268" name="Shape 147"/>
              <p:cNvSpPr txBox="1"/>
              <p:nvPr/>
            </p:nvSpPr>
            <p:spPr>
              <a:xfrm>
                <a:off x="88997" y="93706"/>
                <a:ext cx="360042" cy="3506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ctr">
                <a:spAutoFit/>
              </a:bodyPr>
              <a:lstStyle>
                <a:lvl1pPr algn="ctr">
                  <a:defRPr sz="1800"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1</a:t>
                </a:r>
              </a:p>
            </p:txBody>
          </p:sp>
        </p:grpSp>
        <p:sp>
          <p:nvSpPr>
            <p:cNvPr id="270" name="Shape 157"/>
            <p:cNvSpPr txBox="1"/>
            <p:nvPr/>
          </p:nvSpPr>
          <p:spPr>
            <a:xfrm>
              <a:off x="639259" y="43780"/>
              <a:ext cx="3499759" cy="434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00000"/>
                </a:lnSpc>
                <a:defRPr sz="2400"/>
              </a:lvl1pPr>
            </a:lstStyle>
            <a:p>
              <a:r>
                <a:t>책 소개</a:t>
              </a:r>
            </a:p>
          </p:txBody>
        </p:sp>
      </p:grpSp>
      <p:sp>
        <p:nvSpPr>
          <p:cNvPr id="272" name="Shape 143"/>
          <p:cNvSpPr txBox="1"/>
          <p:nvPr/>
        </p:nvSpPr>
        <p:spPr>
          <a:xfrm>
            <a:off x="1541572" y="248947"/>
            <a:ext cx="7560000" cy="77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100000"/>
              </a:lnSpc>
              <a:defRPr sz="3800">
                <a:solidFill>
                  <a:srgbClr val="535353"/>
                </a:solidFill>
              </a:defRPr>
            </a:lvl1pPr>
          </a:lstStyle>
          <a:p>
            <a:r>
              <a:t>목차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166"/>
          <p:cNvSpPr txBox="1">
            <a:spLocks noGrp="1"/>
          </p:cNvSpPr>
          <p:nvPr>
            <p:ph type="title" idx="4294967295"/>
          </p:nvPr>
        </p:nvSpPr>
        <p:spPr>
          <a:xfrm>
            <a:off x="3131849" y="2129725"/>
            <a:ext cx="6012002" cy="503701"/>
          </a:xfrm>
          <a:prstGeom prst="rect">
            <a:avLst/>
          </a:prstGeom>
        </p:spPr>
        <p:txBody>
          <a:bodyPr lIns="45699" tIns="45699" rIns="45699" bIns="45699">
            <a:normAutofit fontScale="90000"/>
          </a:bodyPr>
          <a:lstStyle/>
          <a:p>
            <a:pPr defTabSz="731520">
              <a:defRPr sz="2880">
                <a:solidFill>
                  <a:srgbClr val="FFFFFF"/>
                </a:solidFill>
              </a:defRPr>
            </a:pPr>
            <a:r>
              <a:t>책 소개</a:t>
            </a:r>
          </a:p>
        </p:txBody>
      </p:sp>
      <p:sp>
        <p:nvSpPr>
          <p:cNvPr id="275" name="Shape 167"/>
          <p:cNvSpPr txBox="1">
            <a:spLocks noGrp="1"/>
          </p:cNvSpPr>
          <p:nvPr>
            <p:ph type="body" sz="quarter" idx="4294967295"/>
          </p:nvPr>
        </p:nvSpPr>
        <p:spPr>
          <a:xfrm>
            <a:off x="3131840" y="2683834"/>
            <a:ext cx="5472608" cy="363848"/>
          </a:xfrm>
          <a:prstGeom prst="rect">
            <a:avLst/>
          </a:prstGeom>
        </p:spPr>
        <p:txBody>
          <a:bodyPr lIns="45699" tIns="45699" rIns="45699" bIns="45699" anchor="ctr">
            <a:normAutofit lnSpcReduction="10000"/>
          </a:bodyPr>
          <a:lstStyle>
            <a:lvl1pPr defTabSz="548640">
              <a:defRPr sz="1920"/>
            </a:lvl1pPr>
          </a:lstStyle>
          <a:p>
            <a:r>
              <a:t>최고의 코드를 위해 알아야 할 것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130"/>
          <p:cNvSpPr txBox="1">
            <a:spLocks noGrp="1"/>
          </p:cNvSpPr>
          <p:nvPr>
            <p:ph type="title"/>
          </p:nvPr>
        </p:nvSpPr>
        <p:spPr>
          <a:xfrm>
            <a:off x="1418900" y="25734"/>
            <a:ext cx="7560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저자 및 책 소개</a:t>
            </a:r>
          </a:p>
        </p:txBody>
      </p:sp>
      <p:sp>
        <p:nvSpPr>
          <p:cNvPr id="278" name="Shape 138"/>
          <p:cNvSpPr txBox="1"/>
          <p:nvPr/>
        </p:nvSpPr>
        <p:spPr>
          <a:xfrm>
            <a:off x="1581571" y="3872084"/>
            <a:ext cx="7234657" cy="91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- GreatCode - 랜달 하이드의 저</a:t>
            </a:r>
          </a:p>
          <a:p>
            <a:pPr marL="120315" indent="-120315">
              <a:buSzPct val="100000"/>
              <a:buChar char="-"/>
            </a:pPr>
            <a:r>
              <a:t> 2006년 출판, 총 4권의 시리즈, 한국에서는 2권까지 번역</a:t>
            </a:r>
          </a:p>
          <a:p>
            <a:pPr marL="120315" indent="-120315">
              <a:buSzPct val="100000"/>
              <a:buChar char="-"/>
            </a:pPr>
            <a:r>
              <a:t> 1권 : 하드웨어의 이해, 2권 : 로우레벨을 고려한 프로그램 최적화</a:t>
            </a:r>
          </a:p>
        </p:txBody>
      </p:sp>
      <p:pic>
        <p:nvPicPr>
          <p:cNvPr id="279" name="랜달하이드.png" descr="랜달하이드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26501" y="977199"/>
            <a:ext cx="4464720" cy="22371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스크린샷 2017-10-08 오전 3.55.42.png" descr="스크린샷 2017-10-08 오전 3.55.42.png"/>
          <p:cNvPicPr>
            <a:picLocks noChangeAspect="1"/>
          </p:cNvPicPr>
          <p:nvPr/>
        </p:nvPicPr>
        <p:blipFill>
          <a:blip r:embed="rId3">
            <a:extLst/>
          </a:blip>
          <a:srcRect l="6060" t="5885" r="21627" b="3516"/>
          <a:stretch>
            <a:fillRect/>
          </a:stretch>
        </p:blipFill>
        <p:spPr>
          <a:xfrm>
            <a:off x="1871106" y="840656"/>
            <a:ext cx="1834540" cy="2243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3" h="21600" extrusionOk="0">
                <a:moveTo>
                  <a:pt x="11067" y="0"/>
                </a:moveTo>
                <a:cubicBezTo>
                  <a:pt x="11045" y="5"/>
                  <a:pt x="11011" y="23"/>
                  <a:pt x="10997" y="23"/>
                </a:cubicBezTo>
                <a:cubicBezTo>
                  <a:pt x="10945" y="23"/>
                  <a:pt x="10871" y="52"/>
                  <a:pt x="10834" y="88"/>
                </a:cubicBezTo>
                <a:cubicBezTo>
                  <a:pt x="10756" y="165"/>
                  <a:pt x="10480" y="290"/>
                  <a:pt x="10480" y="248"/>
                </a:cubicBezTo>
                <a:cubicBezTo>
                  <a:pt x="10480" y="233"/>
                  <a:pt x="10441" y="251"/>
                  <a:pt x="10391" y="287"/>
                </a:cubicBezTo>
                <a:cubicBezTo>
                  <a:pt x="10342" y="322"/>
                  <a:pt x="10144" y="417"/>
                  <a:pt x="9953" y="501"/>
                </a:cubicBezTo>
                <a:cubicBezTo>
                  <a:pt x="9684" y="619"/>
                  <a:pt x="9584" y="644"/>
                  <a:pt x="9510" y="611"/>
                </a:cubicBezTo>
                <a:cubicBezTo>
                  <a:pt x="9440" y="581"/>
                  <a:pt x="9399" y="587"/>
                  <a:pt x="9347" y="638"/>
                </a:cubicBezTo>
                <a:cubicBezTo>
                  <a:pt x="9309" y="676"/>
                  <a:pt x="9286" y="721"/>
                  <a:pt x="9296" y="734"/>
                </a:cubicBezTo>
                <a:cubicBezTo>
                  <a:pt x="9306" y="747"/>
                  <a:pt x="9194" y="807"/>
                  <a:pt x="9049" y="871"/>
                </a:cubicBezTo>
                <a:cubicBezTo>
                  <a:pt x="8848" y="960"/>
                  <a:pt x="8762" y="979"/>
                  <a:pt x="8690" y="948"/>
                </a:cubicBezTo>
                <a:cubicBezTo>
                  <a:pt x="8620" y="917"/>
                  <a:pt x="8579" y="923"/>
                  <a:pt x="8527" y="975"/>
                </a:cubicBezTo>
                <a:cubicBezTo>
                  <a:pt x="8489" y="1012"/>
                  <a:pt x="8465" y="1053"/>
                  <a:pt x="8476" y="1066"/>
                </a:cubicBezTo>
                <a:cubicBezTo>
                  <a:pt x="8486" y="1079"/>
                  <a:pt x="8374" y="1143"/>
                  <a:pt x="8229" y="1208"/>
                </a:cubicBezTo>
                <a:cubicBezTo>
                  <a:pt x="8028" y="1297"/>
                  <a:pt x="7942" y="1316"/>
                  <a:pt x="7870" y="1284"/>
                </a:cubicBezTo>
                <a:cubicBezTo>
                  <a:pt x="7802" y="1254"/>
                  <a:pt x="7761" y="1260"/>
                  <a:pt x="7721" y="1299"/>
                </a:cubicBezTo>
                <a:cubicBezTo>
                  <a:pt x="7690" y="1330"/>
                  <a:pt x="7680" y="1365"/>
                  <a:pt x="7698" y="1380"/>
                </a:cubicBezTo>
                <a:cubicBezTo>
                  <a:pt x="7715" y="1394"/>
                  <a:pt x="7676" y="1428"/>
                  <a:pt x="7609" y="1452"/>
                </a:cubicBezTo>
                <a:cubicBezTo>
                  <a:pt x="7542" y="1477"/>
                  <a:pt x="7326" y="1571"/>
                  <a:pt x="7129" y="1662"/>
                </a:cubicBezTo>
                <a:cubicBezTo>
                  <a:pt x="6932" y="1753"/>
                  <a:pt x="6235" y="2045"/>
                  <a:pt x="5582" y="2312"/>
                </a:cubicBezTo>
                <a:cubicBezTo>
                  <a:pt x="4928" y="2579"/>
                  <a:pt x="4377" y="2817"/>
                  <a:pt x="4361" y="2839"/>
                </a:cubicBezTo>
                <a:cubicBezTo>
                  <a:pt x="4344" y="2862"/>
                  <a:pt x="4294" y="2878"/>
                  <a:pt x="4249" y="2878"/>
                </a:cubicBezTo>
                <a:cubicBezTo>
                  <a:pt x="4203" y="2878"/>
                  <a:pt x="4125" y="2907"/>
                  <a:pt x="4076" y="2943"/>
                </a:cubicBezTo>
                <a:cubicBezTo>
                  <a:pt x="4028" y="2979"/>
                  <a:pt x="3940" y="3012"/>
                  <a:pt x="3881" y="3015"/>
                </a:cubicBezTo>
                <a:cubicBezTo>
                  <a:pt x="3821" y="3019"/>
                  <a:pt x="3773" y="3037"/>
                  <a:pt x="3773" y="3054"/>
                </a:cubicBezTo>
                <a:cubicBezTo>
                  <a:pt x="3773" y="3101"/>
                  <a:pt x="3464" y="3214"/>
                  <a:pt x="3335" y="3214"/>
                </a:cubicBezTo>
                <a:cubicBezTo>
                  <a:pt x="3271" y="3214"/>
                  <a:pt x="3203" y="3234"/>
                  <a:pt x="3186" y="3256"/>
                </a:cubicBezTo>
                <a:cubicBezTo>
                  <a:pt x="3170" y="3278"/>
                  <a:pt x="3122" y="3285"/>
                  <a:pt x="3079" y="3271"/>
                </a:cubicBezTo>
                <a:cubicBezTo>
                  <a:pt x="3023" y="3254"/>
                  <a:pt x="3002" y="3266"/>
                  <a:pt x="3014" y="3321"/>
                </a:cubicBezTo>
                <a:cubicBezTo>
                  <a:pt x="3025" y="3376"/>
                  <a:pt x="2992" y="3409"/>
                  <a:pt x="2902" y="3424"/>
                </a:cubicBezTo>
                <a:cubicBezTo>
                  <a:pt x="2832" y="3436"/>
                  <a:pt x="2713" y="3481"/>
                  <a:pt x="2636" y="3524"/>
                </a:cubicBezTo>
                <a:cubicBezTo>
                  <a:pt x="2559" y="3567"/>
                  <a:pt x="2459" y="3590"/>
                  <a:pt x="2417" y="3577"/>
                </a:cubicBezTo>
                <a:cubicBezTo>
                  <a:pt x="2376" y="3564"/>
                  <a:pt x="2331" y="3571"/>
                  <a:pt x="2315" y="3592"/>
                </a:cubicBezTo>
                <a:cubicBezTo>
                  <a:pt x="2299" y="3613"/>
                  <a:pt x="2253" y="3621"/>
                  <a:pt x="2212" y="3608"/>
                </a:cubicBezTo>
                <a:cubicBezTo>
                  <a:pt x="2171" y="3595"/>
                  <a:pt x="2138" y="3600"/>
                  <a:pt x="2138" y="3623"/>
                </a:cubicBezTo>
                <a:cubicBezTo>
                  <a:pt x="2138" y="3692"/>
                  <a:pt x="1662" y="3970"/>
                  <a:pt x="1602" y="3936"/>
                </a:cubicBezTo>
                <a:cubicBezTo>
                  <a:pt x="1498" y="3877"/>
                  <a:pt x="1394" y="3911"/>
                  <a:pt x="1192" y="4066"/>
                </a:cubicBezTo>
                <a:cubicBezTo>
                  <a:pt x="1081" y="4151"/>
                  <a:pt x="981" y="4211"/>
                  <a:pt x="968" y="4200"/>
                </a:cubicBezTo>
                <a:cubicBezTo>
                  <a:pt x="955" y="4189"/>
                  <a:pt x="873" y="4225"/>
                  <a:pt x="786" y="4276"/>
                </a:cubicBezTo>
                <a:cubicBezTo>
                  <a:pt x="699" y="4327"/>
                  <a:pt x="589" y="4360"/>
                  <a:pt x="539" y="4353"/>
                </a:cubicBezTo>
                <a:cubicBezTo>
                  <a:pt x="482" y="4345"/>
                  <a:pt x="429" y="4381"/>
                  <a:pt x="399" y="4445"/>
                </a:cubicBezTo>
                <a:cubicBezTo>
                  <a:pt x="354" y="4542"/>
                  <a:pt x="190" y="4616"/>
                  <a:pt x="50" y="4601"/>
                </a:cubicBezTo>
                <a:cubicBezTo>
                  <a:pt x="-29" y="4593"/>
                  <a:pt x="-11" y="4745"/>
                  <a:pt x="82" y="4884"/>
                </a:cubicBezTo>
                <a:cubicBezTo>
                  <a:pt x="134" y="4962"/>
                  <a:pt x="130" y="4981"/>
                  <a:pt x="73" y="4999"/>
                </a:cubicBezTo>
                <a:cubicBezTo>
                  <a:pt x="27" y="5013"/>
                  <a:pt x="5" y="5098"/>
                  <a:pt x="3" y="5251"/>
                </a:cubicBezTo>
                <a:cubicBezTo>
                  <a:pt x="1" y="5439"/>
                  <a:pt x="11" y="5473"/>
                  <a:pt x="68" y="5434"/>
                </a:cubicBezTo>
                <a:cubicBezTo>
                  <a:pt x="120" y="5399"/>
                  <a:pt x="160" y="5399"/>
                  <a:pt x="217" y="5438"/>
                </a:cubicBezTo>
                <a:cubicBezTo>
                  <a:pt x="260" y="5467"/>
                  <a:pt x="292" y="5478"/>
                  <a:pt x="292" y="5461"/>
                </a:cubicBezTo>
                <a:cubicBezTo>
                  <a:pt x="292" y="5444"/>
                  <a:pt x="321" y="5448"/>
                  <a:pt x="357" y="5473"/>
                </a:cubicBezTo>
                <a:cubicBezTo>
                  <a:pt x="403" y="5504"/>
                  <a:pt x="422" y="5624"/>
                  <a:pt x="413" y="5866"/>
                </a:cubicBezTo>
                <a:lnTo>
                  <a:pt x="399" y="6214"/>
                </a:lnTo>
                <a:lnTo>
                  <a:pt x="590" y="6306"/>
                </a:lnTo>
                <a:cubicBezTo>
                  <a:pt x="750" y="6381"/>
                  <a:pt x="780" y="6421"/>
                  <a:pt x="791" y="6550"/>
                </a:cubicBezTo>
                <a:cubicBezTo>
                  <a:pt x="798" y="6635"/>
                  <a:pt x="831" y="6745"/>
                  <a:pt x="865" y="6795"/>
                </a:cubicBezTo>
                <a:cubicBezTo>
                  <a:pt x="899" y="6845"/>
                  <a:pt x="921" y="6906"/>
                  <a:pt x="912" y="6929"/>
                </a:cubicBezTo>
                <a:cubicBezTo>
                  <a:pt x="862" y="7049"/>
                  <a:pt x="872" y="7153"/>
                  <a:pt x="931" y="7135"/>
                </a:cubicBezTo>
                <a:cubicBezTo>
                  <a:pt x="965" y="7124"/>
                  <a:pt x="1050" y="7132"/>
                  <a:pt x="1122" y="7154"/>
                </a:cubicBezTo>
                <a:cubicBezTo>
                  <a:pt x="1228" y="7187"/>
                  <a:pt x="1248" y="7220"/>
                  <a:pt x="1233" y="7322"/>
                </a:cubicBezTo>
                <a:cubicBezTo>
                  <a:pt x="1221" y="7411"/>
                  <a:pt x="1246" y="7455"/>
                  <a:pt x="1308" y="7475"/>
                </a:cubicBezTo>
                <a:cubicBezTo>
                  <a:pt x="1389" y="7501"/>
                  <a:pt x="1386" y="7508"/>
                  <a:pt x="1294" y="7563"/>
                </a:cubicBezTo>
                <a:cubicBezTo>
                  <a:pt x="1198" y="7621"/>
                  <a:pt x="1198" y="7623"/>
                  <a:pt x="1289" y="7678"/>
                </a:cubicBezTo>
                <a:cubicBezTo>
                  <a:pt x="1341" y="7709"/>
                  <a:pt x="1369" y="7756"/>
                  <a:pt x="1350" y="7781"/>
                </a:cubicBezTo>
                <a:cubicBezTo>
                  <a:pt x="1329" y="7809"/>
                  <a:pt x="1371" y="7830"/>
                  <a:pt x="1457" y="7838"/>
                </a:cubicBezTo>
                <a:cubicBezTo>
                  <a:pt x="1580" y="7850"/>
                  <a:pt x="1601" y="7876"/>
                  <a:pt x="1625" y="8022"/>
                </a:cubicBezTo>
                <a:cubicBezTo>
                  <a:pt x="1640" y="8114"/>
                  <a:pt x="1672" y="8213"/>
                  <a:pt x="1695" y="8243"/>
                </a:cubicBezTo>
                <a:cubicBezTo>
                  <a:pt x="1717" y="8273"/>
                  <a:pt x="1711" y="8321"/>
                  <a:pt x="1681" y="8350"/>
                </a:cubicBezTo>
                <a:cubicBezTo>
                  <a:pt x="1642" y="8389"/>
                  <a:pt x="1651" y="8433"/>
                  <a:pt x="1713" y="8507"/>
                </a:cubicBezTo>
                <a:cubicBezTo>
                  <a:pt x="1761" y="8563"/>
                  <a:pt x="1796" y="8641"/>
                  <a:pt x="1788" y="8679"/>
                </a:cubicBezTo>
                <a:cubicBezTo>
                  <a:pt x="1780" y="8717"/>
                  <a:pt x="1827" y="8776"/>
                  <a:pt x="1891" y="8813"/>
                </a:cubicBezTo>
                <a:cubicBezTo>
                  <a:pt x="2071" y="8916"/>
                  <a:pt x="2131" y="9045"/>
                  <a:pt x="2072" y="9183"/>
                </a:cubicBezTo>
                <a:cubicBezTo>
                  <a:pt x="2037" y="9266"/>
                  <a:pt x="2038" y="9321"/>
                  <a:pt x="2077" y="9359"/>
                </a:cubicBezTo>
                <a:cubicBezTo>
                  <a:pt x="2108" y="9390"/>
                  <a:pt x="2122" y="9426"/>
                  <a:pt x="2105" y="9439"/>
                </a:cubicBezTo>
                <a:cubicBezTo>
                  <a:pt x="2088" y="9453"/>
                  <a:pt x="2150" y="9481"/>
                  <a:pt x="2245" y="9501"/>
                </a:cubicBezTo>
                <a:cubicBezTo>
                  <a:pt x="2392" y="9532"/>
                  <a:pt x="2421" y="9555"/>
                  <a:pt x="2436" y="9676"/>
                </a:cubicBezTo>
                <a:cubicBezTo>
                  <a:pt x="2445" y="9755"/>
                  <a:pt x="2489" y="9841"/>
                  <a:pt x="2534" y="9868"/>
                </a:cubicBezTo>
                <a:cubicBezTo>
                  <a:pt x="2594" y="9904"/>
                  <a:pt x="2594" y="9924"/>
                  <a:pt x="2548" y="9948"/>
                </a:cubicBezTo>
                <a:cubicBezTo>
                  <a:pt x="2501" y="9971"/>
                  <a:pt x="2510" y="9999"/>
                  <a:pt x="2576" y="10059"/>
                </a:cubicBezTo>
                <a:cubicBezTo>
                  <a:pt x="2644" y="10121"/>
                  <a:pt x="2647" y="10153"/>
                  <a:pt x="2599" y="10200"/>
                </a:cubicBezTo>
                <a:cubicBezTo>
                  <a:pt x="2554" y="10244"/>
                  <a:pt x="2557" y="10267"/>
                  <a:pt x="2599" y="10288"/>
                </a:cubicBezTo>
                <a:cubicBezTo>
                  <a:pt x="2638" y="10308"/>
                  <a:pt x="2619" y="10344"/>
                  <a:pt x="2548" y="10399"/>
                </a:cubicBezTo>
                <a:cubicBezTo>
                  <a:pt x="2413" y="10502"/>
                  <a:pt x="2416" y="10510"/>
                  <a:pt x="2566" y="10487"/>
                </a:cubicBezTo>
                <a:cubicBezTo>
                  <a:pt x="2721" y="10462"/>
                  <a:pt x="2924" y="10618"/>
                  <a:pt x="2888" y="10731"/>
                </a:cubicBezTo>
                <a:cubicBezTo>
                  <a:pt x="2874" y="10774"/>
                  <a:pt x="2893" y="10829"/>
                  <a:pt x="2930" y="10854"/>
                </a:cubicBezTo>
                <a:cubicBezTo>
                  <a:pt x="3008" y="10907"/>
                  <a:pt x="3001" y="10987"/>
                  <a:pt x="2911" y="11075"/>
                </a:cubicBezTo>
                <a:cubicBezTo>
                  <a:pt x="2873" y="11113"/>
                  <a:pt x="2869" y="11149"/>
                  <a:pt x="2897" y="11163"/>
                </a:cubicBezTo>
                <a:cubicBezTo>
                  <a:pt x="2924" y="11177"/>
                  <a:pt x="2959" y="11157"/>
                  <a:pt x="2976" y="11121"/>
                </a:cubicBezTo>
                <a:cubicBezTo>
                  <a:pt x="3002" y="11066"/>
                  <a:pt x="3032" y="11073"/>
                  <a:pt x="3154" y="11167"/>
                </a:cubicBezTo>
                <a:cubicBezTo>
                  <a:pt x="3287" y="11270"/>
                  <a:pt x="3296" y="11302"/>
                  <a:pt x="3284" y="11549"/>
                </a:cubicBezTo>
                <a:cubicBezTo>
                  <a:pt x="3271" y="11829"/>
                  <a:pt x="3324" y="11920"/>
                  <a:pt x="3433" y="11797"/>
                </a:cubicBezTo>
                <a:cubicBezTo>
                  <a:pt x="3492" y="11732"/>
                  <a:pt x="3508" y="11737"/>
                  <a:pt x="3587" y="11836"/>
                </a:cubicBezTo>
                <a:cubicBezTo>
                  <a:pt x="3634" y="11895"/>
                  <a:pt x="3671" y="11987"/>
                  <a:pt x="3671" y="12042"/>
                </a:cubicBezTo>
                <a:cubicBezTo>
                  <a:pt x="3671" y="12097"/>
                  <a:pt x="3689" y="12152"/>
                  <a:pt x="3708" y="12168"/>
                </a:cubicBezTo>
                <a:cubicBezTo>
                  <a:pt x="3728" y="12184"/>
                  <a:pt x="3750" y="12232"/>
                  <a:pt x="3759" y="12271"/>
                </a:cubicBezTo>
                <a:cubicBezTo>
                  <a:pt x="3802" y="12458"/>
                  <a:pt x="3796" y="12510"/>
                  <a:pt x="3736" y="12501"/>
                </a:cubicBezTo>
                <a:cubicBezTo>
                  <a:pt x="3626" y="12483"/>
                  <a:pt x="3664" y="12524"/>
                  <a:pt x="3853" y="12619"/>
                </a:cubicBezTo>
                <a:cubicBezTo>
                  <a:pt x="4061" y="12725"/>
                  <a:pt x="4061" y="12812"/>
                  <a:pt x="3853" y="12791"/>
                </a:cubicBezTo>
                <a:cubicBezTo>
                  <a:pt x="3754" y="12781"/>
                  <a:pt x="3724" y="12791"/>
                  <a:pt x="3750" y="12825"/>
                </a:cubicBezTo>
                <a:cubicBezTo>
                  <a:pt x="3771" y="12853"/>
                  <a:pt x="3839" y="12866"/>
                  <a:pt x="3904" y="12856"/>
                </a:cubicBezTo>
                <a:cubicBezTo>
                  <a:pt x="3969" y="12846"/>
                  <a:pt x="4051" y="12854"/>
                  <a:pt x="4086" y="12871"/>
                </a:cubicBezTo>
                <a:cubicBezTo>
                  <a:pt x="4164" y="12911"/>
                  <a:pt x="4191" y="13027"/>
                  <a:pt x="4128" y="13059"/>
                </a:cubicBezTo>
                <a:cubicBezTo>
                  <a:pt x="4102" y="13072"/>
                  <a:pt x="4081" y="13112"/>
                  <a:pt x="4081" y="13146"/>
                </a:cubicBezTo>
                <a:cubicBezTo>
                  <a:pt x="4081" y="13181"/>
                  <a:pt x="4101" y="13198"/>
                  <a:pt x="4128" y="13185"/>
                </a:cubicBezTo>
                <a:cubicBezTo>
                  <a:pt x="4198" y="13149"/>
                  <a:pt x="4251" y="13240"/>
                  <a:pt x="4207" y="13322"/>
                </a:cubicBezTo>
                <a:cubicBezTo>
                  <a:pt x="4112" y="13501"/>
                  <a:pt x="4172" y="13594"/>
                  <a:pt x="4319" y="13494"/>
                </a:cubicBezTo>
                <a:cubicBezTo>
                  <a:pt x="4437" y="13414"/>
                  <a:pt x="4542" y="13546"/>
                  <a:pt x="4505" y="13731"/>
                </a:cubicBezTo>
                <a:cubicBezTo>
                  <a:pt x="4489" y="13811"/>
                  <a:pt x="4501" y="13898"/>
                  <a:pt x="4533" y="13930"/>
                </a:cubicBezTo>
                <a:cubicBezTo>
                  <a:pt x="4565" y="13961"/>
                  <a:pt x="4577" y="14001"/>
                  <a:pt x="4561" y="14014"/>
                </a:cubicBezTo>
                <a:cubicBezTo>
                  <a:pt x="4545" y="14027"/>
                  <a:pt x="4572" y="14081"/>
                  <a:pt x="4617" y="14136"/>
                </a:cubicBezTo>
                <a:cubicBezTo>
                  <a:pt x="4662" y="14192"/>
                  <a:pt x="4681" y="14252"/>
                  <a:pt x="4664" y="14266"/>
                </a:cubicBezTo>
                <a:cubicBezTo>
                  <a:pt x="4646" y="14281"/>
                  <a:pt x="4700" y="14355"/>
                  <a:pt x="4785" y="14434"/>
                </a:cubicBezTo>
                <a:cubicBezTo>
                  <a:pt x="4912" y="14553"/>
                  <a:pt x="4933" y="14608"/>
                  <a:pt x="4915" y="14740"/>
                </a:cubicBezTo>
                <a:cubicBezTo>
                  <a:pt x="4898" y="14870"/>
                  <a:pt x="4918" y="14916"/>
                  <a:pt x="5013" y="14977"/>
                </a:cubicBezTo>
                <a:lnTo>
                  <a:pt x="5130" y="15050"/>
                </a:lnTo>
                <a:lnTo>
                  <a:pt x="5018" y="15076"/>
                </a:lnTo>
                <a:cubicBezTo>
                  <a:pt x="4855" y="15113"/>
                  <a:pt x="4928" y="15215"/>
                  <a:pt x="5111" y="15206"/>
                </a:cubicBezTo>
                <a:cubicBezTo>
                  <a:pt x="5295" y="15198"/>
                  <a:pt x="5455" y="15366"/>
                  <a:pt x="5386" y="15497"/>
                </a:cubicBezTo>
                <a:cubicBezTo>
                  <a:pt x="5325" y="15611"/>
                  <a:pt x="5323" y="15652"/>
                  <a:pt x="5377" y="15711"/>
                </a:cubicBezTo>
                <a:cubicBezTo>
                  <a:pt x="5403" y="15740"/>
                  <a:pt x="5409" y="15764"/>
                  <a:pt x="5391" y="15764"/>
                </a:cubicBezTo>
                <a:cubicBezTo>
                  <a:pt x="5372" y="15764"/>
                  <a:pt x="5392" y="15808"/>
                  <a:pt x="5433" y="15860"/>
                </a:cubicBezTo>
                <a:cubicBezTo>
                  <a:pt x="5495" y="15939"/>
                  <a:pt x="5506" y="16269"/>
                  <a:pt x="5502" y="17958"/>
                </a:cubicBezTo>
                <a:cubicBezTo>
                  <a:pt x="5499" y="19866"/>
                  <a:pt x="5495" y="19967"/>
                  <a:pt x="5405" y="20006"/>
                </a:cubicBezTo>
                <a:cubicBezTo>
                  <a:pt x="5352" y="20029"/>
                  <a:pt x="5311" y="20081"/>
                  <a:pt x="5311" y="20117"/>
                </a:cubicBezTo>
                <a:cubicBezTo>
                  <a:pt x="5311" y="20169"/>
                  <a:pt x="5327" y="20173"/>
                  <a:pt x="5381" y="20136"/>
                </a:cubicBezTo>
                <a:cubicBezTo>
                  <a:pt x="5434" y="20100"/>
                  <a:pt x="5464" y="20101"/>
                  <a:pt x="5507" y="20144"/>
                </a:cubicBezTo>
                <a:cubicBezTo>
                  <a:pt x="5539" y="20175"/>
                  <a:pt x="5547" y="20214"/>
                  <a:pt x="5526" y="20232"/>
                </a:cubicBezTo>
                <a:cubicBezTo>
                  <a:pt x="5505" y="20249"/>
                  <a:pt x="5535" y="20259"/>
                  <a:pt x="5591" y="20251"/>
                </a:cubicBezTo>
                <a:cubicBezTo>
                  <a:pt x="5678" y="20239"/>
                  <a:pt x="5694" y="20261"/>
                  <a:pt x="5707" y="20415"/>
                </a:cubicBezTo>
                <a:lnTo>
                  <a:pt x="5726" y="20595"/>
                </a:lnTo>
                <a:lnTo>
                  <a:pt x="5917" y="20580"/>
                </a:lnTo>
                <a:cubicBezTo>
                  <a:pt x="6022" y="20572"/>
                  <a:pt x="6132" y="20554"/>
                  <a:pt x="6164" y="20538"/>
                </a:cubicBezTo>
                <a:cubicBezTo>
                  <a:pt x="6197" y="20521"/>
                  <a:pt x="6239" y="20528"/>
                  <a:pt x="6257" y="20553"/>
                </a:cubicBezTo>
                <a:cubicBezTo>
                  <a:pt x="6276" y="20578"/>
                  <a:pt x="6323" y="20588"/>
                  <a:pt x="6360" y="20576"/>
                </a:cubicBezTo>
                <a:cubicBezTo>
                  <a:pt x="6453" y="20546"/>
                  <a:pt x="6557" y="20659"/>
                  <a:pt x="6560" y="20794"/>
                </a:cubicBezTo>
                <a:cubicBezTo>
                  <a:pt x="6562" y="20887"/>
                  <a:pt x="6590" y="20909"/>
                  <a:pt x="6719" y="20916"/>
                </a:cubicBezTo>
                <a:cubicBezTo>
                  <a:pt x="6803" y="20920"/>
                  <a:pt x="6974" y="20948"/>
                  <a:pt x="7101" y="20981"/>
                </a:cubicBezTo>
                <a:cubicBezTo>
                  <a:pt x="7279" y="21028"/>
                  <a:pt x="7332" y="21063"/>
                  <a:pt x="7329" y="21130"/>
                </a:cubicBezTo>
                <a:cubicBezTo>
                  <a:pt x="7327" y="21178"/>
                  <a:pt x="7341" y="21209"/>
                  <a:pt x="7362" y="21199"/>
                </a:cubicBezTo>
                <a:cubicBezTo>
                  <a:pt x="7383" y="21188"/>
                  <a:pt x="7418" y="21197"/>
                  <a:pt x="7437" y="21222"/>
                </a:cubicBezTo>
                <a:cubicBezTo>
                  <a:pt x="7455" y="21247"/>
                  <a:pt x="7498" y="21260"/>
                  <a:pt x="7534" y="21248"/>
                </a:cubicBezTo>
                <a:cubicBezTo>
                  <a:pt x="7641" y="21215"/>
                  <a:pt x="7772" y="21315"/>
                  <a:pt x="7791" y="21451"/>
                </a:cubicBezTo>
                <a:cubicBezTo>
                  <a:pt x="7800" y="21520"/>
                  <a:pt x="7811" y="21583"/>
                  <a:pt x="7814" y="21589"/>
                </a:cubicBezTo>
                <a:cubicBezTo>
                  <a:pt x="7817" y="21594"/>
                  <a:pt x="7911" y="21600"/>
                  <a:pt x="8024" y="21600"/>
                </a:cubicBezTo>
                <a:cubicBezTo>
                  <a:pt x="8157" y="21600"/>
                  <a:pt x="8223" y="21580"/>
                  <a:pt x="8215" y="21546"/>
                </a:cubicBezTo>
                <a:cubicBezTo>
                  <a:pt x="8196" y="21474"/>
                  <a:pt x="8482" y="21477"/>
                  <a:pt x="8532" y="21550"/>
                </a:cubicBezTo>
                <a:cubicBezTo>
                  <a:pt x="8554" y="21584"/>
                  <a:pt x="8597" y="21597"/>
                  <a:pt x="8630" y="21581"/>
                </a:cubicBezTo>
                <a:cubicBezTo>
                  <a:pt x="8662" y="21565"/>
                  <a:pt x="8678" y="21536"/>
                  <a:pt x="8662" y="21516"/>
                </a:cubicBezTo>
                <a:cubicBezTo>
                  <a:pt x="8627" y="21469"/>
                  <a:pt x="8814" y="21383"/>
                  <a:pt x="8988" y="21367"/>
                </a:cubicBezTo>
                <a:cubicBezTo>
                  <a:pt x="9061" y="21360"/>
                  <a:pt x="9169" y="21383"/>
                  <a:pt x="9231" y="21417"/>
                </a:cubicBezTo>
                <a:cubicBezTo>
                  <a:pt x="9306" y="21457"/>
                  <a:pt x="9353" y="21462"/>
                  <a:pt x="9375" y="21432"/>
                </a:cubicBezTo>
                <a:cubicBezTo>
                  <a:pt x="9394" y="21408"/>
                  <a:pt x="9460" y="21390"/>
                  <a:pt x="9520" y="21390"/>
                </a:cubicBezTo>
                <a:cubicBezTo>
                  <a:pt x="9579" y="21390"/>
                  <a:pt x="9665" y="21363"/>
                  <a:pt x="9711" y="21329"/>
                </a:cubicBezTo>
                <a:cubicBezTo>
                  <a:pt x="9757" y="21295"/>
                  <a:pt x="9898" y="21258"/>
                  <a:pt x="10023" y="21248"/>
                </a:cubicBezTo>
                <a:cubicBezTo>
                  <a:pt x="10148" y="21239"/>
                  <a:pt x="10275" y="21227"/>
                  <a:pt x="10303" y="21222"/>
                </a:cubicBezTo>
                <a:cubicBezTo>
                  <a:pt x="10331" y="21216"/>
                  <a:pt x="10363" y="21213"/>
                  <a:pt x="10377" y="21218"/>
                </a:cubicBezTo>
                <a:cubicBezTo>
                  <a:pt x="10484" y="21252"/>
                  <a:pt x="10578" y="21247"/>
                  <a:pt x="10568" y="21206"/>
                </a:cubicBezTo>
                <a:cubicBezTo>
                  <a:pt x="10562" y="21180"/>
                  <a:pt x="10614" y="21157"/>
                  <a:pt x="10685" y="21157"/>
                </a:cubicBezTo>
                <a:cubicBezTo>
                  <a:pt x="10760" y="21157"/>
                  <a:pt x="10809" y="21179"/>
                  <a:pt x="10801" y="21210"/>
                </a:cubicBezTo>
                <a:cubicBezTo>
                  <a:pt x="10780" y="21297"/>
                  <a:pt x="10983" y="21268"/>
                  <a:pt x="11044" y="21176"/>
                </a:cubicBezTo>
                <a:cubicBezTo>
                  <a:pt x="11117" y="21063"/>
                  <a:pt x="11432" y="21076"/>
                  <a:pt x="11421" y="21191"/>
                </a:cubicBezTo>
                <a:cubicBezTo>
                  <a:pt x="11416" y="21248"/>
                  <a:pt x="11452" y="21264"/>
                  <a:pt x="11584" y="21264"/>
                </a:cubicBezTo>
                <a:cubicBezTo>
                  <a:pt x="11710" y="21264"/>
                  <a:pt x="11749" y="21249"/>
                  <a:pt x="11729" y="21206"/>
                </a:cubicBezTo>
                <a:cubicBezTo>
                  <a:pt x="11697" y="21138"/>
                  <a:pt x="11894" y="21011"/>
                  <a:pt x="12032" y="21011"/>
                </a:cubicBezTo>
                <a:cubicBezTo>
                  <a:pt x="12084" y="21011"/>
                  <a:pt x="12171" y="21033"/>
                  <a:pt x="12227" y="21057"/>
                </a:cubicBezTo>
                <a:cubicBezTo>
                  <a:pt x="12315" y="21096"/>
                  <a:pt x="12317" y="21112"/>
                  <a:pt x="12260" y="21172"/>
                </a:cubicBezTo>
                <a:cubicBezTo>
                  <a:pt x="12198" y="21237"/>
                  <a:pt x="12203" y="21237"/>
                  <a:pt x="12297" y="21180"/>
                </a:cubicBezTo>
                <a:cubicBezTo>
                  <a:pt x="12354" y="21145"/>
                  <a:pt x="12426" y="21088"/>
                  <a:pt x="12460" y="21054"/>
                </a:cubicBezTo>
                <a:cubicBezTo>
                  <a:pt x="12495" y="21019"/>
                  <a:pt x="12525" y="21009"/>
                  <a:pt x="12526" y="21031"/>
                </a:cubicBezTo>
                <a:cubicBezTo>
                  <a:pt x="12527" y="21052"/>
                  <a:pt x="12556" y="21036"/>
                  <a:pt x="12591" y="20996"/>
                </a:cubicBezTo>
                <a:cubicBezTo>
                  <a:pt x="12631" y="20951"/>
                  <a:pt x="12752" y="20921"/>
                  <a:pt x="12913" y="20908"/>
                </a:cubicBezTo>
                <a:cubicBezTo>
                  <a:pt x="13053" y="20898"/>
                  <a:pt x="13224" y="20876"/>
                  <a:pt x="13295" y="20862"/>
                </a:cubicBezTo>
                <a:cubicBezTo>
                  <a:pt x="13520" y="20819"/>
                  <a:pt x="13578" y="20820"/>
                  <a:pt x="13565" y="20874"/>
                </a:cubicBezTo>
                <a:cubicBezTo>
                  <a:pt x="13547" y="20950"/>
                  <a:pt x="13831" y="20940"/>
                  <a:pt x="13910" y="20862"/>
                </a:cubicBezTo>
                <a:cubicBezTo>
                  <a:pt x="13968" y="20805"/>
                  <a:pt x="13985" y="20805"/>
                  <a:pt x="14092" y="20862"/>
                </a:cubicBezTo>
                <a:cubicBezTo>
                  <a:pt x="14241" y="20942"/>
                  <a:pt x="14269" y="20943"/>
                  <a:pt x="14269" y="20862"/>
                </a:cubicBezTo>
                <a:cubicBezTo>
                  <a:pt x="14269" y="20763"/>
                  <a:pt x="14397" y="20745"/>
                  <a:pt x="14544" y="20824"/>
                </a:cubicBezTo>
                <a:cubicBezTo>
                  <a:pt x="14679" y="20897"/>
                  <a:pt x="15160" y="20948"/>
                  <a:pt x="15112" y="20885"/>
                </a:cubicBezTo>
                <a:cubicBezTo>
                  <a:pt x="15078" y="20840"/>
                  <a:pt x="15215" y="20752"/>
                  <a:pt x="15261" y="20790"/>
                </a:cubicBezTo>
                <a:cubicBezTo>
                  <a:pt x="15281" y="20806"/>
                  <a:pt x="15348" y="20766"/>
                  <a:pt x="15411" y="20702"/>
                </a:cubicBezTo>
                <a:cubicBezTo>
                  <a:pt x="15490" y="20620"/>
                  <a:pt x="15571" y="20586"/>
                  <a:pt x="15690" y="20583"/>
                </a:cubicBezTo>
                <a:cubicBezTo>
                  <a:pt x="15783" y="20581"/>
                  <a:pt x="15871" y="20561"/>
                  <a:pt x="15886" y="20541"/>
                </a:cubicBezTo>
                <a:cubicBezTo>
                  <a:pt x="15924" y="20492"/>
                  <a:pt x="16304" y="20498"/>
                  <a:pt x="16343" y="20549"/>
                </a:cubicBezTo>
                <a:cubicBezTo>
                  <a:pt x="16383" y="20603"/>
                  <a:pt x="16657" y="20606"/>
                  <a:pt x="16697" y="20553"/>
                </a:cubicBezTo>
                <a:cubicBezTo>
                  <a:pt x="16716" y="20527"/>
                  <a:pt x="16772" y="20527"/>
                  <a:pt x="16855" y="20553"/>
                </a:cubicBezTo>
                <a:cubicBezTo>
                  <a:pt x="17016" y="20603"/>
                  <a:pt x="17148" y="20604"/>
                  <a:pt x="17112" y="20557"/>
                </a:cubicBezTo>
                <a:cubicBezTo>
                  <a:pt x="17069" y="20499"/>
                  <a:pt x="17215" y="20368"/>
                  <a:pt x="17293" y="20392"/>
                </a:cubicBezTo>
                <a:cubicBezTo>
                  <a:pt x="17333" y="20405"/>
                  <a:pt x="17379" y="20410"/>
                  <a:pt x="17396" y="20408"/>
                </a:cubicBezTo>
                <a:cubicBezTo>
                  <a:pt x="17413" y="20405"/>
                  <a:pt x="17459" y="20424"/>
                  <a:pt x="17498" y="20450"/>
                </a:cubicBezTo>
                <a:cubicBezTo>
                  <a:pt x="17538" y="20475"/>
                  <a:pt x="17647" y="20498"/>
                  <a:pt x="17741" y="20499"/>
                </a:cubicBezTo>
                <a:cubicBezTo>
                  <a:pt x="17834" y="20501"/>
                  <a:pt x="17941" y="20523"/>
                  <a:pt x="17978" y="20549"/>
                </a:cubicBezTo>
                <a:cubicBezTo>
                  <a:pt x="18031" y="20585"/>
                  <a:pt x="18077" y="20571"/>
                  <a:pt x="18174" y="20492"/>
                </a:cubicBezTo>
                <a:cubicBezTo>
                  <a:pt x="18244" y="20434"/>
                  <a:pt x="18288" y="20379"/>
                  <a:pt x="18277" y="20369"/>
                </a:cubicBezTo>
                <a:cubicBezTo>
                  <a:pt x="18232" y="20333"/>
                  <a:pt x="18423" y="20244"/>
                  <a:pt x="18556" y="20239"/>
                </a:cubicBezTo>
                <a:cubicBezTo>
                  <a:pt x="18633" y="20237"/>
                  <a:pt x="18719" y="20223"/>
                  <a:pt x="18747" y="20209"/>
                </a:cubicBezTo>
                <a:cubicBezTo>
                  <a:pt x="18810" y="20177"/>
                  <a:pt x="19086" y="20174"/>
                  <a:pt x="19148" y="20205"/>
                </a:cubicBezTo>
                <a:cubicBezTo>
                  <a:pt x="19173" y="20217"/>
                  <a:pt x="19344" y="20233"/>
                  <a:pt x="19526" y="20243"/>
                </a:cubicBezTo>
                <a:cubicBezTo>
                  <a:pt x="19792" y="20258"/>
                  <a:pt x="19867" y="20250"/>
                  <a:pt x="19917" y="20194"/>
                </a:cubicBezTo>
                <a:cubicBezTo>
                  <a:pt x="19974" y="20130"/>
                  <a:pt x="19986" y="20129"/>
                  <a:pt x="20048" y="20190"/>
                </a:cubicBezTo>
                <a:cubicBezTo>
                  <a:pt x="20134" y="20276"/>
                  <a:pt x="20236" y="20276"/>
                  <a:pt x="20276" y="20190"/>
                </a:cubicBezTo>
                <a:cubicBezTo>
                  <a:pt x="20300" y="20139"/>
                  <a:pt x="20327" y="20132"/>
                  <a:pt x="20379" y="20167"/>
                </a:cubicBezTo>
                <a:cubicBezTo>
                  <a:pt x="20416" y="20192"/>
                  <a:pt x="20460" y="20199"/>
                  <a:pt x="20481" y="20182"/>
                </a:cubicBezTo>
                <a:cubicBezTo>
                  <a:pt x="20502" y="20165"/>
                  <a:pt x="20546" y="20152"/>
                  <a:pt x="20579" y="20152"/>
                </a:cubicBezTo>
                <a:cubicBezTo>
                  <a:pt x="20612" y="20152"/>
                  <a:pt x="20640" y="20127"/>
                  <a:pt x="20640" y="20098"/>
                </a:cubicBezTo>
                <a:cubicBezTo>
                  <a:pt x="20640" y="19990"/>
                  <a:pt x="20860" y="19923"/>
                  <a:pt x="21222" y="19915"/>
                </a:cubicBezTo>
                <a:cubicBezTo>
                  <a:pt x="21491" y="19909"/>
                  <a:pt x="21571" y="19894"/>
                  <a:pt x="21534" y="19857"/>
                </a:cubicBezTo>
                <a:cubicBezTo>
                  <a:pt x="21504" y="19827"/>
                  <a:pt x="21490" y="19016"/>
                  <a:pt x="21497" y="17725"/>
                </a:cubicBezTo>
                <a:cubicBezTo>
                  <a:pt x="21509" y="15763"/>
                  <a:pt x="21503" y="15641"/>
                  <a:pt x="21418" y="15623"/>
                </a:cubicBezTo>
                <a:cubicBezTo>
                  <a:pt x="21332" y="15605"/>
                  <a:pt x="21331" y="15397"/>
                  <a:pt x="21334" y="11664"/>
                </a:cubicBezTo>
                <a:cubicBezTo>
                  <a:pt x="21336" y="9397"/>
                  <a:pt x="21354" y="7702"/>
                  <a:pt x="21381" y="7666"/>
                </a:cubicBezTo>
                <a:cubicBezTo>
                  <a:pt x="21409" y="7629"/>
                  <a:pt x="21410" y="7585"/>
                  <a:pt x="21381" y="7555"/>
                </a:cubicBezTo>
                <a:cubicBezTo>
                  <a:pt x="21351" y="7527"/>
                  <a:pt x="21335" y="7155"/>
                  <a:pt x="21343" y="6650"/>
                </a:cubicBezTo>
                <a:cubicBezTo>
                  <a:pt x="21357" y="5821"/>
                  <a:pt x="21361" y="5795"/>
                  <a:pt x="21460" y="5809"/>
                </a:cubicBezTo>
                <a:cubicBezTo>
                  <a:pt x="21552" y="5822"/>
                  <a:pt x="21547" y="5816"/>
                  <a:pt x="21432" y="5725"/>
                </a:cubicBezTo>
                <a:cubicBezTo>
                  <a:pt x="21361" y="5669"/>
                  <a:pt x="21294" y="5627"/>
                  <a:pt x="21278" y="5633"/>
                </a:cubicBezTo>
                <a:cubicBezTo>
                  <a:pt x="21262" y="5639"/>
                  <a:pt x="21170" y="5603"/>
                  <a:pt x="21073" y="5553"/>
                </a:cubicBezTo>
                <a:cubicBezTo>
                  <a:pt x="20976" y="5503"/>
                  <a:pt x="20757" y="5401"/>
                  <a:pt x="20588" y="5327"/>
                </a:cubicBezTo>
                <a:cubicBezTo>
                  <a:pt x="20414" y="5252"/>
                  <a:pt x="20288" y="5169"/>
                  <a:pt x="20295" y="5136"/>
                </a:cubicBezTo>
                <a:cubicBezTo>
                  <a:pt x="20304" y="5093"/>
                  <a:pt x="20231" y="5080"/>
                  <a:pt x="19987" y="5083"/>
                </a:cubicBezTo>
                <a:cubicBezTo>
                  <a:pt x="19811" y="5084"/>
                  <a:pt x="19628" y="5100"/>
                  <a:pt x="19582" y="5117"/>
                </a:cubicBezTo>
                <a:cubicBezTo>
                  <a:pt x="19535" y="5135"/>
                  <a:pt x="19304" y="5140"/>
                  <a:pt x="19064" y="5129"/>
                </a:cubicBezTo>
                <a:cubicBezTo>
                  <a:pt x="18738" y="5113"/>
                  <a:pt x="18602" y="5126"/>
                  <a:pt x="18524" y="5171"/>
                </a:cubicBezTo>
                <a:cubicBezTo>
                  <a:pt x="18452" y="5212"/>
                  <a:pt x="18230" y="5236"/>
                  <a:pt x="17815" y="5247"/>
                </a:cubicBezTo>
                <a:cubicBezTo>
                  <a:pt x="17482" y="5256"/>
                  <a:pt x="17170" y="5276"/>
                  <a:pt x="17121" y="5293"/>
                </a:cubicBezTo>
                <a:cubicBezTo>
                  <a:pt x="17072" y="5310"/>
                  <a:pt x="16947" y="5311"/>
                  <a:pt x="16841" y="5297"/>
                </a:cubicBezTo>
                <a:cubicBezTo>
                  <a:pt x="16736" y="5283"/>
                  <a:pt x="16620" y="5273"/>
                  <a:pt x="16585" y="5274"/>
                </a:cubicBezTo>
                <a:cubicBezTo>
                  <a:pt x="16410" y="5279"/>
                  <a:pt x="16226" y="5299"/>
                  <a:pt x="16124" y="5327"/>
                </a:cubicBezTo>
                <a:cubicBezTo>
                  <a:pt x="15882" y="5395"/>
                  <a:pt x="15702" y="5210"/>
                  <a:pt x="15802" y="4995"/>
                </a:cubicBezTo>
                <a:cubicBezTo>
                  <a:pt x="15846" y="4899"/>
                  <a:pt x="15843" y="4871"/>
                  <a:pt x="15779" y="4842"/>
                </a:cubicBezTo>
                <a:cubicBezTo>
                  <a:pt x="15735" y="4822"/>
                  <a:pt x="15699" y="4778"/>
                  <a:pt x="15699" y="4743"/>
                </a:cubicBezTo>
                <a:cubicBezTo>
                  <a:pt x="15699" y="4708"/>
                  <a:pt x="15682" y="4688"/>
                  <a:pt x="15658" y="4701"/>
                </a:cubicBezTo>
                <a:cubicBezTo>
                  <a:pt x="15633" y="4713"/>
                  <a:pt x="15573" y="4685"/>
                  <a:pt x="15522" y="4639"/>
                </a:cubicBezTo>
                <a:cubicBezTo>
                  <a:pt x="15472" y="4594"/>
                  <a:pt x="15445" y="4555"/>
                  <a:pt x="15466" y="4555"/>
                </a:cubicBezTo>
                <a:cubicBezTo>
                  <a:pt x="15488" y="4555"/>
                  <a:pt x="15468" y="4509"/>
                  <a:pt x="15420" y="4448"/>
                </a:cubicBezTo>
                <a:cubicBezTo>
                  <a:pt x="15359" y="4372"/>
                  <a:pt x="15350" y="4326"/>
                  <a:pt x="15387" y="4296"/>
                </a:cubicBezTo>
                <a:cubicBezTo>
                  <a:pt x="15425" y="4265"/>
                  <a:pt x="15423" y="4223"/>
                  <a:pt x="15383" y="4162"/>
                </a:cubicBezTo>
                <a:cubicBezTo>
                  <a:pt x="15351" y="4113"/>
                  <a:pt x="15334" y="4074"/>
                  <a:pt x="15345" y="4074"/>
                </a:cubicBezTo>
                <a:cubicBezTo>
                  <a:pt x="15398" y="4074"/>
                  <a:pt x="15205" y="3899"/>
                  <a:pt x="15126" y="3875"/>
                </a:cubicBezTo>
                <a:cubicBezTo>
                  <a:pt x="15074" y="3859"/>
                  <a:pt x="15033" y="3802"/>
                  <a:pt x="15033" y="3741"/>
                </a:cubicBezTo>
                <a:cubicBezTo>
                  <a:pt x="15033" y="3684"/>
                  <a:pt x="15013" y="3629"/>
                  <a:pt x="14986" y="3615"/>
                </a:cubicBezTo>
                <a:cubicBezTo>
                  <a:pt x="14960" y="3602"/>
                  <a:pt x="14937" y="3554"/>
                  <a:pt x="14935" y="3508"/>
                </a:cubicBezTo>
                <a:cubicBezTo>
                  <a:pt x="14933" y="3463"/>
                  <a:pt x="14932" y="3383"/>
                  <a:pt x="14931" y="3332"/>
                </a:cubicBezTo>
                <a:cubicBezTo>
                  <a:pt x="14929" y="3282"/>
                  <a:pt x="14908" y="3219"/>
                  <a:pt x="14884" y="3195"/>
                </a:cubicBezTo>
                <a:cubicBezTo>
                  <a:pt x="14828" y="3137"/>
                  <a:pt x="14915" y="2951"/>
                  <a:pt x="14982" y="2985"/>
                </a:cubicBezTo>
                <a:cubicBezTo>
                  <a:pt x="15010" y="2999"/>
                  <a:pt x="15033" y="2979"/>
                  <a:pt x="15033" y="2943"/>
                </a:cubicBezTo>
                <a:cubicBezTo>
                  <a:pt x="15033" y="2859"/>
                  <a:pt x="14960" y="2859"/>
                  <a:pt x="14805" y="2943"/>
                </a:cubicBezTo>
                <a:cubicBezTo>
                  <a:pt x="14691" y="3004"/>
                  <a:pt x="14679" y="3003"/>
                  <a:pt x="14632" y="2931"/>
                </a:cubicBezTo>
                <a:cubicBezTo>
                  <a:pt x="14604" y="2888"/>
                  <a:pt x="14594" y="2783"/>
                  <a:pt x="14609" y="2694"/>
                </a:cubicBezTo>
                <a:cubicBezTo>
                  <a:pt x="14627" y="2584"/>
                  <a:pt x="14620" y="2541"/>
                  <a:pt x="14581" y="2561"/>
                </a:cubicBezTo>
                <a:cubicBezTo>
                  <a:pt x="14460" y="2622"/>
                  <a:pt x="14423" y="2533"/>
                  <a:pt x="14525" y="2427"/>
                </a:cubicBezTo>
                <a:cubicBezTo>
                  <a:pt x="14623" y="2324"/>
                  <a:pt x="14620" y="2319"/>
                  <a:pt x="14534" y="2270"/>
                </a:cubicBezTo>
                <a:cubicBezTo>
                  <a:pt x="14485" y="2242"/>
                  <a:pt x="14400" y="2210"/>
                  <a:pt x="14343" y="2201"/>
                </a:cubicBezTo>
                <a:cubicBezTo>
                  <a:pt x="14196" y="2178"/>
                  <a:pt x="14097" y="1907"/>
                  <a:pt x="14180" y="1758"/>
                </a:cubicBezTo>
                <a:cubicBezTo>
                  <a:pt x="14234" y="1661"/>
                  <a:pt x="14228" y="1641"/>
                  <a:pt x="14143" y="1601"/>
                </a:cubicBezTo>
                <a:cubicBezTo>
                  <a:pt x="14023" y="1545"/>
                  <a:pt x="13808" y="1367"/>
                  <a:pt x="13817" y="1330"/>
                </a:cubicBezTo>
                <a:cubicBezTo>
                  <a:pt x="13820" y="1315"/>
                  <a:pt x="13784" y="1233"/>
                  <a:pt x="13737" y="1146"/>
                </a:cubicBezTo>
                <a:cubicBezTo>
                  <a:pt x="13691" y="1060"/>
                  <a:pt x="13660" y="928"/>
                  <a:pt x="13668" y="852"/>
                </a:cubicBezTo>
                <a:cubicBezTo>
                  <a:pt x="13677" y="757"/>
                  <a:pt x="13658" y="719"/>
                  <a:pt x="13607" y="718"/>
                </a:cubicBezTo>
                <a:cubicBezTo>
                  <a:pt x="13531" y="718"/>
                  <a:pt x="13288" y="362"/>
                  <a:pt x="13327" y="310"/>
                </a:cubicBezTo>
                <a:cubicBezTo>
                  <a:pt x="13340" y="293"/>
                  <a:pt x="13324" y="271"/>
                  <a:pt x="13295" y="256"/>
                </a:cubicBezTo>
                <a:cubicBezTo>
                  <a:pt x="13266" y="241"/>
                  <a:pt x="13254" y="210"/>
                  <a:pt x="13271" y="187"/>
                </a:cubicBezTo>
                <a:cubicBezTo>
                  <a:pt x="13289" y="164"/>
                  <a:pt x="13270" y="112"/>
                  <a:pt x="13229" y="73"/>
                </a:cubicBezTo>
                <a:cubicBezTo>
                  <a:pt x="13209" y="53"/>
                  <a:pt x="13198" y="27"/>
                  <a:pt x="13178" y="0"/>
                </a:cubicBezTo>
                <a:lnTo>
                  <a:pt x="11067" y="0"/>
                </a:lnTo>
                <a:close/>
                <a:moveTo>
                  <a:pt x="15830" y="4567"/>
                </a:moveTo>
                <a:cubicBezTo>
                  <a:pt x="15814" y="4554"/>
                  <a:pt x="15772" y="4565"/>
                  <a:pt x="15737" y="4594"/>
                </a:cubicBezTo>
                <a:cubicBezTo>
                  <a:pt x="15687" y="4635"/>
                  <a:pt x="15692" y="4639"/>
                  <a:pt x="15765" y="4617"/>
                </a:cubicBezTo>
                <a:cubicBezTo>
                  <a:pt x="15815" y="4601"/>
                  <a:pt x="15846" y="4580"/>
                  <a:pt x="15830" y="4567"/>
                </a:cubicBezTo>
                <a:close/>
              </a:path>
            </a:pathLst>
          </a:custGeom>
          <a:ln w="12700">
            <a:miter lim="400000"/>
          </a:ln>
          <a:effectLst>
            <a:reflection stA="50000" endPos="40000" dir="5400000" sy="-100000" algn="bl" rotWithShape="0"/>
          </a:effec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138"/>
          <p:cNvSpPr txBox="1"/>
          <p:nvPr/>
        </p:nvSpPr>
        <p:spPr>
          <a:xfrm>
            <a:off x="5802954" y="2804252"/>
            <a:ext cx="6984777" cy="149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marL="160421" indent="-160421">
              <a:buSzPct val="100000"/>
              <a:buChar char="-"/>
            </a:pPr>
            <a:r>
              <a:rPr dirty="0" err="1"/>
              <a:t>과거</a:t>
            </a:r>
            <a:r>
              <a:rPr dirty="0"/>
              <a:t> </a:t>
            </a:r>
            <a:r>
              <a:rPr dirty="0" err="1"/>
              <a:t>하드웨어를</a:t>
            </a:r>
            <a:r>
              <a:rPr dirty="0"/>
              <a:t> </a:t>
            </a:r>
            <a:r>
              <a:rPr dirty="0" err="1"/>
              <a:t>이해하고</a:t>
            </a:r>
            <a:r>
              <a:rPr dirty="0"/>
              <a:t> </a:t>
            </a:r>
            <a:r>
              <a:rPr dirty="0" err="1"/>
              <a:t>공부하려면</a:t>
            </a:r>
            <a:r>
              <a:rPr dirty="0"/>
              <a:t> </a:t>
            </a:r>
            <a:r>
              <a:rPr dirty="0" err="1"/>
              <a:t>어셈블리를</a:t>
            </a:r>
            <a:r>
              <a:rPr dirty="0"/>
              <a:t> </a:t>
            </a:r>
            <a:r>
              <a:rPr dirty="0" err="1"/>
              <a:t>공부해야</a:t>
            </a:r>
            <a:r>
              <a:rPr dirty="0"/>
              <a:t> </a:t>
            </a:r>
            <a:r>
              <a:rPr dirty="0" err="1"/>
              <a:t>했는데</a:t>
            </a:r>
            <a:r>
              <a:rPr dirty="0"/>
              <a:t>, </a:t>
            </a:r>
            <a:r>
              <a:rPr dirty="0" err="1"/>
              <a:t>이것은</a:t>
            </a:r>
            <a:r>
              <a:rPr dirty="0"/>
              <a:t> </a:t>
            </a:r>
            <a:r>
              <a:rPr dirty="0" err="1"/>
              <a:t>너무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노력을</a:t>
            </a:r>
            <a:r>
              <a:rPr dirty="0"/>
              <a:t> </a:t>
            </a:r>
            <a:r>
              <a:rPr dirty="0" err="1"/>
              <a:t>요구한다</a:t>
            </a:r>
            <a:endParaRPr dirty="0"/>
          </a:p>
          <a:p>
            <a:r>
              <a:rPr dirty="0" err="1"/>
              <a:t>목표</a:t>
            </a:r>
            <a:endParaRPr dirty="0"/>
          </a:p>
          <a:p>
            <a:r>
              <a:rPr dirty="0" err="1"/>
              <a:t>최고의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특징</a:t>
            </a:r>
            <a:endParaRPr dirty="0"/>
          </a:p>
          <a:p>
            <a:r>
              <a:rPr dirty="0" err="1"/>
              <a:t>전체</a:t>
            </a:r>
            <a:r>
              <a:rPr dirty="0"/>
              <a:t> 책 </a:t>
            </a:r>
            <a:r>
              <a:rPr dirty="0" err="1"/>
              <a:t>목차</a:t>
            </a:r>
            <a:r>
              <a:rPr dirty="0"/>
              <a:t> </a:t>
            </a:r>
          </a:p>
        </p:txBody>
      </p:sp>
      <p:pic>
        <p:nvPicPr>
          <p:cNvPr id="283" name="스크린샷 2017-10-08 오후 5.51.53.png" descr="스크린샷 2017-10-08 오후 5.51.53.png"/>
          <p:cNvPicPr>
            <a:picLocks noChangeAspect="1"/>
          </p:cNvPicPr>
          <p:nvPr/>
        </p:nvPicPr>
        <p:blipFill>
          <a:blip r:embed="rId2">
            <a:extLst/>
          </a:blip>
          <a:srcRect l="1782" t="2153" r="40990" b="4119"/>
          <a:stretch>
            <a:fillRect/>
          </a:stretch>
        </p:blipFill>
        <p:spPr>
          <a:xfrm>
            <a:off x="2028501" y="494505"/>
            <a:ext cx="2572942" cy="41544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8" h="21562" extrusionOk="0">
                <a:moveTo>
                  <a:pt x="0" y="0"/>
                </a:moveTo>
                <a:lnTo>
                  <a:pt x="0" y="227"/>
                </a:lnTo>
                <a:cubicBezTo>
                  <a:pt x="0" y="449"/>
                  <a:pt x="3" y="452"/>
                  <a:pt x="232" y="451"/>
                </a:cubicBezTo>
                <a:cubicBezTo>
                  <a:pt x="388" y="451"/>
                  <a:pt x="491" y="482"/>
                  <a:pt x="547" y="544"/>
                </a:cubicBezTo>
                <a:cubicBezTo>
                  <a:pt x="679" y="689"/>
                  <a:pt x="753" y="706"/>
                  <a:pt x="1211" y="698"/>
                </a:cubicBezTo>
                <a:cubicBezTo>
                  <a:pt x="1447" y="695"/>
                  <a:pt x="1664" y="706"/>
                  <a:pt x="1692" y="723"/>
                </a:cubicBezTo>
                <a:cubicBezTo>
                  <a:pt x="1720" y="741"/>
                  <a:pt x="1773" y="709"/>
                  <a:pt x="1808" y="651"/>
                </a:cubicBezTo>
                <a:cubicBezTo>
                  <a:pt x="1868" y="552"/>
                  <a:pt x="1878" y="549"/>
                  <a:pt x="1967" y="624"/>
                </a:cubicBezTo>
                <a:cubicBezTo>
                  <a:pt x="2045" y="690"/>
                  <a:pt x="2178" y="707"/>
                  <a:pt x="2661" y="707"/>
                </a:cubicBezTo>
                <a:cubicBezTo>
                  <a:pt x="3204" y="707"/>
                  <a:pt x="3261" y="698"/>
                  <a:pt x="3298" y="610"/>
                </a:cubicBezTo>
                <a:cubicBezTo>
                  <a:pt x="3351" y="483"/>
                  <a:pt x="3602" y="511"/>
                  <a:pt x="3633" y="647"/>
                </a:cubicBezTo>
                <a:cubicBezTo>
                  <a:pt x="3648" y="713"/>
                  <a:pt x="3692" y="738"/>
                  <a:pt x="3762" y="721"/>
                </a:cubicBezTo>
                <a:cubicBezTo>
                  <a:pt x="3893" y="690"/>
                  <a:pt x="3902" y="506"/>
                  <a:pt x="3779" y="383"/>
                </a:cubicBezTo>
                <a:cubicBezTo>
                  <a:pt x="3669" y="274"/>
                  <a:pt x="3793" y="168"/>
                  <a:pt x="3978" y="212"/>
                </a:cubicBezTo>
                <a:cubicBezTo>
                  <a:pt x="4065" y="233"/>
                  <a:pt x="4094" y="308"/>
                  <a:pt x="4094" y="503"/>
                </a:cubicBezTo>
                <a:cubicBezTo>
                  <a:pt x="4094" y="762"/>
                  <a:pt x="4095" y="762"/>
                  <a:pt x="4260" y="694"/>
                </a:cubicBezTo>
                <a:cubicBezTo>
                  <a:pt x="4395" y="639"/>
                  <a:pt x="4421" y="592"/>
                  <a:pt x="4402" y="433"/>
                </a:cubicBezTo>
                <a:cubicBezTo>
                  <a:pt x="4383" y="268"/>
                  <a:pt x="4404" y="234"/>
                  <a:pt x="4535" y="212"/>
                </a:cubicBezTo>
                <a:cubicBezTo>
                  <a:pt x="4620" y="199"/>
                  <a:pt x="4688" y="159"/>
                  <a:pt x="4688" y="124"/>
                </a:cubicBezTo>
                <a:cubicBezTo>
                  <a:pt x="4688" y="74"/>
                  <a:pt x="4534" y="60"/>
                  <a:pt x="3984" y="60"/>
                </a:cubicBezTo>
                <a:lnTo>
                  <a:pt x="3281" y="60"/>
                </a:lnTo>
                <a:lnTo>
                  <a:pt x="3231" y="221"/>
                </a:lnTo>
                <a:cubicBezTo>
                  <a:pt x="3169" y="427"/>
                  <a:pt x="3110" y="450"/>
                  <a:pt x="2893" y="340"/>
                </a:cubicBezTo>
                <a:cubicBezTo>
                  <a:pt x="2735" y="260"/>
                  <a:pt x="2729" y="247"/>
                  <a:pt x="2847" y="219"/>
                </a:cubicBezTo>
                <a:cubicBezTo>
                  <a:pt x="2918" y="201"/>
                  <a:pt x="2976" y="160"/>
                  <a:pt x="2976" y="126"/>
                </a:cubicBezTo>
                <a:cubicBezTo>
                  <a:pt x="2976" y="77"/>
                  <a:pt x="2770" y="63"/>
                  <a:pt x="2027" y="62"/>
                </a:cubicBezTo>
                <a:cubicBezTo>
                  <a:pt x="1505" y="61"/>
                  <a:pt x="838" y="48"/>
                  <a:pt x="541" y="31"/>
                </a:cubicBezTo>
                <a:lnTo>
                  <a:pt x="0" y="0"/>
                </a:lnTo>
                <a:close/>
                <a:moveTo>
                  <a:pt x="12806" y="13"/>
                </a:moveTo>
                <a:cubicBezTo>
                  <a:pt x="12445" y="13"/>
                  <a:pt x="12324" y="34"/>
                  <a:pt x="12199" y="111"/>
                </a:cubicBezTo>
                <a:cubicBezTo>
                  <a:pt x="12064" y="195"/>
                  <a:pt x="12054" y="222"/>
                  <a:pt x="12132" y="313"/>
                </a:cubicBezTo>
                <a:cubicBezTo>
                  <a:pt x="12183" y="372"/>
                  <a:pt x="12207" y="448"/>
                  <a:pt x="12189" y="482"/>
                </a:cubicBezTo>
                <a:cubicBezTo>
                  <a:pt x="12142" y="568"/>
                  <a:pt x="12347" y="656"/>
                  <a:pt x="12597" y="657"/>
                </a:cubicBezTo>
                <a:cubicBezTo>
                  <a:pt x="12711" y="658"/>
                  <a:pt x="12826" y="691"/>
                  <a:pt x="12849" y="729"/>
                </a:cubicBezTo>
                <a:cubicBezTo>
                  <a:pt x="12899" y="809"/>
                  <a:pt x="13216" y="823"/>
                  <a:pt x="13290" y="748"/>
                </a:cubicBezTo>
                <a:cubicBezTo>
                  <a:pt x="13341" y="697"/>
                  <a:pt x="14834" y="718"/>
                  <a:pt x="15424" y="779"/>
                </a:cubicBezTo>
                <a:cubicBezTo>
                  <a:pt x="15666" y="804"/>
                  <a:pt x="15702" y="797"/>
                  <a:pt x="15702" y="719"/>
                </a:cubicBezTo>
                <a:cubicBezTo>
                  <a:pt x="15702" y="592"/>
                  <a:pt x="15773" y="564"/>
                  <a:pt x="15934" y="626"/>
                </a:cubicBezTo>
                <a:cubicBezTo>
                  <a:pt x="16045" y="669"/>
                  <a:pt x="16116" y="664"/>
                  <a:pt x="16286" y="602"/>
                </a:cubicBezTo>
                <a:cubicBezTo>
                  <a:pt x="16527" y="513"/>
                  <a:pt x="16598" y="533"/>
                  <a:pt x="16598" y="690"/>
                </a:cubicBezTo>
                <a:cubicBezTo>
                  <a:pt x="16598" y="815"/>
                  <a:pt x="16796" y="839"/>
                  <a:pt x="16834" y="719"/>
                </a:cubicBezTo>
                <a:cubicBezTo>
                  <a:pt x="16854" y="654"/>
                  <a:pt x="16935" y="644"/>
                  <a:pt x="17305" y="653"/>
                </a:cubicBezTo>
                <a:cubicBezTo>
                  <a:pt x="17587" y="661"/>
                  <a:pt x="17780" y="689"/>
                  <a:pt x="17832" y="731"/>
                </a:cubicBezTo>
                <a:cubicBezTo>
                  <a:pt x="17878" y="768"/>
                  <a:pt x="17971" y="797"/>
                  <a:pt x="18038" y="797"/>
                </a:cubicBezTo>
                <a:cubicBezTo>
                  <a:pt x="18141" y="797"/>
                  <a:pt x="18161" y="739"/>
                  <a:pt x="18161" y="406"/>
                </a:cubicBezTo>
                <a:lnTo>
                  <a:pt x="18161" y="15"/>
                </a:lnTo>
                <a:lnTo>
                  <a:pt x="17660" y="35"/>
                </a:lnTo>
                <a:cubicBezTo>
                  <a:pt x="17264" y="51"/>
                  <a:pt x="17136" y="74"/>
                  <a:pt x="17043" y="151"/>
                </a:cubicBezTo>
                <a:cubicBezTo>
                  <a:pt x="16915" y="255"/>
                  <a:pt x="16820" y="232"/>
                  <a:pt x="16820" y="97"/>
                </a:cubicBezTo>
                <a:cubicBezTo>
                  <a:pt x="16820" y="-8"/>
                  <a:pt x="16628" y="-14"/>
                  <a:pt x="16565" y="89"/>
                </a:cubicBezTo>
                <a:cubicBezTo>
                  <a:pt x="16522" y="157"/>
                  <a:pt x="16506" y="155"/>
                  <a:pt x="16369" y="78"/>
                </a:cubicBezTo>
                <a:cubicBezTo>
                  <a:pt x="16243" y="7"/>
                  <a:pt x="16181" y="3"/>
                  <a:pt x="15997" y="46"/>
                </a:cubicBezTo>
                <a:cubicBezTo>
                  <a:pt x="15856" y="79"/>
                  <a:pt x="15761" y="81"/>
                  <a:pt x="15732" y="52"/>
                </a:cubicBezTo>
                <a:cubicBezTo>
                  <a:pt x="15705" y="25"/>
                  <a:pt x="15442" y="15"/>
                  <a:pt x="15082" y="29"/>
                </a:cubicBezTo>
                <a:cubicBezTo>
                  <a:pt x="14748" y="42"/>
                  <a:pt x="14251" y="54"/>
                  <a:pt x="13977" y="56"/>
                </a:cubicBezTo>
                <a:cubicBezTo>
                  <a:pt x="13520" y="58"/>
                  <a:pt x="13478" y="67"/>
                  <a:pt x="13456" y="163"/>
                </a:cubicBezTo>
                <a:cubicBezTo>
                  <a:pt x="13420" y="320"/>
                  <a:pt x="13204" y="298"/>
                  <a:pt x="13234" y="140"/>
                </a:cubicBezTo>
                <a:cubicBezTo>
                  <a:pt x="13258" y="14"/>
                  <a:pt x="13255" y="13"/>
                  <a:pt x="12806" y="13"/>
                </a:cubicBezTo>
                <a:close/>
                <a:moveTo>
                  <a:pt x="20908" y="15"/>
                </a:moveTo>
                <a:lnTo>
                  <a:pt x="20446" y="19"/>
                </a:lnTo>
                <a:cubicBezTo>
                  <a:pt x="20115" y="22"/>
                  <a:pt x="19961" y="44"/>
                  <a:pt x="19892" y="99"/>
                </a:cubicBezTo>
                <a:cubicBezTo>
                  <a:pt x="19804" y="169"/>
                  <a:pt x="19790" y="168"/>
                  <a:pt x="19697" y="93"/>
                </a:cubicBezTo>
                <a:cubicBezTo>
                  <a:pt x="19572" y="-7"/>
                  <a:pt x="19456" y="-9"/>
                  <a:pt x="19398" y="85"/>
                </a:cubicBezTo>
                <a:cubicBezTo>
                  <a:pt x="19359" y="148"/>
                  <a:pt x="19332" y="146"/>
                  <a:pt x="19166" y="78"/>
                </a:cubicBezTo>
                <a:cubicBezTo>
                  <a:pt x="18991" y="8"/>
                  <a:pt x="18964" y="9"/>
                  <a:pt x="18788" y="81"/>
                </a:cubicBezTo>
                <a:cubicBezTo>
                  <a:pt x="18618" y="149"/>
                  <a:pt x="18602" y="182"/>
                  <a:pt x="18622" y="396"/>
                </a:cubicBezTo>
                <a:cubicBezTo>
                  <a:pt x="18643" y="620"/>
                  <a:pt x="18655" y="637"/>
                  <a:pt x="18851" y="651"/>
                </a:cubicBezTo>
                <a:cubicBezTo>
                  <a:pt x="18966" y="659"/>
                  <a:pt x="19109" y="641"/>
                  <a:pt x="19166" y="612"/>
                </a:cubicBezTo>
                <a:cubicBezTo>
                  <a:pt x="19297" y="544"/>
                  <a:pt x="19425" y="592"/>
                  <a:pt x="19425" y="709"/>
                </a:cubicBezTo>
                <a:cubicBezTo>
                  <a:pt x="19425" y="758"/>
                  <a:pt x="19476" y="797"/>
                  <a:pt x="19537" y="797"/>
                </a:cubicBezTo>
                <a:cubicBezTo>
                  <a:pt x="19605" y="797"/>
                  <a:pt x="19647" y="755"/>
                  <a:pt x="19647" y="690"/>
                </a:cubicBezTo>
                <a:cubicBezTo>
                  <a:pt x="19647" y="536"/>
                  <a:pt x="19722" y="510"/>
                  <a:pt x="19929" y="593"/>
                </a:cubicBezTo>
                <a:cubicBezTo>
                  <a:pt x="20028" y="634"/>
                  <a:pt x="20178" y="656"/>
                  <a:pt x="20261" y="643"/>
                </a:cubicBezTo>
                <a:cubicBezTo>
                  <a:pt x="20366" y="626"/>
                  <a:pt x="20420" y="646"/>
                  <a:pt x="20446" y="709"/>
                </a:cubicBezTo>
                <a:cubicBezTo>
                  <a:pt x="20479" y="786"/>
                  <a:pt x="20553" y="797"/>
                  <a:pt x="20997" y="797"/>
                </a:cubicBezTo>
                <a:lnTo>
                  <a:pt x="21508" y="797"/>
                </a:lnTo>
                <a:lnTo>
                  <a:pt x="21508" y="591"/>
                </a:lnTo>
                <a:cubicBezTo>
                  <a:pt x="21508" y="417"/>
                  <a:pt x="21486" y="383"/>
                  <a:pt x="21365" y="383"/>
                </a:cubicBezTo>
                <a:cubicBezTo>
                  <a:pt x="21273" y="383"/>
                  <a:pt x="21211" y="420"/>
                  <a:pt x="21196" y="486"/>
                </a:cubicBezTo>
                <a:cubicBezTo>
                  <a:pt x="21183" y="543"/>
                  <a:pt x="21122" y="591"/>
                  <a:pt x="21060" y="591"/>
                </a:cubicBezTo>
                <a:cubicBezTo>
                  <a:pt x="20975" y="591"/>
                  <a:pt x="20944" y="522"/>
                  <a:pt x="20927" y="303"/>
                </a:cubicBezTo>
                <a:lnTo>
                  <a:pt x="20908" y="15"/>
                </a:lnTo>
                <a:close/>
                <a:moveTo>
                  <a:pt x="11685" y="27"/>
                </a:moveTo>
                <a:lnTo>
                  <a:pt x="10550" y="37"/>
                </a:lnTo>
                <a:cubicBezTo>
                  <a:pt x="8840" y="52"/>
                  <a:pt x="8782" y="54"/>
                  <a:pt x="8782" y="111"/>
                </a:cubicBezTo>
                <a:cubicBezTo>
                  <a:pt x="8782" y="140"/>
                  <a:pt x="8839" y="191"/>
                  <a:pt x="8911" y="225"/>
                </a:cubicBezTo>
                <a:cubicBezTo>
                  <a:pt x="9035" y="282"/>
                  <a:pt x="9035" y="293"/>
                  <a:pt x="8911" y="431"/>
                </a:cubicBezTo>
                <a:cubicBezTo>
                  <a:pt x="8839" y="510"/>
                  <a:pt x="8782" y="595"/>
                  <a:pt x="8782" y="618"/>
                </a:cubicBezTo>
                <a:cubicBezTo>
                  <a:pt x="8782" y="685"/>
                  <a:pt x="8976" y="667"/>
                  <a:pt x="9077" y="591"/>
                </a:cubicBezTo>
                <a:cubicBezTo>
                  <a:pt x="9191" y="506"/>
                  <a:pt x="9419" y="571"/>
                  <a:pt x="9488" y="707"/>
                </a:cubicBezTo>
                <a:cubicBezTo>
                  <a:pt x="9521" y="771"/>
                  <a:pt x="9601" y="797"/>
                  <a:pt x="9750" y="797"/>
                </a:cubicBezTo>
                <a:cubicBezTo>
                  <a:pt x="9962" y="797"/>
                  <a:pt x="9967" y="793"/>
                  <a:pt x="9989" y="509"/>
                </a:cubicBezTo>
                <a:cubicBezTo>
                  <a:pt x="10016" y="158"/>
                  <a:pt x="10151" y="127"/>
                  <a:pt x="10182" y="464"/>
                </a:cubicBezTo>
                <a:cubicBezTo>
                  <a:pt x="10205" y="710"/>
                  <a:pt x="10293" y="765"/>
                  <a:pt x="10480" y="649"/>
                </a:cubicBezTo>
                <a:cubicBezTo>
                  <a:pt x="10553" y="604"/>
                  <a:pt x="10582" y="613"/>
                  <a:pt x="10616" y="694"/>
                </a:cubicBezTo>
                <a:cubicBezTo>
                  <a:pt x="10656" y="788"/>
                  <a:pt x="10706" y="797"/>
                  <a:pt x="11174" y="797"/>
                </a:cubicBezTo>
                <a:lnTo>
                  <a:pt x="11685" y="797"/>
                </a:lnTo>
                <a:lnTo>
                  <a:pt x="11685" y="412"/>
                </a:lnTo>
                <a:lnTo>
                  <a:pt x="11685" y="27"/>
                </a:lnTo>
                <a:close/>
                <a:moveTo>
                  <a:pt x="5836" y="58"/>
                </a:moveTo>
                <a:cubicBezTo>
                  <a:pt x="5480" y="57"/>
                  <a:pt x="5128" y="74"/>
                  <a:pt x="5093" y="109"/>
                </a:cubicBezTo>
                <a:cubicBezTo>
                  <a:pt x="4999" y="203"/>
                  <a:pt x="5039" y="623"/>
                  <a:pt x="5146" y="668"/>
                </a:cubicBezTo>
                <a:cubicBezTo>
                  <a:pt x="5202" y="691"/>
                  <a:pt x="5415" y="704"/>
                  <a:pt x="5620" y="694"/>
                </a:cubicBezTo>
                <a:cubicBezTo>
                  <a:pt x="5825" y="685"/>
                  <a:pt x="6107" y="689"/>
                  <a:pt x="6250" y="705"/>
                </a:cubicBezTo>
                <a:cubicBezTo>
                  <a:pt x="6394" y="721"/>
                  <a:pt x="6540" y="721"/>
                  <a:pt x="6572" y="705"/>
                </a:cubicBezTo>
                <a:cubicBezTo>
                  <a:pt x="6605" y="688"/>
                  <a:pt x="6794" y="683"/>
                  <a:pt x="6990" y="694"/>
                </a:cubicBezTo>
                <a:cubicBezTo>
                  <a:pt x="7187" y="706"/>
                  <a:pt x="7416" y="694"/>
                  <a:pt x="7501" y="666"/>
                </a:cubicBezTo>
                <a:cubicBezTo>
                  <a:pt x="7603" y="632"/>
                  <a:pt x="7673" y="629"/>
                  <a:pt x="7703" y="659"/>
                </a:cubicBezTo>
                <a:cubicBezTo>
                  <a:pt x="7779" y="735"/>
                  <a:pt x="8410" y="717"/>
                  <a:pt x="8410" y="639"/>
                </a:cubicBezTo>
                <a:cubicBezTo>
                  <a:pt x="8410" y="601"/>
                  <a:pt x="8322" y="567"/>
                  <a:pt x="8204" y="558"/>
                </a:cubicBezTo>
                <a:cubicBezTo>
                  <a:pt x="7967" y="541"/>
                  <a:pt x="7958" y="459"/>
                  <a:pt x="8191" y="437"/>
                </a:cubicBezTo>
                <a:cubicBezTo>
                  <a:pt x="8306" y="426"/>
                  <a:pt x="8341" y="396"/>
                  <a:pt x="8314" y="332"/>
                </a:cubicBezTo>
                <a:cubicBezTo>
                  <a:pt x="8293" y="283"/>
                  <a:pt x="8307" y="233"/>
                  <a:pt x="8344" y="219"/>
                </a:cubicBezTo>
                <a:cubicBezTo>
                  <a:pt x="8381" y="204"/>
                  <a:pt x="8410" y="162"/>
                  <a:pt x="8410" y="126"/>
                </a:cubicBezTo>
                <a:cubicBezTo>
                  <a:pt x="8410" y="42"/>
                  <a:pt x="7812" y="34"/>
                  <a:pt x="7680" y="116"/>
                </a:cubicBezTo>
                <a:cubicBezTo>
                  <a:pt x="7611" y="159"/>
                  <a:pt x="7571" y="159"/>
                  <a:pt x="7501" y="116"/>
                </a:cubicBezTo>
                <a:cubicBezTo>
                  <a:pt x="7386" y="44"/>
                  <a:pt x="6903" y="44"/>
                  <a:pt x="6788" y="116"/>
                </a:cubicBezTo>
                <a:cubicBezTo>
                  <a:pt x="6718" y="159"/>
                  <a:pt x="6678" y="159"/>
                  <a:pt x="6609" y="116"/>
                </a:cubicBezTo>
                <a:cubicBezTo>
                  <a:pt x="6551" y="80"/>
                  <a:pt x="6191" y="59"/>
                  <a:pt x="5836" y="58"/>
                </a:cubicBezTo>
                <a:close/>
                <a:moveTo>
                  <a:pt x="16206" y="3174"/>
                </a:moveTo>
                <a:cubicBezTo>
                  <a:pt x="16164" y="3176"/>
                  <a:pt x="16127" y="3185"/>
                  <a:pt x="16107" y="3205"/>
                </a:cubicBezTo>
                <a:cubicBezTo>
                  <a:pt x="16066" y="3246"/>
                  <a:pt x="15152" y="3223"/>
                  <a:pt x="15035" y="3178"/>
                </a:cubicBezTo>
                <a:cubicBezTo>
                  <a:pt x="14998" y="3164"/>
                  <a:pt x="14947" y="3175"/>
                  <a:pt x="14919" y="3203"/>
                </a:cubicBezTo>
                <a:cubicBezTo>
                  <a:pt x="14891" y="3231"/>
                  <a:pt x="14796" y="3242"/>
                  <a:pt x="14707" y="3228"/>
                </a:cubicBezTo>
                <a:cubicBezTo>
                  <a:pt x="14618" y="3214"/>
                  <a:pt x="14452" y="3233"/>
                  <a:pt x="14342" y="3269"/>
                </a:cubicBezTo>
                <a:cubicBezTo>
                  <a:pt x="14164" y="3326"/>
                  <a:pt x="14133" y="3324"/>
                  <a:pt x="14070" y="3255"/>
                </a:cubicBezTo>
                <a:cubicBezTo>
                  <a:pt x="14011" y="3190"/>
                  <a:pt x="13976" y="3187"/>
                  <a:pt x="13851" y="3234"/>
                </a:cubicBezTo>
                <a:cubicBezTo>
                  <a:pt x="13757" y="3270"/>
                  <a:pt x="13684" y="3275"/>
                  <a:pt x="13655" y="3246"/>
                </a:cubicBezTo>
                <a:cubicBezTo>
                  <a:pt x="13597" y="3188"/>
                  <a:pt x="13120" y="3188"/>
                  <a:pt x="13061" y="3246"/>
                </a:cubicBezTo>
                <a:cubicBezTo>
                  <a:pt x="13037" y="3271"/>
                  <a:pt x="13040" y="3447"/>
                  <a:pt x="13068" y="3638"/>
                </a:cubicBezTo>
                <a:lnTo>
                  <a:pt x="13118" y="3986"/>
                </a:lnTo>
                <a:lnTo>
                  <a:pt x="13592" y="3986"/>
                </a:lnTo>
                <a:lnTo>
                  <a:pt x="14067" y="3986"/>
                </a:lnTo>
                <a:lnTo>
                  <a:pt x="14067" y="3850"/>
                </a:lnTo>
                <a:cubicBezTo>
                  <a:pt x="14067" y="3675"/>
                  <a:pt x="14161" y="3640"/>
                  <a:pt x="14329" y="3755"/>
                </a:cubicBezTo>
                <a:cubicBezTo>
                  <a:pt x="14472" y="3853"/>
                  <a:pt x="14697" y="3877"/>
                  <a:pt x="14773" y="3800"/>
                </a:cubicBezTo>
                <a:cubicBezTo>
                  <a:pt x="14848" y="3726"/>
                  <a:pt x="14959" y="3796"/>
                  <a:pt x="14959" y="3918"/>
                </a:cubicBezTo>
                <a:cubicBezTo>
                  <a:pt x="14959" y="4004"/>
                  <a:pt x="14987" y="4021"/>
                  <a:pt x="15088" y="3998"/>
                </a:cubicBezTo>
                <a:cubicBezTo>
                  <a:pt x="15278" y="3955"/>
                  <a:pt x="15326" y="3892"/>
                  <a:pt x="15254" y="3776"/>
                </a:cubicBezTo>
                <a:cubicBezTo>
                  <a:pt x="15220" y="3719"/>
                  <a:pt x="15213" y="3659"/>
                  <a:pt x="15238" y="3644"/>
                </a:cubicBezTo>
                <a:cubicBezTo>
                  <a:pt x="15328" y="3588"/>
                  <a:pt x="15412" y="3618"/>
                  <a:pt x="15483" y="3735"/>
                </a:cubicBezTo>
                <a:cubicBezTo>
                  <a:pt x="15546" y="3838"/>
                  <a:pt x="15593" y="3853"/>
                  <a:pt x="15835" y="3840"/>
                </a:cubicBezTo>
                <a:cubicBezTo>
                  <a:pt x="16071" y="3827"/>
                  <a:pt x="16115" y="3840"/>
                  <a:pt x="16133" y="3922"/>
                </a:cubicBezTo>
                <a:cubicBezTo>
                  <a:pt x="16151" y="3999"/>
                  <a:pt x="16196" y="4014"/>
                  <a:pt x="16346" y="3996"/>
                </a:cubicBezTo>
                <a:cubicBezTo>
                  <a:pt x="16501" y="3978"/>
                  <a:pt x="16528" y="3953"/>
                  <a:pt x="16498" y="3858"/>
                </a:cubicBezTo>
                <a:cubicBezTo>
                  <a:pt x="16472" y="3773"/>
                  <a:pt x="16502" y="3737"/>
                  <a:pt x="16605" y="3720"/>
                </a:cubicBezTo>
                <a:cubicBezTo>
                  <a:pt x="16751" y="3696"/>
                  <a:pt x="16746" y="3599"/>
                  <a:pt x="16585" y="3333"/>
                </a:cubicBezTo>
                <a:cubicBezTo>
                  <a:pt x="16530" y="3242"/>
                  <a:pt x="16335" y="3170"/>
                  <a:pt x="16206" y="3174"/>
                </a:cubicBezTo>
                <a:close/>
                <a:moveTo>
                  <a:pt x="19707" y="3191"/>
                </a:moveTo>
                <a:lnTo>
                  <a:pt x="19435" y="3218"/>
                </a:lnTo>
                <a:cubicBezTo>
                  <a:pt x="19285" y="3233"/>
                  <a:pt x="19037" y="3246"/>
                  <a:pt x="18884" y="3246"/>
                </a:cubicBezTo>
                <a:cubicBezTo>
                  <a:pt x="18730" y="3247"/>
                  <a:pt x="18605" y="3266"/>
                  <a:pt x="18605" y="3292"/>
                </a:cubicBezTo>
                <a:cubicBezTo>
                  <a:pt x="18605" y="3317"/>
                  <a:pt x="18672" y="3339"/>
                  <a:pt x="18751" y="3339"/>
                </a:cubicBezTo>
                <a:cubicBezTo>
                  <a:pt x="18979" y="3339"/>
                  <a:pt x="18998" y="3415"/>
                  <a:pt x="18794" y="3514"/>
                </a:cubicBezTo>
                <a:cubicBezTo>
                  <a:pt x="18558" y="3630"/>
                  <a:pt x="18554" y="3708"/>
                  <a:pt x="18788" y="3708"/>
                </a:cubicBezTo>
                <a:cubicBezTo>
                  <a:pt x="19023" y="3708"/>
                  <a:pt x="19113" y="3801"/>
                  <a:pt x="18910" y="3833"/>
                </a:cubicBezTo>
                <a:cubicBezTo>
                  <a:pt x="18824" y="3847"/>
                  <a:pt x="18754" y="3887"/>
                  <a:pt x="18754" y="3922"/>
                </a:cubicBezTo>
                <a:cubicBezTo>
                  <a:pt x="18754" y="4012"/>
                  <a:pt x="19102" y="4002"/>
                  <a:pt x="19159" y="3910"/>
                </a:cubicBezTo>
                <a:cubicBezTo>
                  <a:pt x="19202" y="3840"/>
                  <a:pt x="19214" y="3840"/>
                  <a:pt x="19338" y="3910"/>
                </a:cubicBezTo>
                <a:cubicBezTo>
                  <a:pt x="19605" y="4059"/>
                  <a:pt x="19955" y="3965"/>
                  <a:pt x="19707" y="3811"/>
                </a:cubicBezTo>
                <a:cubicBezTo>
                  <a:pt x="19650" y="3776"/>
                  <a:pt x="19645" y="3738"/>
                  <a:pt x="19690" y="3710"/>
                </a:cubicBezTo>
                <a:cubicBezTo>
                  <a:pt x="19729" y="3686"/>
                  <a:pt x="19748" y="3559"/>
                  <a:pt x="19733" y="3428"/>
                </a:cubicBezTo>
                <a:lnTo>
                  <a:pt x="19707" y="3191"/>
                </a:lnTo>
                <a:close/>
                <a:moveTo>
                  <a:pt x="3109" y="3195"/>
                </a:moveTo>
                <a:cubicBezTo>
                  <a:pt x="2485" y="3177"/>
                  <a:pt x="2196" y="3262"/>
                  <a:pt x="2263" y="3442"/>
                </a:cubicBezTo>
                <a:cubicBezTo>
                  <a:pt x="2279" y="3487"/>
                  <a:pt x="2263" y="3535"/>
                  <a:pt x="2226" y="3549"/>
                </a:cubicBezTo>
                <a:cubicBezTo>
                  <a:pt x="2189" y="3563"/>
                  <a:pt x="2160" y="3637"/>
                  <a:pt x="2160" y="3712"/>
                </a:cubicBezTo>
                <a:cubicBezTo>
                  <a:pt x="2160" y="3846"/>
                  <a:pt x="2165" y="3848"/>
                  <a:pt x="2571" y="3848"/>
                </a:cubicBezTo>
                <a:cubicBezTo>
                  <a:pt x="2868" y="3848"/>
                  <a:pt x="2995" y="3866"/>
                  <a:pt x="3026" y="3916"/>
                </a:cubicBezTo>
                <a:cubicBezTo>
                  <a:pt x="3070" y="3987"/>
                  <a:pt x="3213" y="4008"/>
                  <a:pt x="3298" y="3955"/>
                </a:cubicBezTo>
                <a:cubicBezTo>
                  <a:pt x="3324" y="3938"/>
                  <a:pt x="3610" y="3931"/>
                  <a:pt x="3935" y="3936"/>
                </a:cubicBezTo>
                <a:cubicBezTo>
                  <a:pt x="4287" y="3942"/>
                  <a:pt x="4546" y="3925"/>
                  <a:pt x="4575" y="3895"/>
                </a:cubicBezTo>
                <a:cubicBezTo>
                  <a:pt x="4654" y="3816"/>
                  <a:pt x="5430" y="3834"/>
                  <a:pt x="5481" y="3916"/>
                </a:cubicBezTo>
                <a:cubicBezTo>
                  <a:pt x="5504" y="3954"/>
                  <a:pt x="5570" y="3986"/>
                  <a:pt x="5627" y="3986"/>
                </a:cubicBezTo>
                <a:cubicBezTo>
                  <a:pt x="5707" y="3986"/>
                  <a:pt x="5730" y="3898"/>
                  <a:pt x="5730" y="3592"/>
                </a:cubicBezTo>
                <a:lnTo>
                  <a:pt x="5730" y="3199"/>
                </a:lnTo>
                <a:lnTo>
                  <a:pt x="5229" y="3226"/>
                </a:lnTo>
                <a:cubicBezTo>
                  <a:pt x="4952" y="3241"/>
                  <a:pt x="4448" y="3249"/>
                  <a:pt x="4111" y="3246"/>
                </a:cubicBezTo>
                <a:cubicBezTo>
                  <a:pt x="3623" y="3242"/>
                  <a:pt x="3497" y="3256"/>
                  <a:pt x="3497" y="3308"/>
                </a:cubicBezTo>
                <a:cubicBezTo>
                  <a:pt x="3497" y="3345"/>
                  <a:pt x="3568" y="3385"/>
                  <a:pt x="3653" y="3399"/>
                </a:cubicBezTo>
                <a:cubicBezTo>
                  <a:pt x="3776" y="3419"/>
                  <a:pt x="3801" y="3454"/>
                  <a:pt x="3782" y="3574"/>
                </a:cubicBezTo>
                <a:cubicBezTo>
                  <a:pt x="3763" y="3693"/>
                  <a:pt x="3717" y="3733"/>
                  <a:pt x="3560" y="3759"/>
                </a:cubicBezTo>
                <a:cubicBezTo>
                  <a:pt x="3450" y="3777"/>
                  <a:pt x="3341" y="3780"/>
                  <a:pt x="3318" y="3765"/>
                </a:cubicBezTo>
                <a:cubicBezTo>
                  <a:pt x="3295" y="3751"/>
                  <a:pt x="3275" y="3617"/>
                  <a:pt x="3275" y="3469"/>
                </a:cubicBezTo>
                <a:cubicBezTo>
                  <a:pt x="3275" y="3222"/>
                  <a:pt x="3262" y="3199"/>
                  <a:pt x="3109" y="3195"/>
                </a:cubicBezTo>
                <a:close/>
                <a:moveTo>
                  <a:pt x="17845" y="3199"/>
                </a:moveTo>
                <a:cubicBezTo>
                  <a:pt x="17736" y="3183"/>
                  <a:pt x="17574" y="3185"/>
                  <a:pt x="17341" y="3201"/>
                </a:cubicBezTo>
                <a:cubicBezTo>
                  <a:pt x="17017" y="3224"/>
                  <a:pt x="17005" y="3228"/>
                  <a:pt x="16996" y="3384"/>
                </a:cubicBezTo>
                <a:cubicBezTo>
                  <a:pt x="16991" y="3473"/>
                  <a:pt x="17008" y="3567"/>
                  <a:pt x="17033" y="3592"/>
                </a:cubicBezTo>
                <a:cubicBezTo>
                  <a:pt x="17089" y="3650"/>
                  <a:pt x="17097" y="3676"/>
                  <a:pt x="17109" y="3848"/>
                </a:cubicBezTo>
                <a:lnTo>
                  <a:pt x="17119" y="3986"/>
                </a:lnTo>
                <a:lnTo>
                  <a:pt x="17640" y="3986"/>
                </a:lnTo>
                <a:cubicBezTo>
                  <a:pt x="18116" y="3986"/>
                  <a:pt x="18276" y="3944"/>
                  <a:pt x="18084" y="3871"/>
                </a:cubicBezTo>
                <a:cubicBezTo>
                  <a:pt x="17965" y="3825"/>
                  <a:pt x="17994" y="3524"/>
                  <a:pt x="18121" y="3494"/>
                </a:cubicBezTo>
                <a:cubicBezTo>
                  <a:pt x="18182" y="3479"/>
                  <a:pt x="18234" y="3438"/>
                  <a:pt x="18234" y="3401"/>
                </a:cubicBezTo>
                <a:cubicBezTo>
                  <a:pt x="18234" y="3364"/>
                  <a:pt x="18198" y="3347"/>
                  <a:pt x="18154" y="3364"/>
                </a:cubicBezTo>
                <a:cubicBezTo>
                  <a:pt x="18110" y="3381"/>
                  <a:pt x="18056" y="3353"/>
                  <a:pt x="18034" y="3302"/>
                </a:cubicBezTo>
                <a:cubicBezTo>
                  <a:pt x="18012" y="3248"/>
                  <a:pt x="17955" y="3215"/>
                  <a:pt x="17845" y="3199"/>
                </a:cubicBezTo>
                <a:close/>
                <a:moveTo>
                  <a:pt x="8712" y="3201"/>
                </a:moveTo>
                <a:lnTo>
                  <a:pt x="8752" y="3331"/>
                </a:lnTo>
                <a:cubicBezTo>
                  <a:pt x="8811" y="3515"/>
                  <a:pt x="8654" y="3579"/>
                  <a:pt x="8175" y="3562"/>
                </a:cubicBezTo>
                <a:cubicBezTo>
                  <a:pt x="7841" y="3550"/>
                  <a:pt x="7776" y="3533"/>
                  <a:pt x="7776" y="3459"/>
                </a:cubicBezTo>
                <a:cubicBezTo>
                  <a:pt x="7776" y="3385"/>
                  <a:pt x="7832" y="3369"/>
                  <a:pt x="8105" y="3366"/>
                </a:cubicBezTo>
                <a:cubicBezTo>
                  <a:pt x="8297" y="3364"/>
                  <a:pt x="8448" y="3338"/>
                  <a:pt x="8467" y="3304"/>
                </a:cubicBezTo>
                <a:cubicBezTo>
                  <a:pt x="8489" y="3262"/>
                  <a:pt x="8368" y="3246"/>
                  <a:pt x="8012" y="3246"/>
                </a:cubicBezTo>
                <a:lnTo>
                  <a:pt x="7524" y="3246"/>
                </a:lnTo>
                <a:lnTo>
                  <a:pt x="7501" y="3489"/>
                </a:lnTo>
                <a:cubicBezTo>
                  <a:pt x="7485" y="3664"/>
                  <a:pt x="7450" y="3732"/>
                  <a:pt x="7372" y="3732"/>
                </a:cubicBezTo>
                <a:cubicBezTo>
                  <a:pt x="7288" y="3732"/>
                  <a:pt x="7266" y="3677"/>
                  <a:pt x="7282" y="3489"/>
                </a:cubicBezTo>
                <a:lnTo>
                  <a:pt x="7305" y="3246"/>
                </a:lnTo>
                <a:lnTo>
                  <a:pt x="6778" y="3246"/>
                </a:lnTo>
                <a:cubicBezTo>
                  <a:pt x="6477" y="3246"/>
                  <a:pt x="6250" y="3265"/>
                  <a:pt x="6250" y="3292"/>
                </a:cubicBezTo>
                <a:cubicBezTo>
                  <a:pt x="6250" y="3317"/>
                  <a:pt x="6301" y="3339"/>
                  <a:pt x="6360" y="3339"/>
                </a:cubicBezTo>
                <a:cubicBezTo>
                  <a:pt x="6538" y="3339"/>
                  <a:pt x="6574" y="3435"/>
                  <a:pt x="6406" y="3463"/>
                </a:cubicBezTo>
                <a:cubicBezTo>
                  <a:pt x="6206" y="3495"/>
                  <a:pt x="6209" y="3552"/>
                  <a:pt x="6410" y="3584"/>
                </a:cubicBezTo>
                <a:cubicBezTo>
                  <a:pt x="6622" y="3619"/>
                  <a:pt x="6547" y="3729"/>
                  <a:pt x="6300" y="3747"/>
                </a:cubicBezTo>
                <a:cubicBezTo>
                  <a:pt x="6161" y="3757"/>
                  <a:pt x="6101" y="3787"/>
                  <a:pt x="6101" y="3850"/>
                </a:cubicBezTo>
                <a:cubicBezTo>
                  <a:pt x="6101" y="3936"/>
                  <a:pt x="6160" y="3940"/>
                  <a:pt x="7372" y="3934"/>
                </a:cubicBezTo>
                <a:cubicBezTo>
                  <a:pt x="8070" y="3931"/>
                  <a:pt x="8660" y="3941"/>
                  <a:pt x="8686" y="3957"/>
                </a:cubicBezTo>
                <a:cubicBezTo>
                  <a:pt x="8711" y="3973"/>
                  <a:pt x="8963" y="3986"/>
                  <a:pt x="9246" y="3986"/>
                </a:cubicBezTo>
                <a:lnTo>
                  <a:pt x="9760" y="3986"/>
                </a:lnTo>
                <a:lnTo>
                  <a:pt x="9740" y="3835"/>
                </a:lnTo>
                <a:cubicBezTo>
                  <a:pt x="9729" y="3753"/>
                  <a:pt x="9738" y="3663"/>
                  <a:pt x="9760" y="3638"/>
                </a:cubicBezTo>
                <a:cubicBezTo>
                  <a:pt x="9783" y="3613"/>
                  <a:pt x="9785" y="3505"/>
                  <a:pt x="9767" y="3397"/>
                </a:cubicBezTo>
                <a:lnTo>
                  <a:pt x="9734" y="3201"/>
                </a:lnTo>
                <a:lnTo>
                  <a:pt x="9223" y="3201"/>
                </a:lnTo>
                <a:lnTo>
                  <a:pt x="8712" y="3201"/>
                </a:lnTo>
                <a:close/>
                <a:moveTo>
                  <a:pt x="12059" y="3201"/>
                </a:moveTo>
                <a:cubicBezTo>
                  <a:pt x="11816" y="3201"/>
                  <a:pt x="11598" y="3222"/>
                  <a:pt x="11572" y="3248"/>
                </a:cubicBezTo>
                <a:cubicBezTo>
                  <a:pt x="11542" y="3279"/>
                  <a:pt x="11490" y="3281"/>
                  <a:pt x="11436" y="3255"/>
                </a:cubicBezTo>
                <a:cubicBezTo>
                  <a:pt x="11388" y="3231"/>
                  <a:pt x="11143" y="3211"/>
                  <a:pt x="10892" y="3209"/>
                </a:cubicBezTo>
                <a:cubicBezTo>
                  <a:pt x="10525" y="3207"/>
                  <a:pt x="10409" y="3224"/>
                  <a:pt x="10301" y="3298"/>
                </a:cubicBezTo>
                <a:cubicBezTo>
                  <a:pt x="10192" y="3373"/>
                  <a:pt x="10183" y="3406"/>
                  <a:pt x="10255" y="3477"/>
                </a:cubicBezTo>
                <a:cubicBezTo>
                  <a:pt x="10311" y="3533"/>
                  <a:pt x="10314" y="3577"/>
                  <a:pt x="10268" y="3594"/>
                </a:cubicBezTo>
                <a:cubicBezTo>
                  <a:pt x="10142" y="3643"/>
                  <a:pt x="10190" y="3701"/>
                  <a:pt x="10364" y="3716"/>
                </a:cubicBezTo>
                <a:cubicBezTo>
                  <a:pt x="10456" y="3724"/>
                  <a:pt x="10533" y="3762"/>
                  <a:pt x="10537" y="3800"/>
                </a:cubicBezTo>
                <a:cubicBezTo>
                  <a:pt x="10541" y="3839"/>
                  <a:pt x="10550" y="3896"/>
                  <a:pt x="10557" y="3928"/>
                </a:cubicBezTo>
                <a:cubicBezTo>
                  <a:pt x="10579" y="4042"/>
                  <a:pt x="10782" y="3984"/>
                  <a:pt x="10805" y="3858"/>
                </a:cubicBezTo>
                <a:cubicBezTo>
                  <a:pt x="10819" y="3783"/>
                  <a:pt x="10875" y="3732"/>
                  <a:pt x="10941" y="3732"/>
                </a:cubicBezTo>
                <a:cubicBezTo>
                  <a:pt x="11008" y="3732"/>
                  <a:pt x="11060" y="3783"/>
                  <a:pt x="11074" y="3858"/>
                </a:cubicBezTo>
                <a:cubicBezTo>
                  <a:pt x="11102" y="4007"/>
                  <a:pt x="11386" y="4046"/>
                  <a:pt x="11386" y="3901"/>
                </a:cubicBezTo>
                <a:cubicBezTo>
                  <a:pt x="11386" y="3784"/>
                  <a:pt x="11467" y="3746"/>
                  <a:pt x="11585" y="3807"/>
                </a:cubicBezTo>
                <a:cubicBezTo>
                  <a:pt x="11640" y="3835"/>
                  <a:pt x="11754" y="3847"/>
                  <a:pt x="11841" y="3833"/>
                </a:cubicBezTo>
                <a:cubicBezTo>
                  <a:pt x="11954" y="3815"/>
                  <a:pt x="12009" y="3831"/>
                  <a:pt x="12036" y="3895"/>
                </a:cubicBezTo>
                <a:cubicBezTo>
                  <a:pt x="12063" y="3958"/>
                  <a:pt x="12139" y="3986"/>
                  <a:pt x="12288" y="3986"/>
                </a:cubicBezTo>
                <a:lnTo>
                  <a:pt x="12504" y="3986"/>
                </a:lnTo>
                <a:lnTo>
                  <a:pt x="12504" y="3592"/>
                </a:lnTo>
                <a:lnTo>
                  <a:pt x="12504" y="3201"/>
                </a:lnTo>
                <a:lnTo>
                  <a:pt x="12059" y="3201"/>
                </a:lnTo>
                <a:close/>
                <a:moveTo>
                  <a:pt x="1506" y="3205"/>
                </a:moveTo>
                <a:cubicBezTo>
                  <a:pt x="1403" y="3198"/>
                  <a:pt x="1225" y="3202"/>
                  <a:pt x="922" y="3211"/>
                </a:cubicBezTo>
                <a:cubicBezTo>
                  <a:pt x="434" y="3227"/>
                  <a:pt x="189" y="3255"/>
                  <a:pt x="146" y="3298"/>
                </a:cubicBezTo>
                <a:cubicBezTo>
                  <a:pt x="109" y="3335"/>
                  <a:pt x="114" y="3372"/>
                  <a:pt x="163" y="3391"/>
                </a:cubicBezTo>
                <a:cubicBezTo>
                  <a:pt x="208" y="3408"/>
                  <a:pt x="248" y="3533"/>
                  <a:pt x="252" y="3669"/>
                </a:cubicBezTo>
                <a:cubicBezTo>
                  <a:pt x="259" y="3915"/>
                  <a:pt x="260" y="3916"/>
                  <a:pt x="508" y="3924"/>
                </a:cubicBezTo>
                <a:cubicBezTo>
                  <a:pt x="644" y="3928"/>
                  <a:pt x="777" y="3945"/>
                  <a:pt x="803" y="3961"/>
                </a:cubicBezTo>
                <a:cubicBezTo>
                  <a:pt x="829" y="3977"/>
                  <a:pt x="1018" y="3983"/>
                  <a:pt x="1224" y="3976"/>
                </a:cubicBezTo>
                <a:lnTo>
                  <a:pt x="1599" y="3963"/>
                </a:lnTo>
                <a:lnTo>
                  <a:pt x="1622" y="3755"/>
                </a:lnTo>
                <a:cubicBezTo>
                  <a:pt x="1634" y="3641"/>
                  <a:pt x="1692" y="3524"/>
                  <a:pt x="1752" y="3496"/>
                </a:cubicBezTo>
                <a:cubicBezTo>
                  <a:pt x="1847" y="3450"/>
                  <a:pt x="1847" y="3437"/>
                  <a:pt x="1748" y="3386"/>
                </a:cubicBezTo>
                <a:cubicBezTo>
                  <a:pt x="1687" y="3355"/>
                  <a:pt x="1639" y="3295"/>
                  <a:pt x="1639" y="3257"/>
                </a:cubicBezTo>
                <a:cubicBezTo>
                  <a:pt x="1639" y="3227"/>
                  <a:pt x="1609" y="3212"/>
                  <a:pt x="1506" y="3205"/>
                </a:cubicBezTo>
                <a:close/>
                <a:moveTo>
                  <a:pt x="20433" y="3246"/>
                </a:moveTo>
                <a:cubicBezTo>
                  <a:pt x="20207" y="3246"/>
                  <a:pt x="20107" y="3336"/>
                  <a:pt x="20271" y="3393"/>
                </a:cubicBezTo>
                <a:cubicBezTo>
                  <a:pt x="20360" y="3424"/>
                  <a:pt x="20393" y="3502"/>
                  <a:pt x="20393" y="3687"/>
                </a:cubicBezTo>
                <a:cubicBezTo>
                  <a:pt x="20393" y="3880"/>
                  <a:pt x="20417" y="3938"/>
                  <a:pt x="20503" y="3938"/>
                </a:cubicBezTo>
                <a:cubicBezTo>
                  <a:pt x="20592" y="3938"/>
                  <a:pt x="20616" y="3870"/>
                  <a:pt x="20616" y="3592"/>
                </a:cubicBezTo>
                <a:cubicBezTo>
                  <a:pt x="20616" y="3256"/>
                  <a:pt x="20610" y="3246"/>
                  <a:pt x="20433" y="3246"/>
                </a:cubicBezTo>
                <a:close/>
                <a:moveTo>
                  <a:pt x="3112" y="4771"/>
                </a:moveTo>
                <a:cubicBezTo>
                  <a:pt x="3011" y="4771"/>
                  <a:pt x="2382" y="5167"/>
                  <a:pt x="2382" y="5230"/>
                </a:cubicBezTo>
                <a:cubicBezTo>
                  <a:pt x="2382" y="5253"/>
                  <a:pt x="2492" y="5280"/>
                  <a:pt x="2624" y="5288"/>
                </a:cubicBezTo>
                <a:cubicBezTo>
                  <a:pt x="2798" y="5298"/>
                  <a:pt x="2869" y="5328"/>
                  <a:pt x="2886" y="5395"/>
                </a:cubicBezTo>
                <a:cubicBezTo>
                  <a:pt x="2899" y="5446"/>
                  <a:pt x="2925" y="5515"/>
                  <a:pt x="2943" y="5549"/>
                </a:cubicBezTo>
                <a:cubicBezTo>
                  <a:pt x="3001" y="5658"/>
                  <a:pt x="3163" y="5575"/>
                  <a:pt x="3165" y="5436"/>
                </a:cubicBezTo>
                <a:cubicBezTo>
                  <a:pt x="3167" y="5323"/>
                  <a:pt x="3200" y="5300"/>
                  <a:pt x="3374" y="5288"/>
                </a:cubicBezTo>
                <a:cubicBezTo>
                  <a:pt x="3533" y="5276"/>
                  <a:pt x="3592" y="5295"/>
                  <a:pt x="3623" y="5368"/>
                </a:cubicBezTo>
                <a:cubicBezTo>
                  <a:pt x="3675" y="5491"/>
                  <a:pt x="3842" y="5491"/>
                  <a:pt x="3948" y="5368"/>
                </a:cubicBezTo>
                <a:cubicBezTo>
                  <a:pt x="4027" y="5276"/>
                  <a:pt x="4038" y="5279"/>
                  <a:pt x="4286" y="5442"/>
                </a:cubicBezTo>
                <a:cubicBezTo>
                  <a:pt x="4670" y="5695"/>
                  <a:pt x="4764" y="5642"/>
                  <a:pt x="4764" y="5170"/>
                </a:cubicBezTo>
                <a:lnTo>
                  <a:pt x="4764" y="4781"/>
                </a:lnTo>
                <a:lnTo>
                  <a:pt x="4280" y="4777"/>
                </a:lnTo>
                <a:cubicBezTo>
                  <a:pt x="3995" y="4774"/>
                  <a:pt x="3795" y="4792"/>
                  <a:pt x="3795" y="4820"/>
                </a:cubicBezTo>
                <a:cubicBezTo>
                  <a:pt x="3795" y="4846"/>
                  <a:pt x="3741" y="4917"/>
                  <a:pt x="3676" y="4979"/>
                </a:cubicBezTo>
                <a:cubicBezTo>
                  <a:pt x="3564" y="5085"/>
                  <a:pt x="3550" y="5087"/>
                  <a:pt x="3381" y="5018"/>
                </a:cubicBezTo>
                <a:cubicBezTo>
                  <a:pt x="3282" y="4978"/>
                  <a:pt x="3202" y="4905"/>
                  <a:pt x="3202" y="4857"/>
                </a:cubicBezTo>
                <a:cubicBezTo>
                  <a:pt x="3202" y="4809"/>
                  <a:pt x="3160" y="4771"/>
                  <a:pt x="3112" y="4771"/>
                </a:cubicBezTo>
                <a:close/>
                <a:moveTo>
                  <a:pt x="8788" y="4775"/>
                </a:moveTo>
                <a:lnTo>
                  <a:pt x="8457" y="4779"/>
                </a:lnTo>
                <a:cubicBezTo>
                  <a:pt x="8185" y="4782"/>
                  <a:pt x="8115" y="4799"/>
                  <a:pt x="8078" y="4880"/>
                </a:cubicBezTo>
                <a:lnTo>
                  <a:pt x="8035" y="4979"/>
                </a:lnTo>
                <a:lnTo>
                  <a:pt x="7906" y="4886"/>
                </a:lnTo>
                <a:cubicBezTo>
                  <a:pt x="7765" y="4784"/>
                  <a:pt x="7332" y="4740"/>
                  <a:pt x="7252" y="4820"/>
                </a:cubicBezTo>
                <a:cubicBezTo>
                  <a:pt x="7225" y="4847"/>
                  <a:pt x="7032" y="4867"/>
                  <a:pt x="6821" y="4863"/>
                </a:cubicBezTo>
                <a:cubicBezTo>
                  <a:pt x="6610" y="4859"/>
                  <a:pt x="6175" y="4857"/>
                  <a:pt x="5852" y="4859"/>
                </a:cubicBezTo>
                <a:cubicBezTo>
                  <a:pt x="5327" y="4863"/>
                  <a:pt x="5277" y="4870"/>
                  <a:pt x="5365" y="4935"/>
                </a:cubicBezTo>
                <a:cubicBezTo>
                  <a:pt x="5445" y="4995"/>
                  <a:pt x="5443" y="5026"/>
                  <a:pt x="5365" y="5104"/>
                </a:cubicBezTo>
                <a:cubicBezTo>
                  <a:pt x="5283" y="5185"/>
                  <a:pt x="5289" y="5207"/>
                  <a:pt x="5391" y="5242"/>
                </a:cubicBezTo>
                <a:cubicBezTo>
                  <a:pt x="5541" y="5294"/>
                  <a:pt x="5473" y="5372"/>
                  <a:pt x="5278" y="5372"/>
                </a:cubicBezTo>
                <a:cubicBezTo>
                  <a:pt x="5199" y="5372"/>
                  <a:pt x="5136" y="5402"/>
                  <a:pt x="5136" y="5440"/>
                </a:cubicBezTo>
                <a:cubicBezTo>
                  <a:pt x="5136" y="5497"/>
                  <a:pt x="5262" y="5510"/>
                  <a:pt x="5826" y="5510"/>
                </a:cubicBezTo>
                <a:cubicBezTo>
                  <a:pt x="6557" y="5510"/>
                  <a:pt x="6730" y="5472"/>
                  <a:pt x="7020" y="5246"/>
                </a:cubicBezTo>
                <a:cubicBezTo>
                  <a:pt x="7204" y="5103"/>
                  <a:pt x="7292" y="5151"/>
                  <a:pt x="7292" y="5397"/>
                </a:cubicBezTo>
                <a:cubicBezTo>
                  <a:pt x="7292" y="5545"/>
                  <a:pt x="7324" y="5603"/>
                  <a:pt x="7402" y="5603"/>
                </a:cubicBezTo>
                <a:cubicBezTo>
                  <a:pt x="7472" y="5603"/>
                  <a:pt x="7516" y="5543"/>
                  <a:pt x="7531" y="5430"/>
                </a:cubicBezTo>
                <a:cubicBezTo>
                  <a:pt x="7562" y="5200"/>
                  <a:pt x="7761" y="5191"/>
                  <a:pt x="7813" y="5417"/>
                </a:cubicBezTo>
                <a:lnTo>
                  <a:pt x="7853" y="5580"/>
                </a:lnTo>
                <a:lnTo>
                  <a:pt x="8297" y="5580"/>
                </a:lnTo>
                <a:lnTo>
                  <a:pt x="8745" y="5580"/>
                </a:lnTo>
                <a:lnTo>
                  <a:pt x="8765" y="5176"/>
                </a:lnTo>
                <a:lnTo>
                  <a:pt x="8788" y="4775"/>
                </a:lnTo>
                <a:close/>
                <a:moveTo>
                  <a:pt x="1344" y="4777"/>
                </a:moveTo>
                <a:cubicBezTo>
                  <a:pt x="1060" y="4773"/>
                  <a:pt x="809" y="4790"/>
                  <a:pt x="783" y="4816"/>
                </a:cubicBezTo>
                <a:cubicBezTo>
                  <a:pt x="757" y="4842"/>
                  <a:pt x="603" y="4863"/>
                  <a:pt x="441" y="4863"/>
                </a:cubicBezTo>
                <a:cubicBezTo>
                  <a:pt x="230" y="4863"/>
                  <a:pt x="149" y="4883"/>
                  <a:pt x="149" y="4933"/>
                </a:cubicBezTo>
                <a:cubicBezTo>
                  <a:pt x="149" y="4971"/>
                  <a:pt x="213" y="5001"/>
                  <a:pt x="292" y="5001"/>
                </a:cubicBezTo>
                <a:cubicBezTo>
                  <a:pt x="528" y="5001"/>
                  <a:pt x="549" y="5094"/>
                  <a:pt x="342" y="5228"/>
                </a:cubicBezTo>
                <a:cubicBezTo>
                  <a:pt x="45" y="5420"/>
                  <a:pt x="84" y="5510"/>
                  <a:pt x="465" y="5514"/>
                </a:cubicBezTo>
                <a:cubicBezTo>
                  <a:pt x="907" y="5520"/>
                  <a:pt x="1107" y="5536"/>
                  <a:pt x="1165" y="5572"/>
                </a:cubicBezTo>
                <a:cubicBezTo>
                  <a:pt x="1227" y="5610"/>
                  <a:pt x="1585" y="5611"/>
                  <a:pt x="1742" y="5574"/>
                </a:cubicBezTo>
                <a:cubicBezTo>
                  <a:pt x="1825" y="5554"/>
                  <a:pt x="1861" y="5485"/>
                  <a:pt x="1861" y="5341"/>
                </a:cubicBezTo>
                <a:cubicBezTo>
                  <a:pt x="1861" y="5172"/>
                  <a:pt x="1888" y="5131"/>
                  <a:pt x="2024" y="5100"/>
                </a:cubicBezTo>
                <a:lnTo>
                  <a:pt x="2190" y="5061"/>
                </a:lnTo>
                <a:lnTo>
                  <a:pt x="2024" y="5007"/>
                </a:lnTo>
                <a:cubicBezTo>
                  <a:pt x="1933" y="4977"/>
                  <a:pt x="1861" y="4914"/>
                  <a:pt x="1861" y="4867"/>
                </a:cubicBezTo>
                <a:cubicBezTo>
                  <a:pt x="1861" y="4794"/>
                  <a:pt x="1791" y="4783"/>
                  <a:pt x="1344" y="4777"/>
                </a:cubicBezTo>
                <a:close/>
                <a:moveTo>
                  <a:pt x="9266" y="4886"/>
                </a:moveTo>
                <a:lnTo>
                  <a:pt x="9249" y="5199"/>
                </a:lnTo>
                <a:lnTo>
                  <a:pt x="9236" y="5510"/>
                </a:lnTo>
                <a:lnTo>
                  <a:pt x="9512" y="5510"/>
                </a:lnTo>
                <a:cubicBezTo>
                  <a:pt x="9935" y="5509"/>
                  <a:pt x="9985" y="5470"/>
                  <a:pt x="9959" y="5160"/>
                </a:cubicBezTo>
                <a:lnTo>
                  <a:pt x="9936" y="4886"/>
                </a:lnTo>
                <a:lnTo>
                  <a:pt x="9601" y="4886"/>
                </a:lnTo>
                <a:lnTo>
                  <a:pt x="9266" y="4886"/>
                </a:lnTo>
                <a:close/>
                <a:moveTo>
                  <a:pt x="13732" y="6377"/>
                </a:moveTo>
                <a:cubicBezTo>
                  <a:pt x="13629" y="6389"/>
                  <a:pt x="13524" y="6417"/>
                  <a:pt x="13503" y="6439"/>
                </a:cubicBezTo>
                <a:cubicBezTo>
                  <a:pt x="13481" y="6461"/>
                  <a:pt x="13397" y="6452"/>
                  <a:pt x="13317" y="6420"/>
                </a:cubicBezTo>
                <a:cubicBezTo>
                  <a:pt x="13198" y="6375"/>
                  <a:pt x="13133" y="6378"/>
                  <a:pt x="12969" y="6435"/>
                </a:cubicBezTo>
                <a:cubicBezTo>
                  <a:pt x="12711" y="6524"/>
                  <a:pt x="12653" y="6729"/>
                  <a:pt x="12866" y="6799"/>
                </a:cubicBezTo>
                <a:cubicBezTo>
                  <a:pt x="12963" y="6832"/>
                  <a:pt x="12998" y="6880"/>
                  <a:pt x="12972" y="6942"/>
                </a:cubicBezTo>
                <a:cubicBezTo>
                  <a:pt x="12950" y="6992"/>
                  <a:pt x="12951" y="7064"/>
                  <a:pt x="12975" y="7102"/>
                </a:cubicBezTo>
                <a:cubicBezTo>
                  <a:pt x="13007" y="7154"/>
                  <a:pt x="13135" y="7172"/>
                  <a:pt x="13463" y="7172"/>
                </a:cubicBezTo>
                <a:cubicBezTo>
                  <a:pt x="13892" y="7172"/>
                  <a:pt x="13908" y="7169"/>
                  <a:pt x="13931" y="7047"/>
                </a:cubicBezTo>
                <a:cubicBezTo>
                  <a:pt x="13960" y="6890"/>
                  <a:pt x="14094" y="6897"/>
                  <a:pt x="14126" y="7057"/>
                </a:cubicBezTo>
                <a:cubicBezTo>
                  <a:pt x="14149" y="7168"/>
                  <a:pt x="14174" y="7172"/>
                  <a:pt x="14631" y="7172"/>
                </a:cubicBezTo>
                <a:cubicBezTo>
                  <a:pt x="14998" y="7172"/>
                  <a:pt x="15108" y="7157"/>
                  <a:pt x="15108" y="7106"/>
                </a:cubicBezTo>
                <a:cubicBezTo>
                  <a:pt x="15108" y="7070"/>
                  <a:pt x="15072" y="7026"/>
                  <a:pt x="15029" y="7010"/>
                </a:cubicBezTo>
                <a:cubicBezTo>
                  <a:pt x="14976" y="6989"/>
                  <a:pt x="14984" y="6957"/>
                  <a:pt x="15049" y="6909"/>
                </a:cubicBezTo>
                <a:cubicBezTo>
                  <a:pt x="15102" y="6869"/>
                  <a:pt x="15135" y="6833"/>
                  <a:pt x="15122" y="6830"/>
                </a:cubicBezTo>
                <a:cubicBezTo>
                  <a:pt x="15109" y="6828"/>
                  <a:pt x="15120" y="6790"/>
                  <a:pt x="15148" y="6744"/>
                </a:cubicBezTo>
                <a:cubicBezTo>
                  <a:pt x="15182" y="6689"/>
                  <a:pt x="15155" y="6638"/>
                  <a:pt x="15065" y="6598"/>
                </a:cubicBezTo>
                <a:cubicBezTo>
                  <a:pt x="14954" y="6547"/>
                  <a:pt x="14944" y="6524"/>
                  <a:pt x="15019" y="6468"/>
                </a:cubicBezTo>
                <a:cubicBezTo>
                  <a:pt x="15095" y="6411"/>
                  <a:pt x="15079" y="6395"/>
                  <a:pt x="14926" y="6377"/>
                </a:cubicBezTo>
                <a:cubicBezTo>
                  <a:pt x="14766" y="6358"/>
                  <a:pt x="14740" y="6374"/>
                  <a:pt x="14720" y="6499"/>
                </a:cubicBezTo>
                <a:cubicBezTo>
                  <a:pt x="14692" y="6676"/>
                  <a:pt x="14560" y="6688"/>
                  <a:pt x="14528" y="6515"/>
                </a:cubicBezTo>
                <a:cubicBezTo>
                  <a:pt x="14515" y="6445"/>
                  <a:pt x="14459" y="6388"/>
                  <a:pt x="14405" y="6388"/>
                </a:cubicBezTo>
                <a:cubicBezTo>
                  <a:pt x="14284" y="6388"/>
                  <a:pt x="14102" y="6518"/>
                  <a:pt x="14166" y="6558"/>
                </a:cubicBezTo>
                <a:cubicBezTo>
                  <a:pt x="14232" y="6599"/>
                  <a:pt x="14064" y="6715"/>
                  <a:pt x="13984" y="6684"/>
                </a:cubicBezTo>
                <a:cubicBezTo>
                  <a:pt x="13947" y="6670"/>
                  <a:pt x="13917" y="6591"/>
                  <a:pt x="13917" y="6507"/>
                </a:cubicBezTo>
                <a:cubicBezTo>
                  <a:pt x="13917" y="6369"/>
                  <a:pt x="13901" y="6357"/>
                  <a:pt x="13732" y="6377"/>
                </a:cubicBezTo>
                <a:close/>
                <a:moveTo>
                  <a:pt x="4628" y="6381"/>
                </a:moveTo>
                <a:cubicBezTo>
                  <a:pt x="4328" y="6382"/>
                  <a:pt x="4040" y="6404"/>
                  <a:pt x="3988" y="6431"/>
                </a:cubicBezTo>
                <a:cubicBezTo>
                  <a:pt x="3929" y="6461"/>
                  <a:pt x="3618" y="6474"/>
                  <a:pt x="3175" y="6462"/>
                </a:cubicBezTo>
                <a:cubicBezTo>
                  <a:pt x="2506" y="6444"/>
                  <a:pt x="2455" y="6447"/>
                  <a:pt x="2455" y="6530"/>
                </a:cubicBezTo>
                <a:cubicBezTo>
                  <a:pt x="2455" y="6587"/>
                  <a:pt x="2508" y="6618"/>
                  <a:pt x="2601" y="6618"/>
                </a:cubicBezTo>
                <a:cubicBezTo>
                  <a:pt x="2838" y="6618"/>
                  <a:pt x="2858" y="6711"/>
                  <a:pt x="2651" y="6845"/>
                </a:cubicBezTo>
                <a:cubicBezTo>
                  <a:pt x="2333" y="7050"/>
                  <a:pt x="2387" y="7120"/>
                  <a:pt x="2883" y="7139"/>
                </a:cubicBezTo>
                <a:cubicBezTo>
                  <a:pt x="3118" y="7149"/>
                  <a:pt x="3541" y="7159"/>
                  <a:pt x="3819" y="7164"/>
                </a:cubicBezTo>
                <a:lnTo>
                  <a:pt x="4323" y="7172"/>
                </a:lnTo>
                <a:lnTo>
                  <a:pt x="4300" y="6999"/>
                </a:lnTo>
                <a:cubicBezTo>
                  <a:pt x="4281" y="6852"/>
                  <a:pt x="4303" y="6826"/>
                  <a:pt x="4429" y="6826"/>
                </a:cubicBezTo>
                <a:cubicBezTo>
                  <a:pt x="4547" y="6826"/>
                  <a:pt x="4583" y="6862"/>
                  <a:pt x="4602" y="6999"/>
                </a:cubicBezTo>
                <a:lnTo>
                  <a:pt x="4625" y="7172"/>
                </a:lnTo>
                <a:lnTo>
                  <a:pt x="5066" y="7172"/>
                </a:lnTo>
                <a:lnTo>
                  <a:pt x="5507" y="7172"/>
                </a:lnTo>
                <a:lnTo>
                  <a:pt x="5507" y="6781"/>
                </a:lnTo>
                <a:cubicBezTo>
                  <a:pt x="5507" y="6334"/>
                  <a:pt x="5614" y="6381"/>
                  <a:pt x="4628" y="6381"/>
                </a:cubicBezTo>
                <a:close/>
                <a:moveTo>
                  <a:pt x="6904" y="6392"/>
                </a:moveTo>
                <a:cubicBezTo>
                  <a:pt x="6871" y="6398"/>
                  <a:pt x="6834" y="6415"/>
                  <a:pt x="6794" y="6439"/>
                </a:cubicBezTo>
                <a:cubicBezTo>
                  <a:pt x="6736" y="6476"/>
                  <a:pt x="6669" y="6474"/>
                  <a:pt x="6552" y="6435"/>
                </a:cubicBezTo>
                <a:cubicBezTo>
                  <a:pt x="6464" y="6405"/>
                  <a:pt x="6297" y="6394"/>
                  <a:pt x="6181" y="6410"/>
                </a:cubicBezTo>
                <a:cubicBezTo>
                  <a:pt x="5925" y="6445"/>
                  <a:pt x="5857" y="6593"/>
                  <a:pt x="6002" y="6806"/>
                </a:cubicBezTo>
                <a:cubicBezTo>
                  <a:pt x="6057" y="6887"/>
                  <a:pt x="6101" y="7003"/>
                  <a:pt x="6101" y="7063"/>
                </a:cubicBezTo>
                <a:cubicBezTo>
                  <a:pt x="6101" y="7169"/>
                  <a:pt x="6124" y="7172"/>
                  <a:pt x="6629" y="7172"/>
                </a:cubicBezTo>
                <a:lnTo>
                  <a:pt x="7156" y="7172"/>
                </a:lnTo>
                <a:lnTo>
                  <a:pt x="7133" y="7047"/>
                </a:lnTo>
                <a:cubicBezTo>
                  <a:pt x="7116" y="6958"/>
                  <a:pt x="7141" y="6919"/>
                  <a:pt x="7219" y="6919"/>
                </a:cubicBezTo>
                <a:cubicBezTo>
                  <a:pt x="7286" y="6919"/>
                  <a:pt x="7341" y="6971"/>
                  <a:pt x="7355" y="7047"/>
                </a:cubicBezTo>
                <a:cubicBezTo>
                  <a:pt x="7378" y="7170"/>
                  <a:pt x="7391" y="7172"/>
                  <a:pt x="7849" y="7172"/>
                </a:cubicBezTo>
                <a:cubicBezTo>
                  <a:pt x="8199" y="7172"/>
                  <a:pt x="8332" y="7156"/>
                  <a:pt x="8364" y="7104"/>
                </a:cubicBezTo>
                <a:cubicBezTo>
                  <a:pt x="8394" y="7055"/>
                  <a:pt x="8515" y="7034"/>
                  <a:pt x="8782" y="7034"/>
                </a:cubicBezTo>
                <a:cubicBezTo>
                  <a:pt x="9048" y="7034"/>
                  <a:pt x="9173" y="7055"/>
                  <a:pt x="9203" y="7104"/>
                </a:cubicBezTo>
                <a:cubicBezTo>
                  <a:pt x="9281" y="7230"/>
                  <a:pt x="9452" y="7182"/>
                  <a:pt x="9452" y="7034"/>
                </a:cubicBezTo>
                <a:cubicBezTo>
                  <a:pt x="9452" y="6958"/>
                  <a:pt x="9491" y="6853"/>
                  <a:pt x="9541" y="6804"/>
                </a:cubicBezTo>
                <a:cubicBezTo>
                  <a:pt x="9613" y="6732"/>
                  <a:pt x="9613" y="6702"/>
                  <a:pt x="9541" y="6657"/>
                </a:cubicBezTo>
                <a:cubicBezTo>
                  <a:pt x="9491" y="6626"/>
                  <a:pt x="9452" y="6550"/>
                  <a:pt x="9452" y="6488"/>
                </a:cubicBezTo>
                <a:cubicBezTo>
                  <a:pt x="9452" y="6389"/>
                  <a:pt x="9428" y="6380"/>
                  <a:pt x="9246" y="6410"/>
                </a:cubicBezTo>
                <a:cubicBezTo>
                  <a:pt x="8976" y="6455"/>
                  <a:pt x="8585" y="6456"/>
                  <a:pt x="8248" y="6412"/>
                </a:cubicBezTo>
                <a:cubicBezTo>
                  <a:pt x="7991" y="6379"/>
                  <a:pt x="7972" y="6384"/>
                  <a:pt x="7949" y="6499"/>
                </a:cubicBezTo>
                <a:cubicBezTo>
                  <a:pt x="7916" y="6664"/>
                  <a:pt x="7783" y="6672"/>
                  <a:pt x="7753" y="6511"/>
                </a:cubicBezTo>
                <a:cubicBezTo>
                  <a:pt x="7727" y="6371"/>
                  <a:pt x="7540" y="6353"/>
                  <a:pt x="7445" y="6480"/>
                </a:cubicBezTo>
                <a:cubicBezTo>
                  <a:pt x="7299" y="6674"/>
                  <a:pt x="7251" y="6718"/>
                  <a:pt x="7183" y="6725"/>
                </a:cubicBezTo>
                <a:cubicBezTo>
                  <a:pt x="7142" y="6730"/>
                  <a:pt x="7096" y="6656"/>
                  <a:pt x="7083" y="6561"/>
                </a:cubicBezTo>
                <a:cubicBezTo>
                  <a:pt x="7066" y="6430"/>
                  <a:pt x="7002" y="6372"/>
                  <a:pt x="6904" y="6392"/>
                </a:cubicBezTo>
                <a:close/>
                <a:moveTo>
                  <a:pt x="1775" y="6398"/>
                </a:moveTo>
                <a:cubicBezTo>
                  <a:pt x="1696" y="6388"/>
                  <a:pt x="1544" y="6395"/>
                  <a:pt x="1247" y="6408"/>
                </a:cubicBezTo>
                <a:cubicBezTo>
                  <a:pt x="910" y="6423"/>
                  <a:pt x="525" y="6437"/>
                  <a:pt x="392" y="6441"/>
                </a:cubicBezTo>
                <a:cubicBezTo>
                  <a:pt x="215" y="6447"/>
                  <a:pt x="149" y="6472"/>
                  <a:pt x="149" y="6532"/>
                </a:cubicBezTo>
                <a:cubicBezTo>
                  <a:pt x="149" y="6577"/>
                  <a:pt x="180" y="6626"/>
                  <a:pt x="219" y="6641"/>
                </a:cubicBezTo>
                <a:cubicBezTo>
                  <a:pt x="258" y="6656"/>
                  <a:pt x="273" y="6695"/>
                  <a:pt x="252" y="6729"/>
                </a:cubicBezTo>
                <a:cubicBezTo>
                  <a:pt x="230" y="6766"/>
                  <a:pt x="280" y="6803"/>
                  <a:pt x="375" y="6818"/>
                </a:cubicBezTo>
                <a:cubicBezTo>
                  <a:pt x="597" y="6854"/>
                  <a:pt x="486" y="6942"/>
                  <a:pt x="219" y="6942"/>
                </a:cubicBezTo>
                <a:cubicBezTo>
                  <a:pt x="-15" y="6942"/>
                  <a:pt x="-55" y="6982"/>
                  <a:pt x="90" y="7071"/>
                </a:cubicBezTo>
                <a:cubicBezTo>
                  <a:pt x="214" y="7148"/>
                  <a:pt x="491" y="7141"/>
                  <a:pt x="703" y="7055"/>
                </a:cubicBezTo>
                <a:cubicBezTo>
                  <a:pt x="870" y="6987"/>
                  <a:pt x="886" y="6988"/>
                  <a:pt x="965" y="7080"/>
                </a:cubicBezTo>
                <a:cubicBezTo>
                  <a:pt x="1038" y="7163"/>
                  <a:pt x="1107" y="7176"/>
                  <a:pt x="1437" y="7164"/>
                </a:cubicBezTo>
                <a:lnTo>
                  <a:pt x="1825" y="7150"/>
                </a:lnTo>
                <a:lnTo>
                  <a:pt x="1861" y="6923"/>
                </a:lnTo>
                <a:cubicBezTo>
                  <a:pt x="1889" y="6753"/>
                  <a:pt x="1935" y="6689"/>
                  <a:pt x="2044" y="6666"/>
                </a:cubicBezTo>
                <a:cubicBezTo>
                  <a:pt x="2181" y="6636"/>
                  <a:pt x="2179" y="6633"/>
                  <a:pt x="2024" y="6608"/>
                </a:cubicBezTo>
                <a:cubicBezTo>
                  <a:pt x="1919" y="6591"/>
                  <a:pt x="1861" y="6545"/>
                  <a:pt x="1861" y="6480"/>
                </a:cubicBezTo>
                <a:cubicBezTo>
                  <a:pt x="1861" y="6432"/>
                  <a:pt x="1854" y="6407"/>
                  <a:pt x="1775" y="6398"/>
                </a:cubicBezTo>
                <a:close/>
                <a:moveTo>
                  <a:pt x="11004" y="6402"/>
                </a:moveTo>
                <a:cubicBezTo>
                  <a:pt x="10964" y="6400"/>
                  <a:pt x="10921" y="6403"/>
                  <a:pt x="10885" y="6412"/>
                </a:cubicBezTo>
                <a:cubicBezTo>
                  <a:pt x="10813" y="6432"/>
                  <a:pt x="10585" y="6449"/>
                  <a:pt x="10381" y="6451"/>
                </a:cubicBezTo>
                <a:lnTo>
                  <a:pt x="10009" y="6458"/>
                </a:lnTo>
                <a:lnTo>
                  <a:pt x="10009" y="6734"/>
                </a:lnTo>
                <a:lnTo>
                  <a:pt x="10009" y="7012"/>
                </a:lnTo>
                <a:lnTo>
                  <a:pt x="10404" y="7026"/>
                </a:lnTo>
                <a:cubicBezTo>
                  <a:pt x="10676" y="7036"/>
                  <a:pt x="10812" y="7061"/>
                  <a:pt x="10842" y="7110"/>
                </a:cubicBezTo>
                <a:cubicBezTo>
                  <a:pt x="10874" y="7162"/>
                  <a:pt x="10950" y="7174"/>
                  <a:pt x="11111" y="7154"/>
                </a:cubicBezTo>
                <a:cubicBezTo>
                  <a:pt x="11233" y="7139"/>
                  <a:pt x="11578" y="7127"/>
                  <a:pt x="11880" y="7127"/>
                </a:cubicBezTo>
                <a:cubicBezTo>
                  <a:pt x="12374" y="7127"/>
                  <a:pt x="12428" y="7117"/>
                  <a:pt x="12428" y="7036"/>
                </a:cubicBezTo>
                <a:cubicBezTo>
                  <a:pt x="12428" y="6987"/>
                  <a:pt x="12396" y="6935"/>
                  <a:pt x="12355" y="6919"/>
                </a:cubicBezTo>
                <a:cubicBezTo>
                  <a:pt x="12314" y="6903"/>
                  <a:pt x="12278" y="6793"/>
                  <a:pt x="12278" y="6674"/>
                </a:cubicBezTo>
                <a:lnTo>
                  <a:pt x="12278" y="6458"/>
                </a:lnTo>
                <a:lnTo>
                  <a:pt x="11741" y="6464"/>
                </a:lnTo>
                <a:cubicBezTo>
                  <a:pt x="11444" y="6467"/>
                  <a:pt x="11158" y="6450"/>
                  <a:pt x="11107" y="6425"/>
                </a:cubicBezTo>
                <a:cubicBezTo>
                  <a:pt x="11082" y="6412"/>
                  <a:pt x="11045" y="6404"/>
                  <a:pt x="11004" y="6402"/>
                </a:cubicBezTo>
                <a:close/>
                <a:moveTo>
                  <a:pt x="16243" y="6455"/>
                </a:moveTo>
                <a:cubicBezTo>
                  <a:pt x="15913" y="6454"/>
                  <a:pt x="15600" y="6476"/>
                  <a:pt x="15573" y="6519"/>
                </a:cubicBezTo>
                <a:cubicBezTo>
                  <a:pt x="15551" y="6555"/>
                  <a:pt x="15586" y="6604"/>
                  <a:pt x="15652" y="6626"/>
                </a:cubicBezTo>
                <a:cubicBezTo>
                  <a:pt x="15718" y="6649"/>
                  <a:pt x="15754" y="6696"/>
                  <a:pt x="15732" y="6732"/>
                </a:cubicBezTo>
                <a:cubicBezTo>
                  <a:pt x="15706" y="6773"/>
                  <a:pt x="15753" y="6802"/>
                  <a:pt x="15865" y="6812"/>
                </a:cubicBezTo>
                <a:cubicBezTo>
                  <a:pt x="16121" y="6834"/>
                  <a:pt x="16074" y="6917"/>
                  <a:pt x="15795" y="6933"/>
                </a:cubicBezTo>
                <a:cubicBezTo>
                  <a:pt x="15572" y="6947"/>
                  <a:pt x="15483" y="7022"/>
                  <a:pt x="15603" y="7096"/>
                </a:cubicBezTo>
                <a:cubicBezTo>
                  <a:pt x="15685" y="7147"/>
                  <a:pt x="16038" y="7131"/>
                  <a:pt x="16133" y="7071"/>
                </a:cubicBezTo>
                <a:cubicBezTo>
                  <a:pt x="16203" y="7028"/>
                  <a:pt x="16243" y="7028"/>
                  <a:pt x="16313" y="7071"/>
                </a:cubicBezTo>
                <a:cubicBezTo>
                  <a:pt x="16452" y="7158"/>
                  <a:pt x="16757" y="7136"/>
                  <a:pt x="16946" y="7026"/>
                </a:cubicBezTo>
                <a:cubicBezTo>
                  <a:pt x="17151" y="6906"/>
                  <a:pt x="17184" y="6617"/>
                  <a:pt x="17003" y="6523"/>
                </a:cubicBezTo>
                <a:cubicBezTo>
                  <a:pt x="16918" y="6480"/>
                  <a:pt x="16573" y="6457"/>
                  <a:pt x="16243" y="6455"/>
                </a:cubicBezTo>
                <a:close/>
                <a:moveTo>
                  <a:pt x="2704" y="7959"/>
                </a:moveTo>
                <a:cubicBezTo>
                  <a:pt x="2649" y="7971"/>
                  <a:pt x="2601" y="8023"/>
                  <a:pt x="2594" y="8107"/>
                </a:cubicBezTo>
                <a:cubicBezTo>
                  <a:pt x="2577" y="8341"/>
                  <a:pt x="2570" y="8366"/>
                  <a:pt x="2511" y="8402"/>
                </a:cubicBezTo>
                <a:cubicBezTo>
                  <a:pt x="2387" y="8479"/>
                  <a:pt x="2470" y="8553"/>
                  <a:pt x="2697" y="8567"/>
                </a:cubicBezTo>
                <a:cubicBezTo>
                  <a:pt x="2883" y="8578"/>
                  <a:pt x="2944" y="8607"/>
                  <a:pt x="2963" y="8686"/>
                </a:cubicBezTo>
                <a:cubicBezTo>
                  <a:pt x="2993" y="8820"/>
                  <a:pt x="3184" y="8822"/>
                  <a:pt x="3215" y="8688"/>
                </a:cubicBezTo>
                <a:cubicBezTo>
                  <a:pt x="3244" y="8564"/>
                  <a:pt x="3712" y="8478"/>
                  <a:pt x="3766" y="8587"/>
                </a:cubicBezTo>
                <a:cubicBezTo>
                  <a:pt x="3874" y="8807"/>
                  <a:pt x="3854" y="8799"/>
                  <a:pt x="4300" y="8769"/>
                </a:cubicBezTo>
                <a:cubicBezTo>
                  <a:pt x="4535" y="8752"/>
                  <a:pt x="5036" y="8728"/>
                  <a:pt x="5414" y="8715"/>
                </a:cubicBezTo>
                <a:cubicBezTo>
                  <a:pt x="5951" y="8696"/>
                  <a:pt x="6101" y="8677"/>
                  <a:pt x="6101" y="8624"/>
                </a:cubicBezTo>
                <a:cubicBezTo>
                  <a:pt x="6101" y="8555"/>
                  <a:pt x="6392" y="8460"/>
                  <a:pt x="6493" y="8497"/>
                </a:cubicBezTo>
                <a:cubicBezTo>
                  <a:pt x="6523" y="8508"/>
                  <a:pt x="6549" y="8579"/>
                  <a:pt x="6549" y="8653"/>
                </a:cubicBezTo>
                <a:cubicBezTo>
                  <a:pt x="6549" y="8846"/>
                  <a:pt x="6757" y="8835"/>
                  <a:pt x="6788" y="8641"/>
                </a:cubicBezTo>
                <a:cubicBezTo>
                  <a:pt x="6810" y="8497"/>
                  <a:pt x="6823" y="8491"/>
                  <a:pt x="7146" y="8491"/>
                </a:cubicBezTo>
                <a:cubicBezTo>
                  <a:pt x="7469" y="8491"/>
                  <a:pt x="7482" y="8497"/>
                  <a:pt x="7504" y="8641"/>
                </a:cubicBezTo>
                <a:lnTo>
                  <a:pt x="7528" y="8789"/>
                </a:lnTo>
                <a:lnTo>
                  <a:pt x="7969" y="8789"/>
                </a:lnTo>
                <a:lnTo>
                  <a:pt x="8410" y="8789"/>
                </a:lnTo>
                <a:lnTo>
                  <a:pt x="8410" y="8373"/>
                </a:lnTo>
                <a:cubicBezTo>
                  <a:pt x="8410" y="8042"/>
                  <a:pt x="8389" y="7959"/>
                  <a:pt x="8304" y="7959"/>
                </a:cubicBezTo>
                <a:cubicBezTo>
                  <a:pt x="8245" y="7959"/>
                  <a:pt x="8172" y="7981"/>
                  <a:pt x="8145" y="8009"/>
                </a:cubicBezTo>
                <a:cubicBezTo>
                  <a:pt x="8109" y="8045"/>
                  <a:pt x="8074" y="8045"/>
                  <a:pt x="8015" y="8009"/>
                </a:cubicBezTo>
                <a:cubicBezTo>
                  <a:pt x="7901" y="7938"/>
                  <a:pt x="7572" y="7947"/>
                  <a:pt x="7402" y="8025"/>
                </a:cubicBezTo>
                <a:cubicBezTo>
                  <a:pt x="7259" y="8091"/>
                  <a:pt x="7258" y="8093"/>
                  <a:pt x="7405" y="8161"/>
                </a:cubicBezTo>
                <a:cubicBezTo>
                  <a:pt x="7522" y="8215"/>
                  <a:pt x="7535" y="8242"/>
                  <a:pt x="7465" y="8287"/>
                </a:cubicBezTo>
                <a:cubicBezTo>
                  <a:pt x="7394" y="8331"/>
                  <a:pt x="7310" y="8316"/>
                  <a:pt x="7073" y="8219"/>
                </a:cubicBezTo>
                <a:cubicBezTo>
                  <a:pt x="6908" y="8151"/>
                  <a:pt x="6771" y="8065"/>
                  <a:pt x="6771" y="8027"/>
                </a:cubicBezTo>
                <a:cubicBezTo>
                  <a:pt x="6771" y="7989"/>
                  <a:pt x="6723" y="7959"/>
                  <a:pt x="6662" y="7959"/>
                </a:cubicBezTo>
                <a:cubicBezTo>
                  <a:pt x="6600" y="7959"/>
                  <a:pt x="6549" y="7989"/>
                  <a:pt x="6549" y="8025"/>
                </a:cubicBezTo>
                <a:cubicBezTo>
                  <a:pt x="6549" y="8119"/>
                  <a:pt x="6173" y="8271"/>
                  <a:pt x="5962" y="8264"/>
                </a:cubicBezTo>
                <a:cubicBezTo>
                  <a:pt x="5789" y="8258"/>
                  <a:pt x="5709" y="8206"/>
                  <a:pt x="5627" y="8039"/>
                </a:cubicBezTo>
                <a:cubicBezTo>
                  <a:pt x="5565" y="7915"/>
                  <a:pt x="5464" y="7943"/>
                  <a:pt x="5328" y="8120"/>
                </a:cubicBezTo>
                <a:cubicBezTo>
                  <a:pt x="5252" y="8219"/>
                  <a:pt x="5131" y="8291"/>
                  <a:pt x="5016" y="8309"/>
                </a:cubicBezTo>
                <a:cubicBezTo>
                  <a:pt x="4757" y="8350"/>
                  <a:pt x="4718" y="8321"/>
                  <a:pt x="4698" y="8074"/>
                </a:cubicBezTo>
                <a:cubicBezTo>
                  <a:pt x="4689" y="7965"/>
                  <a:pt x="4667" y="7959"/>
                  <a:pt x="4243" y="7959"/>
                </a:cubicBezTo>
                <a:lnTo>
                  <a:pt x="3795" y="7959"/>
                </a:lnTo>
                <a:lnTo>
                  <a:pt x="3795" y="8114"/>
                </a:lnTo>
                <a:cubicBezTo>
                  <a:pt x="3795" y="8265"/>
                  <a:pt x="3645" y="8403"/>
                  <a:pt x="3547" y="8342"/>
                </a:cubicBezTo>
                <a:cubicBezTo>
                  <a:pt x="3520" y="8326"/>
                  <a:pt x="3497" y="8234"/>
                  <a:pt x="3497" y="8136"/>
                </a:cubicBezTo>
                <a:cubicBezTo>
                  <a:pt x="3497" y="7944"/>
                  <a:pt x="3325" y="7882"/>
                  <a:pt x="3255" y="8050"/>
                </a:cubicBezTo>
                <a:cubicBezTo>
                  <a:pt x="3231" y="8107"/>
                  <a:pt x="3152" y="8142"/>
                  <a:pt x="3052" y="8142"/>
                </a:cubicBezTo>
                <a:cubicBezTo>
                  <a:pt x="2952" y="8142"/>
                  <a:pt x="2874" y="8107"/>
                  <a:pt x="2850" y="8050"/>
                </a:cubicBezTo>
                <a:cubicBezTo>
                  <a:pt x="2818" y="7974"/>
                  <a:pt x="2758" y="7947"/>
                  <a:pt x="2704" y="7959"/>
                </a:cubicBezTo>
                <a:close/>
                <a:moveTo>
                  <a:pt x="11131" y="7959"/>
                </a:moveTo>
                <a:cubicBezTo>
                  <a:pt x="11072" y="7959"/>
                  <a:pt x="11002" y="7981"/>
                  <a:pt x="10975" y="8009"/>
                </a:cubicBezTo>
                <a:cubicBezTo>
                  <a:pt x="10948" y="8036"/>
                  <a:pt x="10735" y="8054"/>
                  <a:pt x="10504" y="8050"/>
                </a:cubicBezTo>
                <a:cubicBezTo>
                  <a:pt x="9520" y="8034"/>
                  <a:pt x="8931" y="8052"/>
                  <a:pt x="8931" y="8099"/>
                </a:cubicBezTo>
                <a:cubicBezTo>
                  <a:pt x="8931" y="8126"/>
                  <a:pt x="8966" y="8136"/>
                  <a:pt x="9007" y="8120"/>
                </a:cubicBezTo>
                <a:cubicBezTo>
                  <a:pt x="9143" y="8068"/>
                  <a:pt x="9184" y="8244"/>
                  <a:pt x="9050" y="8305"/>
                </a:cubicBezTo>
                <a:cubicBezTo>
                  <a:pt x="8981" y="8337"/>
                  <a:pt x="8916" y="8439"/>
                  <a:pt x="8904" y="8534"/>
                </a:cubicBezTo>
                <a:lnTo>
                  <a:pt x="8881" y="8705"/>
                </a:lnTo>
                <a:lnTo>
                  <a:pt x="9558" y="8690"/>
                </a:lnTo>
                <a:cubicBezTo>
                  <a:pt x="10124" y="8677"/>
                  <a:pt x="10273" y="8656"/>
                  <a:pt x="10480" y="8565"/>
                </a:cubicBezTo>
                <a:cubicBezTo>
                  <a:pt x="10616" y="8505"/>
                  <a:pt x="10757" y="8404"/>
                  <a:pt x="10795" y="8342"/>
                </a:cubicBezTo>
                <a:cubicBezTo>
                  <a:pt x="10904" y="8165"/>
                  <a:pt x="11014" y="8263"/>
                  <a:pt x="11014" y="8538"/>
                </a:cubicBezTo>
                <a:cubicBezTo>
                  <a:pt x="11014" y="8731"/>
                  <a:pt x="11042" y="8789"/>
                  <a:pt x="11127" y="8789"/>
                </a:cubicBezTo>
                <a:cubicBezTo>
                  <a:pt x="11218" y="8789"/>
                  <a:pt x="11237" y="8712"/>
                  <a:pt x="11237" y="8373"/>
                </a:cubicBezTo>
                <a:cubicBezTo>
                  <a:pt x="11237" y="8042"/>
                  <a:pt x="11216" y="7959"/>
                  <a:pt x="11131" y="7959"/>
                </a:cubicBezTo>
                <a:close/>
                <a:moveTo>
                  <a:pt x="1546" y="7963"/>
                </a:moveTo>
                <a:cubicBezTo>
                  <a:pt x="867" y="7961"/>
                  <a:pt x="562" y="8032"/>
                  <a:pt x="259" y="8262"/>
                </a:cubicBezTo>
                <a:cubicBezTo>
                  <a:pt x="-59" y="8503"/>
                  <a:pt x="-65" y="8559"/>
                  <a:pt x="226" y="8559"/>
                </a:cubicBezTo>
                <a:cubicBezTo>
                  <a:pt x="358" y="8559"/>
                  <a:pt x="469" y="8588"/>
                  <a:pt x="494" y="8629"/>
                </a:cubicBezTo>
                <a:cubicBezTo>
                  <a:pt x="550" y="8719"/>
                  <a:pt x="670" y="8715"/>
                  <a:pt x="780" y="8622"/>
                </a:cubicBezTo>
                <a:cubicBezTo>
                  <a:pt x="857" y="8556"/>
                  <a:pt x="879" y="8563"/>
                  <a:pt x="992" y="8670"/>
                </a:cubicBezTo>
                <a:cubicBezTo>
                  <a:pt x="1100" y="8772"/>
                  <a:pt x="1172" y="8789"/>
                  <a:pt x="1480" y="8789"/>
                </a:cubicBezTo>
                <a:cubicBezTo>
                  <a:pt x="1911" y="8789"/>
                  <a:pt x="2093" y="8699"/>
                  <a:pt x="1947" y="8554"/>
                </a:cubicBezTo>
                <a:cubicBezTo>
                  <a:pt x="1850" y="8457"/>
                  <a:pt x="1927" y="8311"/>
                  <a:pt x="2100" y="8266"/>
                </a:cubicBezTo>
                <a:cubicBezTo>
                  <a:pt x="2168" y="8248"/>
                  <a:pt x="2159" y="8225"/>
                  <a:pt x="2064" y="8188"/>
                </a:cubicBezTo>
                <a:cubicBezTo>
                  <a:pt x="1979" y="8155"/>
                  <a:pt x="1943" y="8106"/>
                  <a:pt x="1971" y="8052"/>
                </a:cubicBezTo>
                <a:cubicBezTo>
                  <a:pt x="2010" y="7975"/>
                  <a:pt x="1967" y="7965"/>
                  <a:pt x="1546" y="7963"/>
                </a:cubicBezTo>
                <a:close/>
                <a:moveTo>
                  <a:pt x="12481" y="8050"/>
                </a:moveTo>
                <a:cubicBezTo>
                  <a:pt x="12100" y="8050"/>
                  <a:pt x="11829" y="8071"/>
                  <a:pt x="11774" y="8105"/>
                </a:cubicBezTo>
                <a:cubicBezTo>
                  <a:pt x="11654" y="8180"/>
                  <a:pt x="11656" y="8637"/>
                  <a:pt x="11777" y="8666"/>
                </a:cubicBezTo>
                <a:cubicBezTo>
                  <a:pt x="11829" y="8678"/>
                  <a:pt x="12132" y="8689"/>
                  <a:pt x="12451" y="8690"/>
                </a:cubicBezTo>
                <a:cubicBezTo>
                  <a:pt x="13008" y="8693"/>
                  <a:pt x="13034" y="8688"/>
                  <a:pt x="13105" y="8573"/>
                </a:cubicBezTo>
                <a:cubicBezTo>
                  <a:pt x="13159" y="8483"/>
                  <a:pt x="13149" y="8426"/>
                  <a:pt x="13065" y="8346"/>
                </a:cubicBezTo>
                <a:cubicBezTo>
                  <a:pt x="12995" y="8280"/>
                  <a:pt x="12979" y="8230"/>
                  <a:pt x="13025" y="8212"/>
                </a:cubicBezTo>
                <a:cubicBezTo>
                  <a:pt x="13065" y="8197"/>
                  <a:pt x="13098" y="8154"/>
                  <a:pt x="13098" y="8118"/>
                </a:cubicBezTo>
                <a:cubicBezTo>
                  <a:pt x="13098" y="8065"/>
                  <a:pt x="12969" y="8050"/>
                  <a:pt x="12481" y="8050"/>
                </a:cubicBezTo>
                <a:close/>
                <a:moveTo>
                  <a:pt x="4625" y="9553"/>
                </a:moveTo>
                <a:cubicBezTo>
                  <a:pt x="4594" y="9549"/>
                  <a:pt x="4541" y="9566"/>
                  <a:pt x="4439" y="9599"/>
                </a:cubicBezTo>
                <a:cubicBezTo>
                  <a:pt x="4199" y="9677"/>
                  <a:pt x="3531" y="9692"/>
                  <a:pt x="3460" y="9621"/>
                </a:cubicBezTo>
                <a:cubicBezTo>
                  <a:pt x="3435" y="9596"/>
                  <a:pt x="3204" y="9576"/>
                  <a:pt x="2946" y="9576"/>
                </a:cubicBezTo>
                <a:lnTo>
                  <a:pt x="2478" y="9576"/>
                </a:lnTo>
                <a:lnTo>
                  <a:pt x="2432" y="9803"/>
                </a:lnTo>
                <a:cubicBezTo>
                  <a:pt x="2408" y="9928"/>
                  <a:pt x="2408" y="10106"/>
                  <a:pt x="2432" y="10196"/>
                </a:cubicBezTo>
                <a:lnTo>
                  <a:pt x="2475" y="10361"/>
                </a:lnTo>
                <a:lnTo>
                  <a:pt x="2979" y="10361"/>
                </a:lnTo>
                <a:cubicBezTo>
                  <a:pt x="3282" y="10361"/>
                  <a:pt x="3497" y="10340"/>
                  <a:pt x="3513" y="10309"/>
                </a:cubicBezTo>
                <a:cubicBezTo>
                  <a:pt x="3528" y="10281"/>
                  <a:pt x="3665" y="10232"/>
                  <a:pt x="3815" y="10200"/>
                </a:cubicBezTo>
                <a:cubicBezTo>
                  <a:pt x="4042" y="10152"/>
                  <a:pt x="4114" y="10153"/>
                  <a:pt x="4237" y="10206"/>
                </a:cubicBezTo>
                <a:cubicBezTo>
                  <a:pt x="4318" y="10242"/>
                  <a:pt x="4369" y="10297"/>
                  <a:pt x="4349" y="10328"/>
                </a:cubicBezTo>
                <a:cubicBezTo>
                  <a:pt x="4328" y="10363"/>
                  <a:pt x="4385" y="10383"/>
                  <a:pt x="4502" y="10383"/>
                </a:cubicBezTo>
                <a:cubicBezTo>
                  <a:pt x="4666" y="10383"/>
                  <a:pt x="4688" y="10363"/>
                  <a:pt x="4688" y="10219"/>
                </a:cubicBezTo>
                <a:cubicBezTo>
                  <a:pt x="4688" y="10128"/>
                  <a:pt x="4729" y="10030"/>
                  <a:pt x="4777" y="10000"/>
                </a:cubicBezTo>
                <a:cubicBezTo>
                  <a:pt x="4844" y="9959"/>
                  <a:pt x="4845" y="9921"/>
                  <a:pt x="4781" y="9842"/>
                </a:cubicBezTo>
                <a:cubicBezTo>
                  <a:pt x="4734" y="9784"/>
                  <a:pt x="4686" y="9691"/>
                  <a:pt x="4675" y="9634"/>
                </a:cubicBezTo>
                <a:cubicBezTo>
                  <a:pt x="4664" y="9584"/>
                  <a:pt x="4655" y="9558"/>
                  <a:pt x="4625" y="9553"/>
                </a:cubicBezTo>
                <a:close/>
                <a:moveTo>
                  <a:pt x="8616" y="9570"/>
                </a:moveTo>
                <a:cubicBezTo>
                  <a:pt x="8304" y="9560"/>
                  <a:pt x="8155" y="9584"/>
                  <a:pt x="8058" y="9660"/>
                </a:cubicBezTo>
                <a:cubicBezTo>
                  <a:pt x="7970" y="9731"/>
                  <a:pt x="7957" y="9731"/>
                  <a:pt x="7863" y="9656"/>
                </a:cubicBezTo>
                <a:cubicBezTo>
                  <a:pt x="7748" y="9565"/>
                  <a:pt x="7258" y="9545"/>
                  <a:pt x="7176" y="9628"/>
                </a:cubicBezTo>
                <a:cubicBezTo>
                  <a:pt x="7140" y="9664"/>
                  <a:pt x="6852" y="9667"/>
                  <a:pt x="6204" y="9644"/>
                </a:cubicBezTo>
                <a:cubicBezTo>
                  <a:pt x="5581" y="9622"/>
                  <a:pt x="5285" y="9628"/>
                  <a:pt x="5285" y="9660"/>
                </a:cubicBezTo>
                <a:cubicBezTo>
                  <a:pt x="5285" y="9687"/>
                  <a:pt x="5317" y="9721"/>
                  <a:pt x="5358" y="9737"/>
                </a:cubicBezTo>
                <a:cubicBezTo>
                  <a:pt x="5407" y="9756"/>
                  <a:pt x="5407" y="9797"/>
                  <a:pt x="5355" y="9858"/>
                </a:cubicBezTo>
                <a:cubicBezTo>
                  <a:pt x="5297" y="9925"/>
                  <a:pt x="5299" y="9968"/>
                  <a:pt x="5361" y="10015"/>
                </a:cubicBezTo>
                <a:cubicBezTo>
                  <a:pt x="5461" y="10090"/>
                  <a:pt x="5397" y="10175"/>
                  <a:pt x="5242" y="10175"/>
                </a:cubicBezTo>
                <a:cubicBezTo>
                  <a:pt x="5183" y="10175"/>
                  <a:pt x="5136" y="10207"/>
                  <a:pt x="5136" y="10245"/>
                </a:cubicBezTo>
                <a:cubicBezTo>
                  <a:pt x="5136" y="10301"/>
                  <a:pt x="5252" y="10313"/>
                  <a:pt x="5733" y="10313"/>
                </a:cubicBezTo>
                <a:cubicBezTo>
                  <a:pt x="6347" y="10313"/>
                  <a:pt x="6512" y="10281"/>
                  <a:pt x="6861" y="10089"/>
                </a:cubicBezTo>
                <a:cubicBezTo>
                  <a:pt x="7093" y="9961"/>
                  <a:pt x="7219" y="9992"/>
                  <a:pt x="7219" y="10171"/>
                </a:cubicBezTo>
                <a:cubicBezTo>
                  <a:pt x="7219" y="10242"/>
                  <a:pt x="7242" y="10313"/>
                  <a:pt x="7269" y="10330"/>
                </a:cubicBezTo>
                <a:cubicBezTo>
                  <a:pt x="7397" y="10409"/>
                  <a:pt x="7510" y="10348"/>
                  <a:pt x="7531" y="10188"/>
                </a:cubicBezTo>
                <a:cubicBezTo>
                  <a:pt x="7544" y="10093"/>
                  <a:pt x="7586" y="10015"/>
                  <a:pt x="7627" y="10015"/>
                </a:cubicBezTo>
                <a:cubicBezTo>
                  <a:pt x="7668" y="10015"/>
                  <a:pt x="7714" y="10093"/>
                  <a:pt x="7727" y="10188"/>
                </a:cubicBezTo>
                <a:lnTo>
                  <a:pt x="7750" y="10361"/>
                </a:lnTo>
                <a:lnTo>
                  <a:pt x="8221" y="10361"/>
                </a:lnTo>
                <a:cubicBezTo>
                  <a:pt x="8775" y="10361"/>
                  <a:pt x="8782" y="10355"/>
                  <a:pt x="8782" y="9895"/>
                </a:cubicBezTo>
                <a:cubicBezTo>
                  <a:pt x="8782" y="9596"/>
                  <a:pt x="8773" y="9575"/>
                  <a:pt x="8616" y="9570"/>
                </a:cubicBezTo>
                <a:close/>
                <a:moveTo>
                  <a:pt x="1344" y="9576"/>
                </a:moveTo>
                <a:cubicBezTo>
                  <a:pt x="1060" y="9576"/>
                  <a:pt x="808" y="9596"/>
                  <a:pt x="783" y="9621"/>
                </a:cubicBezTo>
                <a:cubicBezTo>
                  <a:pt x="758" y="9647"/>
                  <a:pt x="603" y="9667"/>
                  <a:pt x="441" y="9667"/>
                </a:cubicBezTo>
                <a:cubicBezTo>
                  <a:pt x="140" y="9667"/>
                  <a:pt x="111" y="9696"/>
                  <a:pt x="133" y="9943"/>
                </a:cubicBezTo>
                <a:cubicBezTo>
                  <a:pt x="136" y="9980"/>
                  <a:pt x="104" y="10048"/>
                  <a:pt x="63" y="10095"/>
                </a:cubicBezTo>
                <a:cubicBezTo>
                  <a:pt x="-92" y="10275"/>
                  <a:pt x="332" y="10385"/>
                  <a:pt x="680" y="10256"/>
                </a:cubicBezTo>
                <a:cubicBezTo>
                  <a:pt x="812" y="10207"/>
                  <a:pt x="847" y="10211"/>
                  <a:pt x="919" y="10280"/>
                </a:cubicBezTo>
                <a:cubicBezTo>
                  <a:pt x="987" y="10346"/>
                  <a:pt x="1087" y="10361"/>
                  <a:pt x="1413" y="10350"/>
                </a:cubicBezTo>
                <a:lnTo>
                  <a:pt x="1825" y="10338"/>
                </a:lnTo>
                <a:lnTo>
                  <a:pt x="1848" y="10130"/>
                </a:lnTo>
                <a:cubicBezTo>
                  <a:pt x="1861" y="10016"/>
                  <a:pt x="1904" y="9899"/>
                  <a:pt x="1944" y="9869"/>
                </a:cubicBezTo>
                <a:cubicBezTo>
                  <a:pt x="1992" y="9833"/>
                  <a:pt x="1989" y="9804"/>
                  <a:pt x="1938" y="9784"/>
                </a:cubicBezTo>
                <a:cubicBezTo>
                  <a:pt x="1895" y="9768"/>
                  <a:pt x="1861" y="9714"/>
                  <a:pt x="1861" y="9665"/>
                </a:cubicBezTo>
                <a:cubicBezTo>
                  <a:pt x="1861" y="9584"/>
                  <a:pt x="1805" y="9576"/>
                  <a:pt x="1344" y="9576"/>
                </a:cubicBezTo>
                <a:close/>
                <a:moveTo>
                  <a:pt x="11220" y="9667"/>
                </a:moveTo>
                <a:lnTo>
                  <a:pt x="10225" y="9671"/>
                </a:lnTo>
                <a:cubicBezTo>
                  <a:pt x="9259" y="9675"/>
                  <a:pt x="8975" y="9717"/>
                  <a:pt x="9256" y="9815"/>
                </a:cubicBezTo>
                <a:cubicBezTo>
                  <a:pt x="9344" y="9845"/>
                  <a:pt x="9379" y="9921"/>
                  <a:pt x="9379" y="10085"/>
                </a:cubicBezTo>
                <a:cubicBezTo>
                  <a:pt x="9379" y="10253"/>
                  <a:pt x="9406" y="10313"/>
                  <a:pt x="9485" y="10313"/>
                </a:cubicBezTo>
                <a:cubicBezTo>
                  <a:pt x="9544" y="10313"/>
                  <a:pt x="9611" y="10295"/>
                  <a:pt x="9634" y="10272"/>
                </a:cubicBezTo>
                <a:cubicBezTo>
                  <a:pt x="9659" y="10248"/>
                  <a:pt x="9768" y="10252"/>
                  <a:pt x="9900" y="10283"/>
                </a:cubicBezTo>
                <a:cubicBezTo>
                  <a:pt x="10074" y="10323"/>
                  <a:pt x="10160" y="10321"/>
                  <a:pt x="10281" y="10274"/>
                </a:cubicBezTo>
                <a:cubicBezTo>
                  <a:pt x="10393" y="10231"/>
                  <a:pt x="10459" y="10228"/>
                  <a:pt x="10517" y="10264"/>
                </a:cubicBezTo>
                <a:cubicBezTo>
                  <a:pt x="10642" y="10342"/>
                  <a:pt x="11052" y="10323"/>
                  <a:pt x="11180" y="10233"/>
                </a:cubicBezTo>
                <a:cubicBezTo>
                  <a:pt x="11266" y="10173"/>
                  <a:pt x="11286" y="10090"/>
                  <a:pt x="11257" y="9910"/>
                </a:cubicBezTo>
                <a:lnTo>
                  <a:pt x="11220" y="9667"/>
                </a:lnTo>
                <a:close/>
                <a:moveTo>
                  <a:pt x="5955" y="11181"/>
                </a:moveTo>
                <a:lnTo>
                  <a:pt x="5686" y="11214"/>
                </a:lnTo>
                <a:cubicBezTo>
                  <a:pt x="5331" y="11255"/>
                  <a:pt x="3807" y="11248"/>
                  <a:pt x="3696" y="11205"/>
                </a:cubicBezTo>
                <a:cubicBezTo>
                  <a:pt x="3603" y="11169"/>
                  <a:pt x="3284" y="11183"/>
                  <a:pt x="3165" y="11228"/>
                </a:cubicBezTo>
                <a:cubicBezTo>
                  <a:pt x="3126" y="11243"/>
                  <a:pt x="2953" y="11249"/>
                  <a:pt x="2777" y="11242"/>
                </a:cubicBezTo>
                <a:lnTo>
                  <a:pt x="2455" y="11232"/>
                </a:lnTo>
                <a:lnTo>
                  <a:pt x="2455" y="11490"/>
                </a:lnTo>
                <a:lnTo>
                  <a:pt x="2455" y="11747"/>
                </a:lnTo>
                <a:lnTo>
                  <a:pt x="2757" y="11747"/>
                </a:lnTo>
                <a:cubicBezTo>
                  <a:pt x="3008" y="11747"/>
                  <a:pt x="3066" y="11766"/>
                  <a:pt x="3125" y="11862"/>
                </a:cubicBezTo>
                <a:cubicBezTo>
                  <a:pt x="3179" y="11950"/>
                  <a:pt x="3250" y="11978"/>
                  <a:pt x="3417" y="11978"/>
                </a:cubicBezTo>
                <a:cubicBezTo>
                  <a:pt x="3539" y="11978"/>
                  <a:pt x="3654" y="11960"/>
                  <a:pt x="3676" y="11939"/>
                </a:cubicBezTo>
                <a:cubicBezTo>
                  <a:pt x="3697" y="11917"/>
                  <a:pt x="4104" y="11887"/>
                  <a:pt x="4578" y="11873"/>
                </a:cubicBezTo>
                <a:cubicBezTo>
                  <a:pt x="5053" y="11858"/>
                  <a:pt x="5484" y="11824"/>
                  <a:pt x="5537" y="11796"/>
                </a:cubicBezTo>
                <a:cubicBezTo>
                  <a:pt x="5652" y="11737"/>
                  <a:pt x="5730" y="11777"/>
                  <a:pt x="5730" y="11893"/>
                </a:cubicBezTo>
                <a:cubicBezTo>
                  <a:pt x="5730" y="11940"/>
                  <a:pt x="5781" y="11978"/>
                  <a:pt x="5842" y="11978"/>
                </a:cubicBezTo>
                <a:cubicBezTo>
                  <a:pt x="5933" y="11978"/>
                  <a:pt x="5955" y="11903"/>
                  <a:pt x="5955" y="11580"/>
                </a:cubicBezTo>
                <a:lnTo>
                  <a:pt x="5955" y="11181"/>
                </a:lnTo>
                <a:close/>
                <a:moveTo>
                  <a:pt x="7023" y="11185"/>
                </a:moveTo>
                <a:cubicBezTo>
                  <a:pt x="6782" y="11183"/>
                  <a:pt x="6549" y="11208"/>
                  <a:pt x="6549" y="11259"/>
                </a:cubicBezTo>
                <a:cubicBezTo>
                  <a:pt x="6549" y="11306"/>
                  <a:pt x="6656" y="11329"/>
                  <a:pt x="6904" y="11339"/>
                </a:cubicBezTo>
                <a:cubicBezTo>
                  <a:pt x="7158" y="11349"/>
                  <a:pt x="7256" y="11374"/>
                  <a:pt x="7256" y="11424"/>
                </a:cubicBezTo>
                <a:cubicBezTo>
                  <a:pt x="7256" y="11475"/>
                  <a:pt x="7152" y="11496"/>
                  <a:pt x="6864" y="11506"/>
                </a:cubicBezTo>
                <a:cubicBezTo>
                  <a:pt x="6527" y="11518"/>
                  <a:pt x="6476" y="11533"/>
                  <a:pt x="6476" y="11615"/>
                </a:cubicBezTo>
                <a:cubicBezTo>
                  <a:pt x="6476" y="11684"/>
                  <a:pt x="6508" y="11702"/>
                  <a:pt x="6595" y="11681"/>
                </a:cubicBezTo>
                <a:cubicBezTo>
                  <a:pt x="6768" y="11640"/>
                  <a:pt x="6921" y="11737"/>
                  <a:pt x="6921" y="11887"/>
                </a:cubicBezTo>
                <a:cubicBezTo>
                  <a:pt x="6921" y="11994"/>
                  <a:pt x="6947" y="12011"/>
                  <a:pt x="7073" y="11990"/>
                </a:cubicBezTo>
                <a:cubicBezTo>
                  <a:pt x="7192" y="11971"/>
                  <a:pt x="7220" y="11934"/>
                  <a:pt x="7203" y="11821"/>
                </a:cubicBezTo>
                <a:cubicBezTo>
                  <a:pt x="7182" y="11689"/>
                  <a:pt x="7200" y="11677"/>
                  <a:pt x="7405" y="11677"/>
                </a:cubicBezTo>
                <a:cubicBezTo>
                  <a:pt x="7598" y="11677"/>
                  <a:pt x="7626" y="11692"/>
                  <a:pt x="7604" y="11788"/>
                </a:cubicBezTo>
                <a:lnTo>
                  <a:pt x="7577" y="11899"/>
                </a:lnTo>
                <a:lnTo>
                  <a:pt x="8593" y="11869"/>
                </a:lnTo>
                <a:cubicBezTo>
                  <a:pt x="9454" y="11843"/>
                  <a:pt x="9611" y="11849"/>
                  <a:pt x="9648" y="11908"/>
                </a:cubicBezTo>
                <a:cubicBezTo>
                  <a:pt x="9671" y="11946"/>
                  <a:pt x="9756" y="11978"/>
                  <a:pt x="9833" y="11978"/>
                </a:cubicBezTo>
                <a:cubicBezTo>
                  <a:pt x="9945" y="11978"/>
                  <a:pt x="9973" y="11944"/>
                  <a:pt x="9973" y="11815"/>
                </a:cubicBezTo>
                <a:cubicBezTo>
                  <a:pt x="9973" y="11713"/>
                  <a:pt x="10015" y="11640"/>
                  <a:pt x="10086" y="11623"/>
                </a:cubicBezTo>
                <a:cubicBezTo>
                  <a:pt x="10147" y="11609"/>
                  <a:pt x="10195" y="11572"/>
                  <a:pt x="10195" y="11539"/>
                </a:cubicBezTo>
                <a:cubicBezTo>
                  <a:pt x="10195" y="11506"/>
                  <a:pt x="10147" y="11467"/>
                  <a:pt x="10086" y="11452"/>
                </a:cubicBezTo>
                <a:cubicBezTo>
                  <a:pt x="10024" y="11438"/>
                  <a:pt x="9973" y="11373"/>
                  <a:pt x="9973" y="11308"/>
                </a:cubicBezTo>
                <a:cubicBezTo>
                  <a:pt x="9973" y="11191"/>
                  <a:pt x="9803" y="11146"/>
                  <a:pt x="9711" y="11238"/>
                </a:cubicBezTo>
                <a:cubicBezTo>
                  <a:pt x="9680" y="11269"/>
                  <a:pt x="9615" y="11267"/>
                  <a:pt x="9515" y="11234"/>
                </a:cubicBezTo>
                <a:cubicBezTo>
                  <a:pt x="9432" y="11206"/>
                  <a:pt x="9275" y="11198"/>
                  <a:pt x="9167" y="11216"/>
                </a:cubicBezTo>
                <a:cubicBezTo>
                  <a:pt x="9058" y="11233"/>
                  <a:pt x="8704" y="11244"/>
                  <a:pt x="8384" y="11240"/>
                </a:cubicBezTo>
                <a:cubicBezTo>
                  <a:pt x="8031" y="11236"/>
                  <a:pt x="7760" y="11255"/>
                  <a:pt x="7697" y="11288"/>
                </a:cubicBezTo>
                <a:cubicBezTo>
                  <a:pt x="7615" y="11330"/>
                  <a:pt x="7584" y="11325"/>
                  <a:pt x="7548" y="11267"/>
                </a:cubicBezTo>
                <a:cubicBezTo>
                  <a:pt x="7516" y="11216"/>
                  <a:pt x="7265" y="11187"/>
                  <a:pt x="7023" y="11185"/>
                </a:cubicBezTo>
                <a:close/>
                <a:moveTo>
                  <a:pt x="11051" y="11191"/>
                </a:moveTo>
                <a:cubicBezTo>
                  <a:pt x="10465" y="11191"/>
                  <a:pt x="10365" y="11226"/>
                  <a:pt x="10497" y="11378"/>
                </a:cubicBezTo>
                <a:cubicBezTo>
                  <a:pt x="10560" y="11451"/>
                  <a:pt x="10555" y="11492"/>
                  <a:pt x="10484" y="11545"/>
                </a:cubicBezTo>
                <a:cubicBezTo>
                  <a:pt x="10406" y="11604"/>
                  <a:pt x="10412" y="11624"/>
                  <a:pt x="10517" y="11661"/>
                </a:cubicBezTo>
                <a:cubicBezTo>
                  <a:pt x="10592" y="11686"/>
                  <a:pt x="10643" y="11761"/>
                  <a:pt x="10643" y="11842"/>
                </a:cubicBezTo>
                <a:lnTo>
                  <a:pt x="10643" y="11978"/>
                </a:lnTo>
                <a:lnTo>
                  <a:pt x="11121" y="11978"/>
                </a:lnTo>
                <a:lnTo>
                  <a:pt x="11602" y="11978"/>
                </a:lnTo>
                <a:lnTo>
                  <a:pt x="11625" y="11815"/>
                </a:lnTo>
                <a:cubicBezTo>
                  <a:pt x="11638" y="11726"/>
                  <a:pt x="11680" y="11652"/>
                  <a:pt x="11721" y="11652"/>
                </a:cubicBezTo>
                <a:cubicBezTo>
                  <a:pt x="11762" y="11652"/>
                  <a:pt x="11808" y="11726"/>
                  <a:pt x="11821" y="11815"/>
                </a:cubicBezTo>
                <a:lnTo>
                  <a:pt x="11844" y="11978"/>
                </a:lnTo>
                <a:lnTo>
                  <a:pt x="12322" y="11978"/>
                </a:lnTo>
                <a:cubicBezTo>
                  <a:pt x="12690" y="11978"/>
                  <a:pt x="12799" y="11961"/>
                  <a:pt x="12799" y="11910"/>
                </a:cubicBezTo>
                <a:cubicBezTo>
                  <a:pt x="12799" y="11863"/>
                  <a:pt x="12696" y="11839"/>
                  <a:pt x="12448" y="11829"/>
                </a:cubicBezTo>
                <a:cubicBezTo>
                  <a:pt x="12151" y="11818"/>
                  <a:pt x="12093" y="11800"/>
                  <a:pt x="12093" y="11722"/>
                </a:cubicBezTo>
                <a:cubicBezTo>
                  <a:pt x="12093" y="11643"/>
                  <a:pt x="12151" y="11629"/>
                  <a:pt x="12484" y="11617"/>
                </a:cubicBezTo>
                <a:cubicBezTo>
                  <a:pt x="12842" y="11604"/>
                  <a:pt x="12970" y="11558"/>
                  <a:pt x="12813" y="11498"/>
                </a:cubicBezTo>
                <a:cubicBezTo>
                  <a:pt x="12778" y="11485"/>
                  <a:pt x="12768" y="11410"/>
                  <a:pt x="12786" y="11333"/>
                </a:cubicBezTo>
                <a:lnTo>
                  <a:pt x="12819" y="11191"/>
                </a:lnTo>
                <a:lnTo>
                  <a:pt x="12325" y="11191"/>
                </a:lnTo>
                <a:cubicBezTo>
                  <a:pt x="11937" y="11191"/>
                  <a:pt x="11834" y="11206"/>
                  <a:pt x="11834" y="11261"/>
                </a:cubicBezTo>
                <a:cubicBezTo>
                  <a:pt x="11834" y="11312"/>
                  <a:pt x="11918" y="11331"/>
                  <a:pt x="12162" y="11331"/>
                </a:cubicBezTo>
                <a:cubicBezTo>
                  <a:pt x="12344" y="11331"/>
                  <a:pt x="12511" y="11350"/>
                  <a:pt x="12534" y="11372"/>
                </a:cubicBezTo>
                <a:cubicBezTo>
                  <a:pt x="12616" y="11455"/>
                  <a:pt x="12357" y="11520"/>
                  <a:pt x="12006" y="11506"/>
                </a:cubicBezTo>
                <a:cubicBezTo>
                  <a:pt x="11661" y="11492"/>
                  <a:pt x="11647" y="11486"/>
                  <a:pt x="11625" y="11341"/>
                </a:cubicBezTo>
                <a:lnTo>
                  <a:pt x="11602" y="11191"/>
                </a:lnTo>
                <a:lnTo>
                  <a:pt x="11051" y="11191"/>
                </a:lnTo>
                <a:close/>
                <a:moveTo>
                  <a:pt x="1855" y="11195"/>
                </a:moveTo>
                <a:cubicBezTo>
                  <a:pt x="1738" y="11190"/>
                  <a:pt x="1529" y="11194"/>
                  <a:pt x="1184" y="11205"/>
                </a:cubicBezTo>
                <a:cubicBezTo>
                  <a:pt x="168" y="11239"/>
                  <a:pt x="79" y="11275"/>
                  <a:pt x="146" y="11636"/>
                </a:cubicBezTo>
                <a:lnTo>
                  <a:pt x="186" y="11862"/>
                </a:lnTo>
                <a:lnTo>
                  <a:pt x="577" y="11864"/>
                </a:lnTo>
                <a:cubicBezTo>
                  <a:pt x="792" y="11866"/>
                  <a:pt x="1006" y="11892"/>
                  <a:pt x="1055" y="11922"/>
                </a:cubicBezTo>
                <a:cubicBezTo>
                  <a:pt x="1104" y="11953"/>
                  <a:pt x="1301" y="11978"/>
                  <a:pt x="1493" y="11978"/>
                </a:cubicBezTo>
                <a:cubicBezTo>
                  <a:pt x="1878" y="11978"/>
                  <a:pt x="2062" y="11894"/>
                  <a:pt x="1967" y="11759"/>
                </a:cubicBezTo>
                <a:cubicBezTo>
                  <a:pt x="1888" y="11647"/>
                  <a:pt x="1924" y="11549"/>
                  <a:pt x="2067" y="11481"/>
                </a:cubicBezTo>
                <a:cubicBezTo>
                  <a:pt x="2177" y="11428"/>
                  <a:pt x="2176" y="11417"/>
                  <a:pt x="2050" y="11360"/>
                </a:cubicBezTo>
                <a:cubicBezTo>
                  <a:pt x="1964" y="11320"/>
                  <a:pt x="1936" y="11276"/>
                  <a:pt x="1974" y="11238"/>
                </a:cubicBezTo>
                <a:cubicBezTo>
                  <a:pt x="1998" y="11214"/>
                  <a:pt x="1972" y="11200"/>
                  <a:pt x="1855" y="11195"/>
                </a:cubicBezTo>
                <a:close/>
                <a:moveTo>
                  <a:pt x="14249" y="11238"/>
                </a:moveTo>
                <a:cubicBezTo>
                  <a:pt x="13457" y="11238"/>
                  <a:pt x="13310" y="11249"/>
                  <a:pt x="13270" y="11312"/>
                </a:cubicBezTo>
                <a:cubicBezTo>
                  <a:pt x="13243" y="11358"/>
                  <a:pt x="13273" y="11406"/>
                  <a:pt x="13347" y="11432"/>
                </a:cubicBezTo>
                <a:cubicBezTo>
                  <a:pt x="13432" y="11462"/>
                  <a:pt x="13469" y="11537"/>
                  <a:pt x="13469" y="11679"/>
                </a:cubicBezTo>
                <a:lnTo>
                  <a:pt x="13469" y="11883"/>
                </a:lnTo>
                <a:lnTo>
                  <a:pt x="14282" y="11881"/>
                </a:lnTo>
                <a:cubicBezTo>
                  <a:pt x="14993" y="11880"/>
                  <a:pt x="15108" y="11868"/>
                  <a:pt x="15224" y="11788"/>
                </a:cubicBezTo>
                <a:cubicBezTo>
                  <a:pt x="15326" y="11718"/>
                  <a:pt x="15338" y="11686"/>
                  <a:pt x="15271" y="11644"/>
                </a:cubicBezTo>
                <a:cubicBezTo>
                  <a:pt x="15223" y="11614"/>
                  <a:pt x="15181" y="11510"/>
                  <a:pt x="15181" y="11413"/>
                </a:cubicBezTo>
                <a:lnTo>
                  <a:pt x="15181" y="11238"/>
                </a:lnTo>
                <a:lnTo>
                  <a:pt x="14249" y="11238"/>
                </a:lnTo>
                <a:close/>
                <a:moveTo>
                  <a:pt x="18383" y="12730"/>
                </a:moveTo>
                <a:lnTo>
                  <a:pt x="17998" y="12769"/>
                </a:lnTo>
                <a:cubicBezTo>
                  <a:pt x="17787" y="12789"/>
                  <a:pt x="17589" y="12795"/>
                  <a:pt x="17557" y="12783"/>
                </a:cubicBezTo>
                <a:cubicBezTo>
                  <a:pt x="17525" y="12771"/>
                  <a:pt x="17427" y="12806"/>
                  <a:pt x="17341" y="12863"/>
                </a:cubicBezTo>
                <a:lnTo>
                  <a:pt x="17185" y="12968"/>
                </a:lnTo>
                <a:lnTo>
                  <a:pt x="17145" y="12865"/>
                </a:lnTo>
                <a:cubicBezTo>
                  <a:pt x="17106" y="12771"/>
                  <a:pt x="17061" y="12765"/>
                  <a:pt x="16575" y="12775"/>
                </a:cubicBezTo>
                <a:cubicBezTo>
                  <a:pt x="16063" y="12785"/>
                  <a:pt x="15827" y="12863"/>
                  <a:pt x="16147" y="12915"/>
                </a:cubicBezTo>
                <a:cubicBezTo>
                  <a:pt x="16354" y="12948"/>
                  <a:pt x="16339" y="13030"/>
                  <a:pt x="16114" y="13094"/>
                </a:cubicBezTo>
                <a:cubicBezTo>
                  <a:pt x="15750" y="13197"/>
                  <a:pt x="15990" y="13350"/>
                  <a:pt x="16558" y="13374"/>
                </a:cubicBezTo>
                <a:cubicBezTo>
                  <a:pt x="16794" y="13384"/>
                  <a:pt x="16851" y="13403"/>
                  <a:pt x="16834" y="13467"/>
                </a:cubicBezTo>
                <a:cubicBezTo>
                  <a:pt x="16819" y="13522"/>
                  <a:pt x="16863" y="13547"/>
                  <a:pt x="16966" y="13547"/>
                </a:cubicBezTo>
                <a:cubicBezTo>
                  <a:pt x="17050" y="13547"/>
                  <a:pt x="17119" y="13528"/>
                  <a:pt x="17119" y="13504"/>
                </a:cubicBezTo>
                <a:cubicBezTo>
                  <a:pt x="17119" y="13480"/>
                  <a:pt x="17215" y="13432"/>
                  <a:pt x="17334" y="13395"/>
                </a:cubicBezTo>
                <a:cubicBezTo>
                  <a:pt x="17538" y="13332"/>
                  <a:pt x="17563" y="13333"/>
                  <a:pt x="17716" y="13434"/>
                </a:cubicBezTo>
                <a:cubicBezTo>
                  <a:pt x="17806" y="13493"/>
                  <a:pt x="17951" y="13551"/>
                  <a:pt x="18038" y="13562"/>
                </a:cubicBezTo>
                <a:cubicBezTo>
                  <a:pt x="18389" y="13604"/>
                  <a:pt x="18383" y="13613"/>
                  <a:pt x="18383" y="13162"/>
                </a:cubicBezTo>
                <a:lnTo>
                  <a:pt x="18383" y="12730"/>
                </a:lnTo>
                <a:close/>
                <a:moveTo>
                  <a:pt x="9860" y="12756"/>
                </a:moveTo>
                <a:cubicBezTo>
                  <a:pt x="9309" y="12760"/>
                  <a:pt x="9133" y="12846"/>
                  <a:pt x="9200" y="13082"/>
                </a:cubicBezTo>
                <a:cubicBezTo>
                  <a:pt x="9226" y="13173"/>
                  <a:pt x="9277" y="13268"/>
                  <a:pt x="9313" y="13292"/>
                </a:cubicBezTo>
                <a:cubicBezTo>
                  <a:pt x="9348" y="13316"/>
                  <a:pt x="9379" y="13382"/>
                  <a:pt x="9379" y="13438"/>
                </a:cubicBezTo>
                <a:cubicBezTo>
                  <a:pt x="9379" y="13494"/>
                  <a:pt x="9411" y="13547"/>
                  <a:pt x="9452" y="13555"/>
                </a:cubicBezTo>
                <a:cubicBezTo>
                  <a:pt x="9652" y="13597"/>
                  <a:pt x="10214" y="13553"/>
                  <a:pt x="10334" y="13485"/>
                </a:cubicBezTo>
                <a:cubicBezTo>
                  <a:pt x="10512" y="13386"/>
                  <a:pt x="11150" y="13381"/>
                  <a:pt x="11210" y="13479"/>
                </a:cubicBezTo>
                <a:cubicBezTo>
                  <a:pt x="11281" y="13593"/>
                  <a:pt x="11462" y="13559"/>
                  <a:pt x="11462" y="13432"/>
                </a:cubicBezTo>
                <a:cubicBezTo>
                  <a:pt x="11462" y="13368"/>
                  <a:pt x="11501" y="13274"/>
                  <a:pt x="11552" y="13224"/>
                </a:cubicBezTo>
                <a:cubicBezTo>
                  <a:pt x="11625" y="13151"/>
                  <a:pt x="11625" y="13114"/>
                  <a:pt x="11552" y="13041"/>
                </a:cubicBezTo>
                <a:cubicBezTo>
                  <a:pt x="11501" y="12990"/>
                  <a:pt x="11462" y="12906"/>
                  <a:pt x="11462" y="12855"/>
                </a:cubicBezTo>
                <a:cubicBezTo>
                  <a:pt x="11462" y="12759"/>
                  <a:pt x="11281" y="12726"/>
                  <a:pt x="11200" y="12808"/>
                </a:cubicBezTo>
                <a:cubicBezTo>
                  <a:pt x="11138" y="12870"/>
                  <a:pt x="10470" y="12867"/>
                  <a:pt x="10368" y="12804"/>
                </a:cubicBezTo>
                <a:cubicBezTo>
                  <a:pt x="10322" y="12776"/>
                  <a:pt x="10094" y="12755"/>
                  <a:pt x="9860" y="12756"/>
                </a:cubicBezTo>
                <a:close/>
                <a:moveTo>
                  <a:pt x="3016" y="12762"/>
                </a:moveTo>
                <a:cubicBezTo>
                  <a:pt x="2877" y="12762"/>
                  <a:pt x="2742" y="12782"/>
                  <a:pt x="2717" y="12808"/>
                </a:cubicBezTo>
                <a:cubicBezTo>
                  <a:pt x="2692" y="12833"/>
                  <a:pt x="2604" y="12855"/>
                  <a:pt x="2525" y="12855"/>
                </a:cubicBezTo>
                <a:cubicBezTo>
                  <a:pt x="2351" y="12855"/>
                  <a:pt x="2341" y="12937"/>
                  <a:pt x="2495" y="13073"/>
                </a:cubicBezTo>
                <a:cubicBezTo>
                  <a:pt x="2595" y="13162"/>
                  <a:pt x="2593" y="13177"/>
                  <a:pt x="2495" y="13211"/>
                </a:cubicBezTo>
                <a:cubicBezTo>
                  <a:pt x="2414" y="13240"/>
                  <a:pt x="2396" y="13296"/>
                  <a:pt x="2429" y="13420"/>
                </a:cubicBezTo>
                <a:lnTo>
                  <a:pt x="2475" y="13588"/>
                </a:lnTo>
                <a:lnTo>
                  <a:pt x="2966" y="13562"/>
                </a:lnTo>
                <a:cubicBezTo>
                  <a:pt x="3237" y="13547"/>
                  <a:pt x="3499" y="13517"/>
                  <a:pt x="3547" y="13494"/>
                </a:cubicBezTo>
                <a:cubicBezTo>
                  <a:pt x="3600" y="13468"/>
                  <a:pt x="3653" y="13470"/>
                  <a:pt x="3683" y="13500"/>
                </a:cubicBezTo>
                <a:cubicBezTo>
                  <a:pt x="3709" y="13527"/>
                  <a:pt x="3926" y="13547"/>
                  <a:pt x="4164" y="13547"/>
                </a:cubicBezTo>
                <a:cubicBezTo>
                  <a:pt x="4585" y="13547"/>
                  <a:pt x="4598" y="13544"/>
                  <a:pt x="4641" y="13409"/>
                </a:cubicBezTo>
                <a:cubicBezTo>
                  <a:pt x="4666" y="13333"/>
                  <a:pt x="4664" y="13237"/>
                  <a:pt x="4638" y="13195"/>
                </a:cubicBezTo>
                <a:cubicBezTo>
                  <a:pt x="4610" y="13149"/>
                  <a:pt x="4639" y="13095"/>
                  <a:pt x="4714" y="13061"/>
                </a:cubicBezTo>
                <a:cubicBezTo>
                  <a:pt x="4827" y="13010"/>
                  <a:pt x="4829" y="13002"/>
                  <a:pt x="4724" y="12977"/>
                </a:cubicBezTo>
                <a:cubicBezTo>
                  <a:pt x="4660" y="12961"/>
                  <a:pt x="4616" y="12912"/>
                  <a:pt x="4628" y="12868"/>
                </a:cubicBezTo>
                <a:cubicBezTo>
                  <a:pt x="4647" y="12799"/>
                  <a:pt x="4584" y="12785"/>
                  <a:pt x="4227" y="12775"/>
                </a:cubicBezTo>
                <a:cubicBezTo>
                  <a:pt x="3994" y="12768"/>
                  <a:pt x="3784" y="12782"/>
                  <a:pt x="3759" y="12808"/>
                </a:cubicBezTo>
                <a:cubicBezTo>
                  <a:pt x="3699" y="12868"/>
                  <a:pt x="3371" y="12868"/>
                  <a:pt x="3311" y="12808"/>
                </a:cubicBezTo>
                <a:cubicBezTo>
                  <a:pt x="3286" y="12782"/>
                  <a:pt x="3154" y="12762"/>
                  <a:pt x="3016" y="12762"/>
                </a:cubicBezTo>
                <a:close/>
                <a:moveTo>
                  <a:pt x="8563" y="12762"/>
                </a:moveTo>
                <a:cubicBezTo>
                  <a:pt x="8483" y="12762"/>
                  <a:pt x="8399" y="12782"/>
                  <a:pt x="8374" y="12808"/>
                </a:cubicBezTo>
                <a:cubicBezTo>
                  <a:pt x="8348" y="12833"/>
                  <a:pt x="8162" y="12855"/>
                  <a:pt x="7962" y="12855"/>
                </a:cubicBezTo>
                <a:cubicBezTo>
                  <a:pt x="7762" y="12855"/>
                  <a:pt x="7580" y="12833"/>
                  <a:pt x="7554" y="12808"/>
                </a:cubicBezTo>
                <a:cubicBezTo>
                  <a:pt x="7475" y="12728"/>
                  <a:pt x="7312" y="12757"/>
                  <a:pt x="7269" y="12859"/>
                </a:cubicBezTo>
                <a:lnTo>
                  <a:pt x="7229" y="12958"/>
                </a:lnTo>
                <a:lnTo>
                  <a:pt x="7020" y="12865"/>
                </a:lnTo>
                <a:cubicBezTo>
                  <a:pt x="6856" y="12793"/>
                  <a:pt x="6781" y="12786"/>
                  <a:pt x="6678" y="12826"/>
                </a:cubicBezTo>
                <a:cubicBezTo>
                  <a:pt x="6581" y="12865"/>
                  <a:pt x="6514" y="12863"/>
                  <a:pt x="6403" y="12820"/>
                </a:cubicBezTo>
                <a:cubicBezTo>
                  <a:pt x="6225" y="12751"/>
                  <a:pt x="5834" y="12743"/>
                  <a:pt x="5769" y="12808"/>
                </a:cubicBezTo>
                <a:cubicBezTo>
                  <a:pt x="5744" y="12833"/>
                  <a:pt x="5588" y="12855"/>
                  <a:pt x="5424" y="12855"/>
                </a:cubicBezTo>
                <a:lnTo>
                  <a:pt x="5129" y="12855"/>
                </a:lnTo>
                <a:lnTo>
                  <a:pt x="5149" y="13121"/>
                </a:lnTo>
                <a:lnTo>
                  <a:pt x="5172" y="13387"/>
                </a:lnTo>
                <a:lnTo>
                  <a:pt x="5428" y="13389"/>
                </a:lnTo>
                <a:cubicBezTo>
                  <a:pt x="5582" y="13390"/>
                  <a:pt x="5699" y="13418"/>
                  <a:pt x="5720" y="13459"/>
                </a:cubicBezTo>
                <a:cubicBezTo>
                  <a:pt x="5739" y="13495"/>
                  <a:pt x="5783" y="13537"/>
                  <a:pt x="5819" y="13551"/>
                </a:cubicBezTo>
                <a:cubicBezTo>
                  <a:pt x="5951" y="13605"/>
                  <a:pt x="6314" y="13538"/>
                  <a:pt x="6350" y="13452"/>
                </a:cubicBezTo>
                <a:cubicBezTo>
                  <a:pt x="6380" y="13382"/>
                  <a:pt x="6433" y="13372"/>
                  <a:pt x="6655" y="13395"/>
                </a:cubicBezTo>
                <a:cubicBezTo>
                  <a:pt x="6848" y="13414"/>
                  <a:pt x="6964" y="13400"/>
                  <a:pt x="7060" y="13345"/>
                </a:cubicBezTo>
                <a:cubicBezTo>
                  <a:pt x="7217" y="13257"/>
                  <a:pt x="7292" y="13289"/>
                  <a:pt x="7292" y="13440"/>
                </a:cubicBezTo>
                <a:cubicBezTo>
                  <a:pt x="7292" y="13561"/>
                  <a:pt x="7419" y="13582"/>
                  <a:pt x="7544" y="13481"/>
                </a:cubicBezTo>
                <a:cubicBezTo>
                  <a:pt x="7592" y="13443"/>
                  <a:pt x="7785" y="13410"/>
                  <a:pt x="7999" y="13403"/>
                </a:cubicBezTo>
                <a:cubicBezTo>
                  <a:pt x="8292" y="13393"/>
                  <a:pt x="8375" y="13404"/>
                  <a:pt x="8394" y="13463"/>
                </a:cubicBezTo>
                <a:cubicBezTo>
                  <a:pt x="8406" y="13504"/>
                  <a:pt x="8483" y="13549"/>
                  <a:pt x="8563" y="13562"/>
                </a:cubicBezTo>
                <a:cubicBezTo>
                  <a:pt x="8698" y="13584"/>
                  <a:pt x="8709" y="13559"/>
                  <a:pt x="8709" y="13174"/>
                </a:cubicBezTo>
                <a:cubicBezTo>
                  <a:pt x="8709" y="12798"/>
                  <a:pt x="8695" y="12762"/>
                  <a:pt x="8563" y="12762"/>
                </a:cubicBezTo>
                <a:close/>
                <a:moveTo>
                  <a:pt x="15377" y="12762"/>
                </a:moveTo>
                <a:cubicBezTo>
                  <a:pt x="15276" y="12762"/>
                  <a:pt x="15172" y="12782"/>
                  <a:pt x="15148" y="12806"/>
                </a:cubicBezTo>
                <a:cubicBezTo>
                  <a:pt x="15090" y="12865"/>
                  <a:pt x="13193" y="12866"/>
                  <a:pt x="13134" y="12808"/>
                </a:cubicBezTo>
                <a:cubicBezTo>
                  <a:pt x="13075" y="12748"/>
                  <a:pt x="12673" y="12748"/>
                  <a:pt x="12614" y="12808"/>
                </a:cubicBezTo>
                <a:cubicBezTo>
                  <a:pt x="12588" y="12833"/>
                  <a:pt x="12436" y="12855"/>
                  <a:pt x="12275" y="12855"/>
                </a:cubicBezTo>
                <a:lnTo>
                  <a:pt x="11983" y="12855"/>
                </a:lnTo>
                <a:lnTo>
                  <a:pt x="11983" y="13109"/>
                </a:lnTo>
                <a:lnTo>
                  <a:pt x="11983" y="13364"/>
                </a:lnTo>
                <a:lnTo>
                  <a:pt x="12282" y="13364"/>
                </a:lnTo>
                <a:cubicBezTo>
                  <a:pt x="12500" y="13364"/>
                  <a:pt x="12595" y="13386"/>
                  <a:pt x="12630" y="13444"/>
                </a:cubicBezTo>
                <a:cubicBezTo>
                  <a:pt x="12657" y="13489"/>
                  <a:pt x="12710" y="13537"/>
                  <a:pt x="12750" y="13553"/>
                </a:cubicBezTo>
                <a:cubicBezTo>
                  <a:pt x="12789" y="13570"/>
                  <a:pt x="12924" y="13566"/>
                  <a:pt x="13051" y="13543"/>
                </a:cubicBezTo>
                <a:cubicBezTo>
                  <a:pt x="13179" y="13520"/>
                  <a:pt x="13535" y="13502"/>
                  <a:pt x="13844" y="13502"/>
                </a:cubicBezTo>
                <a:cubicBezTo>
                  <a:pt x="14154" y="13502"/>
                  <a:pt x="14439" y="13482"/>
                  <a:pt x="14478" y="13459"/>
                </a:cubicBezTo>
                <a:cubicBezTo>
                  <a:pt x="14517" y="13436"/>
                  <a:pt x="14702" y="13410"/>
                  <a:pt x="14886" y="13401"/>
                </a:cubicBezTo>
                <a:cubicBezTo>
                  <a:pt x="15196" y="13386"/>
                  <a:pt x="15219" y="13394"/>
                  <a:pt x="15198" y="13490"/>
                </a:cubicBezTo>
                <a:cubicBezTo>
                  <a:pt x="15178" y="13580"/>
                  <a:pt x="15194" y="13588"/>
                  <a:pt x="15344" y="13553"/>
                </a:cubicBezTo>
                <a:cubicBezTo>
                  <a:pt x="15502" y="13517"/>
                  <a:pt x="15520" y="13484"/>
                  <a:pt x="15540" y="13139"/>
                </a:cubicBezTo>
                <a:cubicBezTo>
                  <a:pt x="15561" y="12766"/>
                  <a:pt x="15560" y="12762"/>
                  <a:pt x="15377" y="12762"/>
                </a:cubicBezTo>
                <a:close/>
                <a:moveTo>
                  <a:pt x="1364" y="12769"/>
                </a:moveTo>
                <a:cubicBezTo>
                  <a:pt x="1091" y="12766"/>
                  <a:pt x="827" y="12786"/>
                  <a:pt x="773" y="12814"/>
                </a:cubicBezTo>
                <a:cubicBezTo>
                  <a:pt x="719" y="12842"/>
                  <a:pt x="520" y="12856"/>
                  <a:pt x="335" y="12847"/>
                </a:cubicBezTo>
                <a:cubicBezTo>
                  <a:pt x="-54" y="12828"/>
                  <a:pt x="-79" y="12858"/>
                  <a:pt x="206" y="12987"/>
                </a:cubicBezTo>
                <a:cubicBezTo>
                  <a:pt x="409" y="13079"/>
                  <a:pt x="408" y="13079"/>
                  <a:pt x="279" y="13216"/>
                </a:cubicBezTo>
                <a:cubicBezTo>
                  <a:pt x="94" y="13411"/>
                  <a:pt x="104" y="13546"/>
                  <a:pt x="302" y="13514"/>
                </a:cubicBezTo>
                <a:cubicBezTo>
                  <a:pt x="387" y="13500"/>
                  <a:pt x="486" y="13442"/>
                  <a:pt x="521" y="13385"/>
                </a:cubicBezTo>
                <a:cubicBezTo>
                  <a:pt x="610" y="13239"/>
                  <a:pt x="710" y="13213"/>
                  <a:pt x="829" y="13302"/>
                </a:cubicBezTo>
                <a:cubicBezTo>
                  <a:pt x="885" y="13344"/>
                  <a:pt x="917" y="13380"/>
                  <a:pt x="899" y="13382"/>
                </a:cubicBezTo>
                <a:cubicBezTo>
                  <a:pt x="881" y="13385"/>
                  <a:pt x="897" y="13420"/>
                  <a:pt x="936" y="13463"/>
                </a:cubicBezTo>
                <a:cubicBezTo>
                  <a:pt x="978" y="13510"/>
                  <a:pt x="1123" y="13548"/>
                  <a:pt x="1304" y="13558"/>
                </a:cubicBezTo>
                <a:cubicBezTo>
                  <a:pt x="1759" y="13582"/>
                  <a:pt x="1861" y="13531"/>
                  <a:pt x="1861" y="13294"/>
                </a:cubicBezTo>
                <a:cubicBezTo>
                  <a:pt x="1861" y="13182"/>
                  <a:pt x="1896" y="13078"/>
                  <a:pt x="1941" y="13061"/>
                </a:cubicBezTo>
                <a:cubicBezTo>
                  <a:pt x="1999" y="13039"/>
                  <a:pt x="1999" y="13015"/>
                  <a:pt x="1941" y="12979"/>
                </a:cubicBezTo>
                <a:cubicBezTo>
                  <a:pt x="1896" y="12951"/>
                  <a:pt x="1861" y="12894"/>
                  <a:pt x="1861" y="12851"/>
                </a:cubicBezTo>
                <a:cubicBezTo>
                  <a:pt x="1861" y="12786"/>
                  <a:pt x="1776" y="12772"/>
                  <a:pt x="1364" y="12769"/>
                </a:cubicBezTo>
                <a:close/>
                <a:moveTo>
                  <a:pt x="19889" y="12849"/>
                </a:moveTo>
                <a:cubicBezTo>
                  <a:pt x="19100" y="12842"/>
                  <a:pt x="18878" y="12856"/>
                  <a:pt x="18791" y="12909"/>
                </a:cubicBezTo>
                <a:cubicBezTo>
                  <a:pt x="18742" y="12939"/>
                  <a:pt x="18761" y="12969"/>
                  <a:pt x="18847" y="12999"/>
                </a:cubicBezTo>
                <a:cubicBezTo>
                  <a:pt x="18944" y="13033"/>
                  <a:pt x="18977" y="13104"/>
                  <a:pt x="18977" y="13273"/>
                </a:cubicBezTo>
                <a:cubicBezTo>
                  <a:pt x="18977" y="13504"/>
                  <a:pt x="19071" y="13563"/>
                  <a:pt x="19252" y="13450"/>
                </a:cubicBezTo>
                <a:cubicBezTo>
                  <a:pt x="19310" y="13414"/>
                  <a:pt x="19349" y="13414"/>
                  <a:pt x="19385" y="13450"/>
                </a:cubicBezTo>
                <a:cubicBezTo>
                  <a:pt x="19452" y="13518"/>
                  <a:pt x="19821" y="13515"/>
                  <a:pt x="19932" y="13446"/>
                </a:cubicBezTo>
                <a:cubicBezTo>
                  <a:pt x="20044" y="13377"/>
                  <a:pt x="20047" y="13148"/>
                  <a:pt x="19939" y="13106"/>
                </a:cubicBezTo>
                <a:cubicBezTo>
                  <a:pt x="19819" y="13060"/>
                  <a:pt x="19985" y="12976"/>
                  <a:pt x="20128" y="13010"/>
                </a:cubicBezTo>
                <a:cubicBezTo>
                  <a:pt x="20212" y="13030"/>
                  <a:pt x="20244" y="13101"/>
                  <a:pt x="20244" y="13269"/>
                </a:cubicBezTo>
                <a:cubicBezTo>
                  <a:pt x="20244" y="13445"/>
                  <a:pt x="20269" y="13502"/>
                  <a:pt x="20353" y="13502"/>
                </a:cubicBezTo>
                <a:cubicBezTo>
                  <a:pt x="20442" y="13502"/>
                  <a:pt x="20466" y="13435"/>
                  <a:pt x="20466" y="13179"/>
                </a:cubicBezTo>
                <a:lnTo>
                  <a:pt x="20466" y="12855"/>
                </a:lnTo>
                <a:lnTo>
                  <a:pt x="19889" y="12849"/>
                </a:lnTo>
                <a:close/>
                <a:moveTo>
                  <a:pt x="16419" y="14367"/>
                </a:moveTo>
                <a:cubicBezTo>
                  <a:pt x="16370" y="14371"/>
                  <a:pt x="16335" y="14380"/>
                  <a:pt x="16323" y="14392"/>
                </a:cubicBezTo>
                <a:cubicBezTo>
                  <a:pt x="16297" y="14418"/>
                  <a:pt x="16083" y="14425"/>
                  <a:pt x="15812" y="14408"/>
                </a:cubicBezTo>
                <a:cubicBezTo>
                  <a:pt x="15422" y="14383"/>
                  <a:pt x="15340" y="14391"/>
                  <a:pt x="15301" y="14454"/>
                </a:cubicBezTo>
                <a:cubicBezTo>
                  <a:pt x="15258" y="14523"/>
                  <a:pt x="15240" y="14522"/>
                  <a:pt x="15072" y="14454"/>
                </a:cubicBezTo>
                <a:cubicBezTo>
                  <a:pt x="14831" y="14355"/>
                  <a:pt x="14737" y="14361"/>
                  <a:pt x="14737" y="14470"/>
                </a:cubicBezTo>
                <a:cubicBezTo>
                  <a:pt x="14737" y="14519"/>
                  <a:pt x="14669" y="14587"/>
                  <a:pt x="14587" y="14622"/>
                </a:cubicBezTo>
                <a:cubicBezTo>
                  <a:pt x="14456" y="14680"/>
                  <a:pt x="14451" y="14696"/>
                  <a:pt x="14548" y="14775"/>
                </a:cubicBezTo>
                <a:cubicBezTo>
                  <a:pt x="14607" y="14824"/>
                  <a:pt x="14659" y="14931"/>
                  <a:pt x="14660" y="15014"/>
                </a:cubicBezTo>
                <a:lnTo>
                  <a:pt x="14660" y="15164"/>
                </a:lnTo>
                <a:lnTo>
                  <a:pt x="15181" y="15164"/>
                </a:lnTo>
                <a:cubicBezTo>
                  <a:pt x="15468" y="15164"/>
                  <a:pt x="15702" y="15146"/>
                  <a:pt x="15702" y="15123"/>
                </a:cubicBezTo>
                <a:cubicBezTo>
                  <a:pt x="15702" y="15059"/>
                  <a:pt x="16209" y="14878"/>
                  <a:pt x="16296" y="14911"/>
                </a:cubicBezTo>
                <a:cubicBezTo>
                  <a:pt x="16338" y="14927"/>
                  <a:pt x="16372" y="14989"/>
                  <a:pt x="16372" y="15051"/>
                </a:cubicBezTo>
                <a:cubicBezTo>
                  <a:pt x="16372" y="15145"/>
                  <a:pt x="16411" y="15164"/>
                  <a:pt x="16598" y="15164"/>
                </a:cubicBezTo>
                <a:lnTo>
                  <a:pt x="16820" y="15164"/>
                </a:lnTo>
                <a:lnTo>
                  <a:pt x="16820" y="14777"/>
                </a:lnTo>
                <a:lnTo>
                  <a:pt x="16820" y="14390"/>
                </a:lnTo>
                <a:lnTo>
                  <a:pt x="16595" y="14369"/>
                </a:lnTo>
                <a:cubicBezTo>
                  <a:pt x="16532" y="14363"/>
                  <a:pt x="16468" y="14363"/>
                  <a:pt x="16419" y="14367"/>
                </a:cubicBezTo>
                <a:close/>
                <a:moveTo>
                  <a:pt x="1894" y="14373"/>
                </a:moveTo>
                <a:cubicBezTo>
                  <a:pt x="1802" y="14367"/>
                  <a:pt x="1637" y="14372"/>
                  <a:pt x="1357" y="14386"/>
                </a:cubicBezTo>
                <a:cubicBezTo>
                  <a:pt x="999" y="14403"/>
                  <a:pt x="582" y="14418"/>
                  <a:pt x="428" y="14421"/>
                </a:cubicBezTo>
                <a:lnTo>
                  <a:pt x="149" y="14425"/>
                </a:lnTo>
                <a:lnTo>
                  <a:pt x="149" y="14631"/>
                </a:lnTo>
                <a:cubicBezTo>
                  <a:pt x="149" y="14744"/>
                  <a:pt x="113" y="14849"/>
                  <a:pt x="70" y="14865"/>
                </a:cubicBezTo>
                <a:cubicBezTo>
                  <a:pt x="18" y="14885"/>
                  <a:pt x="36" y="14927"/>
                  <a:pt x="119" y="14985"/>
                </a:cubicBezTo>
                <a:cubicBezTo>
                  <a:pt x="259" y="15081"/>
                  <a:pt x="598" y="15099"/>
                  <a:pt x="823" y="15024"/>
                </a:cubicBezTo>
                <a:cubicBezTo>
                  <a:pt x="936" y="14987"/>
                  <a:pt x="984" y="14997"/>
                  <a:pt x="1058" y="15071"/>
                </a:cubicBezTo>
                <a:cubicBezTo>
                  <a:pt x="1130" y="15143"/>
                  <a:pt x="1233" y="15164"/>
                  <a:pt x="1493" y="15164"/>
                </a:cubicBezTo>
                <a:cubicBezTo>
                  <a:pt x="1902" y="15164"/>
                  <a:pt x="2011" y="15107"/>
                  <a:pt x="2011" y="14888"/>
                </a:cubicBezTo>
                <a:cubicBezTo>
                  <a:pt x="2011" y="14797"/>
                  <a:pt x="2051" y="14696"/>
                  <a:pt x="2100" y="14666"/>
                </a:cubicBezTo>
                <a:cubicBezTo>
                  <a:pt x="2170" y="14623"/>
                  <a:pt x="2170" y="14598"/>
                  <a:pt x="2100" y="14554"/>
                </a:cubicBezTo>
                <a:cubicBezTo>
                  <a:pt x="2051" y="14524"/>
                  <a:pt x="2011" y="14466"/>
                  <a:pt x="2011" y="14427"/>
                </a:cubicBezTo>
                <a:cubicBezTo>
                  <a:pt x="2011" y="14396"/>
                  <a:pt x="1987" y="14379"/>
                  <a:pt x="1894" y="14373"/>
                </a:cubicBezTo>
                <a:close/>
                <a:moveTo>
                  <a:pt x="14067" y="14377"/>
                </a:moveTo>
                <a:lnTo>
                  <a:pt x="12670" y="14398"/>
                </a:lnTo>
                <a:cubicBezTo>
                  <a:pt x="11902" y="14410"/>
                  <a:pt x="11116" y="14421"/>
                  <a:pt x="10922" y="14423"/>
                </a:cubicBezTo>
                <a:lnTo>
                  <a:pt x="10567" y="14425"/>
                </a:lnTo>
                <a:lnTo>
                  <a:pt x="10567" y="14725"/>
                </a:lnTo>
                <a:cubicBezTo>
                  <a:pt x="10567" y="14996"/>
                  <a:pt x="10584" y="15026"/>
                  <a:pt x="10719" y="15026"/>
                </a:cubicBezTo>
                <a:cubicBezTo>
                  <a:pt x="10802" y="15026"/>
                  <a:pt x="10929" y="15002"/>
                  <a:pt x="11004" y="14973"/>
                </a:cubicBezTo>
                <a:cubicBezTo>
                  <a:pt x="11187" y="14902"/>
                  <a:pt x="11386" y="14954"/>
                  <a:pt x="11386" y="15071"/>
                </a:cubicBezTo>
                <a:cubicBezTo>
                  <a:pt x="11386" y="15124"/>
                  <a:pt x="11436" y="15164"/>
                  <a:pt x="11499" y="15164"/>
                </a:cubicBezTo>
                <a:cubicBezTo>
                  <a:pt x="11560" y="15164"/>
                  <a:pt x="11612" y="15143"/>
                  <a:pt x="11612" y="15117"/>
                </a:cubicBezTo>
                <a:cubicBezTo>
                  <a:pt x="11612" y="15064"/>
                  <a:pt x="11935" y="14970"/>
                  <a:pt x="12179" y="14952"/>
                </a:cubicBezTo>
                <a:cubicBezTo>
                  <a:pt x="12270" y="14945"/>
                  <a:pt x="12410" y="14989"/>
                  <a:pt x="12507" y="15053"/>
                </a:cubicBezTo>
                <a:cubicBezTo>
                  <a:pt x="12745" y="15210"/>
                  <a:pt x="12862" y="15193"/>
                  <a:pt x="12889" y="15001"/>
                </a:cubicBezTo>
                <a:cubicBezTo>
                  <a:pt x="12902" y="14912"/>
                  <a:pt x="12947" y="14839"/>
                  <a:pt x="12988" y="14839"/>
                </a:cubicBezTo>
                <a:cubicBezTo>
                  <a:pt x="13029" y="14839"/>
                  <a:pt x="13072" y="14912"/>
                  <a:pt x="13085" y="15001"/>
                </a:cubicBezTo>
                <a:lnTo>
                  <a:pt x="13108" y="15164"/>
                </a:lnTo>
                <a:lnTo>
                  <a:pt x="13586" y="15164"/>
                </a:lnTo>
                <a:lnTo>
                  <a:pt x="14067" y="15164"/>
                </a:lnTo>
                <a:lnTo>
                  <a:pt x="14067" y="14771"/>
                </a:lnTo>
                <a:lnTo>
                  <a:pt x="14067" y="14377"/>
                </a:lnTo>
                <a:close/>
                <a:moveTo>
                  <a:pt x="6028" y="14390"/>
                </a:moveTo>
                <a:lnTo>
                  <a:pt x="5302" y="14402"/>
                </a:lnTo>
                <a:cubicBezTo>
                  <a:pt x="4902" y="14408"/>
                  <a:pt x="4559" y="14418"/>
                  <a:pt x="4539" y="14425"/>
                </a:cubicBezTo>
                <a:cubicBezTo>
                  <a:pt x="4518" y="14431"/>
                  <a:pt x="4477" y="14434"/>
                  <a:pt x="4446" y="14431"/>
                </a:cubicBezTo>
                <a:cubicBezTo>
                  <a:pt x="4414" y="14428"/>
                  <a:pt x="3987" y="14416"/>
                  <a:pt x="3497" y="14406"/>
                </a:cubicBezTo>
                <a:cubicBezTo>
                  <a:pt x="2617" y="14388"/>
                  <a:pt x="2604" y="14388"/>
                  <a:pt x="2604" y="14489"/>
                </a:cubicBezTo>
                <a:cubicBezTo>
                  <a:pt x="2604" y="14545"/>
                  <a:pt x="2565" y="14618"/>
                  <a:pt x="2515" y="14649"/>
                </a:cubicBezTo>
                <a:cubicBezTo>
                  <a:pt x="2443" y="14694"/>
                  <a:pt x="2443" y="14724"/>
                  <a:pt x="2515" y="14795"/>
                </a:cubicBezTo>
                <a:cubicBezTo>
                  <a:pt x="2565" y="14845"/>
                  <a:pt x="2604" y="14950"/>
                  <a:pt x="2604" y="15026"/>
                </a:cubicBezTo>
                <a:lnTo>
                  <a:pt x="2604" y="15164"/>
                </a:lnTo>
                <a:lnTo>
                  <a:pt x="3119" y="15164"/>
                </a:lnTo>
                <a:cubicBezTo>
                  <a:pt x="3506" y="15164"/>
                  <a:pt x="3640" y="15148"/>
                  <a:pt x="3673" y="15096"/>
                </a:cubicBezTo>
                <a:cubicBezTo>
                  <a:pt x="3702" y="15049"/>
                  <a:pt x="3824" y="15026"/>
                  <a:pt x="4051" y="15026"/>
                </a:cubicBezTo>
                <a:cubicBezTo>
                  <a:pt x="4234" y="15026"/>
                  <a:pt x="4403" y="15005"/>
                  <a:pt x="4429" y="14979"/>
                </a:cubicBezTo>
                <a:cubicBezTo>
                  <a:pt x="4497" y="14910"/>
                  <a:pt x="4615" y="14972"/>
                  <a:pt x="4615" y="15076"/>
                </a:cubicBezTo>
                <a:cubicBezTo>
                  <a:pt x="4615" y="15241"/>
                  <a:pt x="4826" y="15174"/>
                  <a:pt x="4850" y="15001"/>
                </a:cubicBezTo>
                <a:cubicBezTo>
                  <a:pt x="4863" y="14912"/>
                  <a:pt x="4909" y="14839"/>
                  <a:pt x="4950" y="14839"/>
                </a:cubicBezTo>
                <a:cubicBezTo>
                  <a:pt x="4991" y="14839"/>
                  <a:pt x="5033" y="14912"/>
                  <a:pt x="5046" y="15001"/>
                </a:cubicBezTo>
                <a:lnTo>
                  <a:pt x="5069" y="15164"/>
                </a:lnTo>
                <a:lnTo>
                  <a:pt x="5597" y="15164"/>
                </a:lnTo>
                <a:lnTo>
                  <a:pt x="6121" y="15164"/>
                </a:lnTo>
                <a:lnTo>
                  <a:pt x="6075" y="15020"/>
                </a:lnTo>
                <a:cubicBezTo>
                  <a:pt x="6049" y="14941"/>
                  <a:pt x="6028" y="14766"/>
                  <a:pt x="6028" y="14633"/>
                </a:cubicBezTo>
                <a:lnTo>
                  <a:pt x="6028" y="14390"/>
                </a:lnTo>
                <a:close/>
                <a:moveTo>
                  <a:pt x="8885" y="14392"/>
                </a:moveTo>
                <a:cubicBezTo>
                  <a:pt x="8287" y="14386"/>
                  <a:pt x="7763" y="14394"/>
                  <a:pt x="7720" y="14410"/>
                </a:cubicBezTo>
                <a:cubicBezTo>
                  <a:pt x="7678" y="14427"/>
                  <a:pt x="7404" y="14434"/>
                  <a:pt x="7110" y="14429"/>
                </a:cubicBezTo>
                <a:lnTo>
                  <a:pt x="6572" y="14421"/>
                </a:lnTo>
                <a:lnTo>
                  <a:pt x="6566" y="14569"/>
                </a:lnTo>
                <a:cubicBezTo>
                  <a:pt x="6562" y="14650"/>
                  <a:pt x="6536" y="14796"/>
                  <a:pt x="6509" y="14894"/>
                </a:cubicBezTo>
                <a:lnTo>
                  <a:pt x="6463" y="15071"/>
                </a:lnTo>
                <a:lnTo>
                  <a:pt x="7093" y="15071"/>
                </a:lnTo>
                <a:cubicBezTo>
                  <a:pt x="7595" y="15071"/>
                  <a:pt x="7734" y="15057"/>
                  <a:pt x="7770" y="14999"/>
                </a:cubicBezTo>
                <a:cubicBezTo>
                  <a:pt x="7803" y="14945"/>
                  <a:pt x="7901" y="14931"/>
                  <a:pt x="8168" y="14942"/>
                </a:cubicBezTo>
                <a:cubicBezTo>
                  <a:pt x="8470" y="14954"/>
                  <a:pt x="8526" y="14972"/>
                  <a:pt x="8546" y="15061"/>
                </a:cubicBezTo>
                <a:cubicBezTo>
                  <a:pt x="8573" y="15179"/>
                  <a:pt x="8743" y="15201"/>
                  <a:pt x="8808" y="15096"/>
                </a:cubicBezTo>
                <a:cubicBezTo>
                  <a:pt x="8839" y="15046"/>
                  <a:pt x="8967" y="15026"/>
                  <a:pt x="9266" y="15026"/>
                </a:cubicBezTo>
                <a:cubicBezTo>
                  <a:pt x="9565" y="15026"/>
                  <a:pt x="9693" y="15046"/>
                  <a:pt x="9724" y="15096"/>
                </a:cubicBezTo>
                <a:cubicBezTo>
                  <a:pt x="9809" y="15233"/>
                  <a:pt x="9973" y="15170"/>
                  <a:pt x="9973" y="15001"/>
                </a:cubicBezTo>
                <a:cubicBezTo>
                  <a:pt x="9973" y="14899"/>
                  <a:pt x="10015" y="14829"/>
                  <a:pt x="10086" y="14812"/>
                </a:cubicBezTo>
                <a:cubicBezTo>
                  <a:pt x="10147" y="14797"/>
                  <a:pt x="10195" y="14758"/>
                  <a:pt x="10195" y="14725"/>
                </a:cubicBezTo>
                <a:cubicBezTo>
                  <a:pt x="10195" y="14693"/>
                  <a:pt x="10147" y="14654"/>
                  <a:pt x="10086" y="14639"/>
                </a:cubicBezTo>
                <a:cubicBezTo>
                  <a:pt x="10024" y="14624"/>
                  <a:pt x="9973" y="14565"/>
                  <a:pt x="9973" y="14507"/>
                </a:cubicBezTo>
                <a:cubicBezTo>
                  <a:pt x="9973" y="14403"/>
                  <a:pt x="9961" y="14403"/>
                  <a:pt x="8885" y="14392"/>
                </a:cubicBezTo>
                <a:close/>
                <a:moveTo>
                  <a:pt x="19060" y="14425"/>
                </a:moveTo>
                <a:lnTo>
                  <a:pt x="18200" y="14429"/>
                </a:lnTo>
                <a:cubicBezTo>
                  <a:pt x="17565" y="14432"/>
                  <a:pt x="17341" y="14448"/>
                  <a:pt x="17341" y="14491"/>
                </a:cubicBezTo>
                <a:cubicBezTo>
                  <a:pt x="17341" y="14522"/>
                  <a:pt x="17363" y="14564"/>
                  <a:pt x="17391" y="14581"/>
                </a:cubicBezTo>
                <a:cubicBezTo>
                  <a:pt x="17419" y="14599"/>
                  <a:pt x="17435" y="14714"/>
                  <a:pt x="17424" y="14839"/>
                </a:cubicBezTo>
                <a:lnTo>
                  <a:pt x="17404" y="15063"/>
                </a:lnTo>
                <a:lnTo>
                  <a:pt x="17889" y="15067"/>
                </a:lnTo>
                <a:cubicBezTo>
                  <a:pt x="18322" y="15069"/>
                  <a:pt x="18383" y="15058"/>
                  <a:pt x="18492" y="14954"/>
                </a:cubicBezTo>
                <a:cubicBezTo>
                  <a:pt x="18627" y="14827"/>
                  <a:pt x="18754" y="14841"/>
                  <a:pt x="18754" y="14985"/>
                </a:cubicBezTo>
                <a:cubicBezTo>
                  <a:pt x="18754" y="15049"/>
                  <a:pt x="18795" y="15074"/>
                  <a:pt x="18884" y="15063"/>
                </a:cubicBezTo>
                <a:cubicBezTo>
                  <a:pt x="18990" y="15051"/>
                  <a:pt x="19018" y="14989"/>
                  <a:pt x="19036" y="14736"/>
                </a:cubicBezTo>
                <a:lnTo>
                  <a:pt x="19060" y="14425"/>
                </a:lnTo>
                <a:close/>
                <a:moveTo>
                  <a:pt x="5909" y="15949"/>
                </a:moveTo>
                <a:cubicBezTo>
                  <a:pt x="5699" y="15955"/>
                  <a:pt x="5487" y="15980"/>
                  <a:pt x="5438" y="16017"/>
                </a:cubicBezTo>
                <a:cubicBezTo>
                  <a:pt x="5362" y="16073"/>
                  <a:pt x="5403" y="16085"/>
                  <a:pt x="5706" y="16097"/>
                </a:cubicBezTo>
                <a:cubicBezTo>
                  <a:pt x="6008" y="16109"/>
                  <a:pt x="6065" y="16127"/>
                  <a:pt x="6065" y="16204"/>
                </a:cubicBezTo>
                <a:cubicBezTo>
                  <a:pt x="6065" y="16285"/>
                  <a:pt x="6014" y="16297"/>
                  <a:pt x="5673" y="16297"/>
                </a:cubicBezTo>
                <a:cubicBezTo>
                  <a:pt x="5356" y="16297"/>
                  <a:pt x="5285" y="16310"/>
                  <a:pt x="5285" y="16373"/>
                </a:cubicBezTo>
                <a:cubicBezTo>
                  <a:pt x="5285" y="16427"/>
                  <a:pt x="5359" y="16456"/>
                  <a:pt x="5527" y="16466"/>
                </a:cubicBezTo>
                <a:cubicBezTo>
                  <a:pt x="5752" y="16479"/>
                  <a:pt x="5765" y="16491"/>
                  <a:pt x="5743" y="16631"/>
                </a:cubicBezTo>
                <a:cubicBezTo>
                  <a:pt x="5721" y="16764"/>
                  <a:pt x="5739" y="16781"/>
                  <a:pt x="5905" y="16781"/>
                </a:cubicBezTo>
                <a:cubicBezTo>
                  <a:pt x="6062" y="16781"/>
                  <a:pt x="6098" y="16756"/>
                  <a:pt x="6118" y="16631"/>
                </a:cubicBezTo>
                <a:cubicBezTo>
                  <a:pt x="6137" y="16505"/>
                  <a:pt x="6171" y="16480"/>
                  <a:pt x="6327" y="16480"/>
                </a:cubicBezTo>
                <a:cubicBezTo>
                  <a:pt x="6477" y="16480"/>
                  <a:pt x="6508" y="16501"/>
                  <a:pt x="6489" y="16585"/>
                </a:cubicBezTo>
                <a:cubicBezTo>
                  <a:pt x="6467" y="16686"/>
                  <a:pt x="6486" y="16688"/>
                  <a:pt x="7100" y="16688"/>
                </a:cubicBezTo>
                <a:lnTo>
                  <a:pt x="7730" y="16688"/>
                </a:lnTo>
                <a:lnTo>
                  <a:pt x="7727" y="16505"/>
                </a:lnTo>
                <a:cubicBezTo>
                  <a:pt x="7724" y="16384"/>
                  <a:pt x="7688" y="16320"/>
                  <a:pt x="7624" y="16320"/>
                </a:cubicBezTo>
                <a:cubicBezTo>
                  <a:pt x="7455" y="16320"/>
                  <a:pt x="7412" y="16216"/>
                  <a:pt x="7554" y="16151"/>
                </a:cubicBezTo>
                <a:cubicBezTo>
                  <a:pt x="7629" y="16117"/>
                  <a:pt x="7676" y="16080"/>
                  <a:pt x="7657" y="16068"/>
                </a:cubicBezTo>
                <a:cubicBezTo>
                  <a:pt x="7638" y="16057"/>
                  <a:pt x="7347" y="16042"/>
                  <a:pt x="7010" y="16037"/>
                </a:cubicBezTo>
                <a:cubicBezTo>
                  <a:pt x="6673" y="16033"/>
                  <a:pt x="6379" y="16012"/>
                  <a:pt x="6357" y="15990"/>
                </a:cubicBezTo>
                <a:cubicBezTo>
                  <a:pt x="6322" y="15956"/>
                  <a:pt x="6118" y="15943"/>
                  <a:pt x="5909" y="15949"/>
                </a:cubicBezTo>
                <a:close/>
                <a:moveTo>
                  <a:pt x="1413" y="15955"/>
                </a:moveTo>
                <a:cubicBezTo>
                  <a:pt x="1074" y="15953"/>
                  <a:pt x="805" y="15972"/>
                  <a:pt x="776" y="16000"/>
                </a:cubicBezTo>
                <a:cubicBezTo>
                  <a:pt x="750" y="16027"/>
                  <a:pt x="591" y="16043"/>
                  <a:pt x="421" y="16035"/>
                </a:cubicBezTo>
                <a:cubicBezTo>
                  <a:pt x="252" y="16028"/>
                  <a:pt x="110" y="16041"/>
                  <a:pt x="106" y="16066"/>
                </a:cubicBezTo>
                <a:cubicBezTo>
                  <a:pt x="103" y="16091"/>
                  <a:pt x="72" y="16148"/>
                  <a:pt x="40" y="16194"/>
                </a:cubicBezTo>
                <a:cubicBezTo>
                  <a:pt x="-1" y="16252"/>
                  <a:pt x="32" y="16310"/>
                  <a:pt x="146" y="16386"/>
                </a:cubicBezTo>
                <a:cubicBezTo>
                  <a:pt x="251" y="16455"/>
                  <a:pt x="280" y="16506"/>
                  <a:pt x="229" y="16526"/>
                </a:cubicBezTo>
                <a:cubicBezTo>
                  <a:pt x="185" y="16543"/>
                  <a:pt x="149" y="16586"/>
                  <a:pt x="149" y="16622"/>
                </a:cubicBezTo>
                <a:cubicBezTo>
                  <a:pt x="149" y="16711"/>
                  <a:pt x="478" y="16709"/>
                  <a:pt x="700" y="16618"/>
                </a:cubicBezTo>
                <a:cubicBezTo>
                  <a:pt x="863" y="16552"/>
                  <a:pt x="880" y="16554"/>
                  <a:pt x="995" y="16664"/>
                </a:cubicBezTo>
                <a:cubicBezTo>
                  <a:pt x="1096" y="16759"/>
                  <a:pt x="1177" y="16780"/>
                  <a:pt x="1433" y="16779"/>
                </a:cubicBezTo>
                <a:cubicBezTo>
                  <a:pt x="1816" y="16777"/>
                  <a:pt x="2054" y="16684"/>
                  <a:pt x="1971" y="16565"/>
                </a:cubicBezTo>
                <a:cubicBezTo>
                  <a:pt x="1890" y="16450"/>
                  <a:pt x="1924" y="16353"/>
                  <a:pt x="2067" y="16285"/>
                </a:cubicBezTo>
                <a:cubicBezTo>
                  <a:pt x="2177" y="16232"/>
                  <a:pt x="2176" y="16222"/>
                  <a:pt x="2050" y="16165"/>
                </a:cubicBezTo>
                <a:cubicBezTo>
                  <a:pt x="1970" y="16129"/>
                  <a:pt x="1928" y="16071"/>
                  <a:pt x="1954" y="16029"/>
                </a:cubicBezTo>
                <a:cubicBezTo>
                  <a:pt x="1992" y="15968"/>
                  <a:pt x="1911" y="15958"/>
                  <a:pt x="1413" y="15955"/>
                </a:cubicBezTo>
                <a:close/>
                <a:moveTo>
                  <a:pt x="9545" y="16027"/>
                </a:moveTo>
                <a:cubicBezTo>
                  <a:pt x="9105" y="16032"/>
                  <a:pt x="8604" y="16038"/>
                  <a:pt x="8430" y="16040"/>
                </a:cubicBezTo>
                <a:cubicBezTo>
                  <a:pt x="8194" y="16042"/>
                  <a:pt x="8112" y="16062"/>
                  <a:pt x="8112" y="16116"/>
                </a:cubicBezTo>
                <a:cubicBezTo>
                  <a:pt x="8112" y="16167"/>
                  <a:pt x="8170" y="16184"/>
                  <a:pt x="8311" y="16173"/>
                </a:cubicBezTo>
                <a:cubicBezTo>
                  <a:pt x="8596" y="16152"/>
                  <a:pt x="8608" y="16254"/>
                  <a:pt x="8340" y="16400"/>
                </a:cubicBezTo>
                <a:cubicBezTo>
                  <a:pt x="8214" y="16469"/>
                  <a:pt x="8112" y="16561"/>
                  <a:pt x="8112" y="16606"/>
                </a:cubicBezTo>
                <a:cubicBezTo>
                  <a:pt x="8112" y="16681"/>
                  <a:pt x="8201" y="16690"/>
                  <a:pt x="9097" y="16688"/>
                </a:cubicBezTo>
                <a:cubicBezTo>
                  <a:pt x="10119" y="16687"/>
                  <a:pt x="10344" y="16650"/>
                  <a:pt x="10344" y="16487"/>
                </a:cubicBezTo>
                <a:cubicBezTo>
                  <a:pt x="10344" y="16444"/>
                  <a:pt x="10291" y="16357"/>
                  <a:pt x="10225" y="16295"/>
                </a:cubicBezTo>
                <a:cubicBezTo>
                  <a:pt x="10115" y="16191"/>
                  <a:pt x="10115" y="16179"/>
                  <a:pt x="10225" y="16153"/>
                </a:cubicBezTo>
                <a:cubicBezTo>
                  <a:pt x="10291" y="16137"/>
                  <a:pt x="10344" y="16102"/>
                  <a:pt x="10344" y="16073"/>
                </a:cubicBezTo>
                <a:cubicBezTo>
                  <a:pt x="10344" y="16036"/>
                  <a:pt x="10103" y="16021"/>
                  <a:pt x="9545" y="16027"/>
                </a:cubicBezTo>
                <a:close/>
                <a:moveTo>
                  <a:pt x="3935" y="16037"/>
                </a:moveTo>
                <a:cubicBezTo>
                  <a:pt x="3789" y="16037"/>
                  <a:pt x="3589" y="16039"/>
                  <a:pt x="3314" y="16042"/>
                </a:cubicBezTo>
                <a:cubicBezTo>
                  <a:pt x="2947" y="16045"/>
                  <a:pt x="2603" y="16070"/>
                  <a:pt x="2551" y="16097"/>
                </a:cubicBezTo>
                <a:cubicBezTo>
                  <a:pt x="2499" y="16124"/>
                  <a:pt x="2455" y="16243"/>
                  <a:pt x="2455" y="16361"/>
                </a:cubicBezTo>
                <a:cubicBezTo>
                  <a:pt x="2455" y="16537"/>
                  <a:pt x="2486" y="16583"/>
                  <a:pt x="2624" y="16625"/>
                </a:cubicBezTo>
                <a:cubicBezTo>
                  <a:pt x="2716" y="16652"/>
                  <a:pt x="2950" y="16676"/>
                  <a:pt x="3142" y="16676"/>
                </a:cubicBezTo>
                <a:cubicBezTo>
                  <a:pt x="3432" y="16676"/>
                  <a:pt x="3495" y="16661"/>
                  <a:pt x="3513" y="16585"/>
                </a:cubicBezTo>
                <a:cubicBezTo>
                  <a:pt x="3526" y="16534"/>
                  <a:pt x="3639" y="16469"/>
                  <a:pt x="3779" y="16433"/>
                </a:cubicBezTo>
                <a:cubicBezTo>
                  <a:pt x="3999" y="16376"/>
                  <a:pt x="4029" y="16376"/>
                  <a:pt x="4064" y="16447"/>
                </a:cubicBezTo>
                <a:cubicBezTo>
                  <a:pt x="4180" y="16680"/>
                  <a:pt x="4413" y="16747"/>
                  <a:pt x="4738" y="16639"/>
                </a:cubicBezTo>
                <a:cubicBezTo>
                  <a:pt x="4891" y="16588"/>
                  <a:pt x="4913" y="16547"/>
                  <a:pt x="4913" y="16311"/>
                </a:cubicBezTo>
                <a:cubicBezTo>
                  <a:pt x="4913" y="16103"/>
                  <a:pt x="4887" y="16042"/>
                  <a:pt x="4801" y="16042"/>
                </a:cubicBezTo>
                <a:cubicBezTo>
                  <a:pt x="4718" y="16042"/>
                  <a:pt x="4688" y="16095"/>
                  <a:pt x="4688" y="16243"/>
                </a:cubicBezTo>
                <a:cubicBezTo>
                  <a:pt x="4688" y="16448"/>
                  <a:pt x="4547" y="16586"/>
                  <a:pt x="4396" y="16528"/>
                </a:cubicBezTo>
                <a:cubicBezTo>
                  <a:pt x="4353" y="16511"/>
                  <a:pt x="4316" y="16396"/>
                  <a:pt x="4316" y="16270"/>
                </a:cubicBezTo>
                <a:cubicBezTo>
                  <a:pt x="4316" y="16075"/>
                  <a:pt x="4371" y="16039"/>
                  <a:pt x="3935" y="16037"/>
                </a:cubicBezTo>
                <a:close/>
                <a:moveTo>
                  <a:pt x="2438" y="17558"/>
                </a:moveTo>
                <a:cubicBezTo>
                  <a:pt x="2167" y="17534"/>
                  <a:pt x="868" y="17610"/>
                  <a:pt x="730" y="17659"/>
                </a:cubicBezTo>
                <a:cubicBezTo>
                  <a:pt x="649" y="17687"/>
                  <a:pt x="586" y="17687"/>
                  <a:pt x="557" y="17659"/>
                </a:cubicBezTo>
                <a:cubicBezTo>
                  <a:pt x="488" y="17589"/>
                  <a:pt x="170" y="17605"/>
                  <a:pt x="123" y="17681"/>
                </a:cubicBezTo>
                <a:cubicBezTo>
                  <a:pt x="100" y="17718"/>
                  <a:pt x="114" y="17761"/>
                  <a:pt x="153" y="17776"/>
                </a:cubicBezTo>
                <a:cubicBezTo>
                  <a:pt x="192" y="17791"/>
                  <a:pt x="222" y="17916"/>
                  <a:pt x="222" y="18054"/>
                </a:cubicBezTo>
                <a:cubicBezTo>
                  <a:pt x="222" y="18269"/>
                  <a:pt x="245" y="18305"/>
                  <a:pt x="365" y="18305"/>
                </a:cubicBezTo>
                <a:cubicBezTo>
                  <a:pt x="446" y="18305"/>
                  <a:pt x="522" y="18263"/>
                  <a:pt x="551" y="18202"/>
                </a:cubicBezTo>
                <a:lnTo>
                  <a:pt x="601" y="18097"/>
                </a:lnTo>
                <a:lnTo>
                  <a:pt x="720" y="18202"/>
                </a:lnTo>
                <a:cubicBezTo>
                  <a:pt x="841" y="18309"/>
                  <a:pt x="1108" y="18340"/>
                  <a:pt x="1234" y="18262"/>
                </a:cubicBezTo>
                <a:cubicBezTo>
                  <a:pt x="1280" y="18234"/>
                  <a:pt x="1371" y="18240"/>
                  <a:pt x="1490" y="18281"/>
                </a:cubicBezTo>
                <a:cubicBezTo>
                  <a:pt x="1744" y="18367"/>
                  <a:pt x="2412" y="18371"/>
                  <a:pt x="2525" y="18287"/>
                </a:cubicBezTo>
                <a:cubicBezTo>
                  <a:pt x="2592" y="18236"/>
                  <a:pt x="2592" y="18199"/>
                  <a:pt x="2521" y="18128"/>
                </a:cubicBezTo>
                <a:cubicBezTo>
                  <a:pt x="2446" y="18053"/>
                  <a:pt x="2451" y="18015"/>
                  <a:pt x="2558" y="17914"/>
                </a:cubicBezTo>
                <a:cubicBezTo>
                  <a:pt x="2658" y="17819"/>
                  <a:pt x="2670" y="17776"/>
                  <a:pt x="2604" y="17726"/>
                </a:cubicBezTo>
                <a:cubicBezTo>
                  <a:pt x="2557" y="17691"/>
                  <a:pt x="2537" y="17642"/>
                  <a:pt x="2561" y="17617"/>
                </a:cubicBezTo>
                <a:cubicBezTo>
                  <a:pt x="2586" y="17593"/>
                  <a:pt x="2531" y="17566"/>
                  <a:pt x="2438" y="17558"/>
                </a:cubicBezTo>
                <a:close/>
                <a:moveTo>
                  <a:pt x="8914" y="17558"/>
                </a:moveTo>
                <a:cubicBezTo>
                  <a:pt x="8659" y="17567"/>
                  <a:pt x="8408" y="17595"/>
                  <a:pt x="8360" y="17619"/>
                </a:cubicBezTo>
                <a:cubicBezTo>
                  <a:pt x="8304" y="17649"/>
                  <a:pt x="8259" y="17647"/>
                  <a:pt x="8228" y="17615"/>
                </a:cubicBezTo>
                <a:cubicBezTo>
                  <a:pt x="8201" y="17588"/>
                  <a:pt x="7930" y="17566"/>
                  <a:pt x="7624" y="17566"/>
                </a:cubicBezTo>
                <a:cubicBezTo>
                  <a:pt x="7202" y="17566"/>
                  <a:pt x="7070" y="17581"/>
                  <a:pt x="7070" y="17630"/>
                </a:cubicBezTo>
                <a:cubicBezTo>
                  <a:pt x="7070" y="17665"/>
                  <a:pt x="7147" y="17707"/>
                  <a:pt x="7239" y="17722"/>
                </a:cubicBezTo>
                <a:lnTo>
                  <a:pt x="7405" y="17751"/>
                </a:lnTo>
                <a:lnTo>
                  <a:pt x="7219" y="17844"/>
                </a:lnTo>
                <a:cubicBezTo>
                  <a:pt x="7048" y="17929"/>
                  <a:pt x="7043" y="17942"/>
                  <a:pt x="7163" y="17986"/>
                </a:cubicBezTo>
                <a:cubicBezTo>
                  <a:pt x="7247" y="18017"/>
                  <a:pt x="7292" y="18089"/>
                  <a:pt x="7292" y="18192"/>
                </a:cubicBezTo>
                <a:lnTo>
                  <a:pt x="7292" y="18353"/>
                </a:lnTo>
                <a:lnTo>
                  <a:pt x="7737" y="18353"/>
                </a:lnTo>
                <a:lnTo>
                  <a:pt x="8178" y="18353"/>
                </a:lnTo>
                <a:lnTo>
                  <a:pt x="8201" y="18180"/>
                </a:lnTo>
                <a:cubicBezTo>
                  <a:pt x="8217" y="18063"/>
                  <a:pt x="8259" y="18005"/>
                  <a:pt x="8334" y="18005"/>
                </a:cubicBezTo>
                <a:cubicBezTo>
                  <a:pt x="8417" y="18005"/>
                  <a:pt x="8441" y="18050"/>
                  <a:pt x="8423" y="18180"/>
                </a:cubicBezTo>
                <a:lnTo>
                  <a:pt x="8397" y="18353"/>
                </a:lnTo>
                <a:lnTo>
                  <a:pt x="8888" y="18353"/>
                </a:lnTo>
                <a:lnTo>
                  <a:pt x="9379" y="18353"/>
                </a:lnTo>
                <a:lnTo>
                  <a:pt x="9379" y="18124"/>
                </a:lnTo>
                <a:cubicBezTo>
                  <a:pt x="9379" y="17998"/>
                  <a:pt x="9414" y="17882"/>
                  <a:pt x="9459" y="17864"/>
                </a:cubicBezTo>
                <a:cubicBezTo>
                  <a:pt x="9517" y="17842"/>
                  <a:pt x="9517" y="17820"/>
                  <a:pt x="9459" y="17784"/>
                </a:cubicBezTo>
                <a:cubicBezTo>
                  <a:pt x="9414" y="17757"/>
                  <a:pt x="9379" y="17689"/>
                  <a:pt x="9379" y="17636"/>
                </a:cubicBezTo>
                <a:cubicBezTo>
                  <a:pt x="9379" y="17547"/>
                  <a:pt x="9344" y="17542"/>
                  <a:pt x="8914" y="17558"/>
                </a:cubicBezTo>
                <a:close/>
                <a:moveTo>
                  <a:pt x="3583" y="17566"/>
                </a:moveTo>
                <a:cubicBezTo>
                  <a:pt x="3130" y="17560"/>
                  <a:pt x="3052" y="17598"/>
                  <a:pt x="3052" y="17819"/>
                </a:cubicBezTo>
                <a:cubicBezTo>
                  <a:pt x="3052" y="17953"/>
                  <a:pt x="3088" y="18028"/>
                  <a:pt x="3162" y="18046"/>
                </a:cubicBezTo>
                <a:cubicBezTo>
                  <a:pt x="3225" y="18061"/>
                  <a:pt x="3253" y="18102"/>
                  <a:pt x="3228" y="18143"/>
                </a:cubicBezTo>
                <a:cubicBezTo>
                  <a:pt x="3204" y="18182"/>
                  <a:pt x="3204" y="18245"/>
                  <a:pt x="3228" y="18283"/>
                </a:cubicBezTo>
                <a:cubicBezTo>
                  <a:pt x="3278" y="18363"/>
                  <a:pt x="4126" y="18383"/>
                  <a:pt x="4203" y="18305"/>
                </a:cubicBezTo>
                <a:cubicBezTo>
                  <a:pt x="4234" y="18274"/>
                  <a:pt x="4296" y="18274"/>
                  <a:pt x="4389" y="18305"/>
                </a:cubicBezTo>
                <a:cubicBezTo>
                  <a:pt x="4466" y="18331"/>
                  <a:pt x="4700" y="18353"/>
                  <a:pt x="4907" y="18353"/>
                </a:cubicBezTo>
                <a:cubicBezTo>
                  <a:pt x="5227" y="18353"/>
                  <a:pt x="5298" y="18334"/>
                  <a:pt x="5404" y="18233"/>
                </a:cubicBezTo>
                <a:cubicBezTo>
                  <a:pt x="5491" y="18151"/>
                  <a:pt x="5552" y="18131"/>
                  <a:pt x="5607" y="18165"/>
                </a:cubicBezTo>
                <a:cubicBezTo>
                  <a:pt x="5707" y="18227"/>
                  <a:pt x="6080" y="18229"/>
                  <a:pt x="6141" y="18167"/>
                </a:cubicBezTo>
                <a:cubicBezTo>
                  <a:pt x="6210" y="18098"/>
                  <a:pt x="6327" y="18159"/>
                  <a:pt x="6327" y="18266"/>
                </a:cubicBezTo>
                <a:cubicBezTo>
                  <a:pt x="6327" y="18330"/>
                  <a:pt x="6367" y="18353"/>
                  <a:pt x="6456" y="18342"/>
                </a:cubicBezTo>
                <a:cubicBezTo>
                  <a:pt x="6565" y="18329"/>
                  <a:pt x="6591" y="18266"/>
                  <a:pt x="6609" y="17947"/>
                </a:cubicBezTo>
                <a:cubicBezTo>
                  <a:pt x="6629" y="17597"/>
                  <a:pt x="6618" y="17566"/>
                  <a:pt x="6486" y="17566"/>
                </a:cubicBezTo>
                <a:cubicBezTo>
                  <a:pt x="6407" y="17566"/>
                  <a:pt x="6323" y="17598"/>
                  <a:pt x="6300" y="17636"/>
                </a:cubicBezTo>
                <a:cubicBezTo>
                  <a:pt x="6264" y="17695"/>
                  <a:pt x="6229" y="17691"/>
                  <a:pt x="6038" y="17623"/>
                </a:cubicBezTo>
                <a:cubicBezTo>
                  <a:pt x="5828" y="17549"/>
                  <a:pt x="5809" y="17550"/>
                  <a:pt x="5663" y="17632"/>
                </a:cubicBezTo>
                <a:cubicBezTo>
                  <a:pt x="5525" y="17710"/>
                  <a:pt x="5506" y="17710"/>
                  <a:pt x="5464" y="17642"/>
                </a:cubicBezTo>
                <a:cubicBezTo>
                  <a:pt x="5412" y="17558"/>
                  <a:pt x="5171" y="17540"/>
                  <a:pt x="5096" y="17615"/>
                </a:cubicBezTo>
                <a:cubicBezTo>
                  <a:pt x="5062" y="17649"/>
                  <a:pt x="5019" y="17649"/>
                  <a:pt x="4953" y="17615"/>
                </a:cubicBezTo>
                <a:cubicBezTo>
                  <a:pt x="4901" y="17588"/>
                  <a:pt x="4628" y="17567"/>
                  <a:pt x="4346" y="17568"/>
                </a:cubicBezTo>
                <a:cubicBezTo>
                  <a:pt x="4064" y="17569"/>
                  <a:pt x="3720" y="17568"/>
                  <a:pt x="3583" y="17566"/>
                </a:cubicBezTo>
                <a:close/>
                <a:moveTo>
                  <a:pt x="10407" y="17566"/>
                </a:moveTo>
                <a:cubicBezTo>
                  <a:pt x="10071" y="17566"/>
                  <a:pt x="9973" y="17582"/>
                  <a:pt x="9973" y="17636"/>
                </a:cubicBezTo>
                <a:cubicBezTo>
                  <a:pt x="9973" y="17687"/>
                  <a:pt x="10057" y="17706"/>
                  <a:pt x="10295" y="17706"/>
                </a:cubicBezTo>
                <a:cubicBezTo>
                  <a:pt x="10673" y="17706"/>
                  <a:pt x="10737" y="17733"/>
                  <a:pt x="10636" y="17850"/>
                </a:cubicBezTo>
                <a:cubicBezTo>
                  <a:pt x="10579" y="17917"/>
                  <a:pt x="10480" y="17937"/>
                  <a:pt x="10195" y="17937"/>
                </a:cubicBezTo>
                <a:cubicBezTo>
                  <a:pt x="9923" y="17937"/>
                  <a:pt x="9823" y="17954"/>
                  <a:pt x="9823" y="18002"/>
                </a:cubicBezTo>
                <a:cubicBezTo>
                  <a:pt x="9823" y="18044"/>
                  <a:pt x="9916" y="18074"/>
                  <a:pt x="10066" y="18083"/>
                </a:cubicBezTo>
                <a:cubicBezTo>
                  <a:pt x="10267" y="18095"/>
                  <a:pt x="10311" y="18119"/>
                  <a:pt x="10331" y="18225"/>
                </a:cubicBezTo>
                <a:cubicBezTo>
                  <a:pt x="10344" y="18295"/>
                  <a:pt x="10401" y="18353"/>
                  <a:pt x="10457" y="18353"/>
                </a:cubicBezTo>
                <a:cubicBezTo>
                  <a:pt x="10513" y="18353"/>
                  <a:pt x="10570" y="18295"/>
                  <a:pt x="10583" y="18225"/>
                </a:cubicBezTo>
                <a:cubicBezTo>
                  <a:pt x="10603" y="18118"/>
                  <a:pt x="10640" y="18097"/>
                  <a:pt x="10829" y="18097"/>
                </a:cubicBezTo>
                <a:cubicBezTo>
                  <a:pt x="11017" y="18097"/>
                  <a:pt x="11047" y="18114"/>
                  <a:pt x="11028" y="18202"/>
                </a:cubicBezTo>
                <a:cubicBezTo>
                  <a:pt x="11005" y="18303"/>
                  <a:pt x="11023" y="18305"/>
                  <a:pt x="11641" y="18305"/>
                </a:cubicBezTo>
                <a:lnTo>
                  <a:pt x="12278" y="18305"/>
                </a:lnTo>
                <a:lnTo>
                  <a:pt x="12278" y="18122"/>
                </a:lnTo>
                <a:cubicBezTo>
                  <a:pt x="12278" y="17992"/>
                  <a:pt x="12248" y="17937"/>
                  <a:pt x="12172" y="17937"/>
                </a:cubicBezTo>
                <a:cubicBezTo>
                  <a:pt x="12001" y="17937"/>
                  <a:pt x="11957" y="17846"/>
                  <a:pt x="12086" y="17757"/>
                </a:cubicBezTo>
                <a:cubicBezTo>
                  <a:pt x="12151" y="17713"/>
                  <a:pt x="12205" y="17659"/>
                  <a:pt x="12205" y="17640"/>
                </a:cubicBezTo>
                <a:cubicBezTo>
                  <a:pt x="12205" y="17621"/>
                  <a:pt x="11921" y="17612"/>
                  <a:pt x="11572" y="17617"/>
                </a:cubicBezTo>
                <a:cubicBezTo>
                  <a:pt x="11223" y="17623"/>
                  <a:pt x="10915" y="17613"/>
                  <a:pt x="10888" y="17597"/>
                </a:cubicBezTo>
                <a:cubicBezTo>
                  <a:pt x="10862" y="17580"/>
                  <a:pt x="10646" y="17566"/>
                  <a:pt x="10407" y="17566"/>
                </a:cubicBezTo>
                <a:close/>
                <a:moveTo>
                  <a:pt x="13678" y="17613"/>
                </a:moveTo>
                <a:cubicBezTo>
                  <a:pt x="12682" y="17613"/>
                  <a:pt x="12653" y="17615"/>
                  <a:pt x="12653" y="17710"/>
                </a:cubicBezTo>
                <a:cubicBezTo>
                  <a:pt x="12653" y="17790"/>
                  <a:pt x="12686" y="17804"/>
                  <a:pt x="12839" y="17786"/>
                </a:cubicBezTo>
                <a:cubicBezTo>
                  <a:pt x="13124" y="17752"/>
                  <a:pt x="13140" y="17835"/>
                  <a:pt x="12882" y="18000"/>
                </a:cubicBezTo>
                <a:cubicBezTo>
                  <a:pt x="12755" y="18082"/>
                  <a:pt x="12653" y="18184"/>
                  <a:pt x="12653" y="18227"/>
                </a:cubicBezTo>
                <a:cubicBezTo>
                  <a:pt x="12653" y="18294"/>
                  <a:pt x="12739" y="18304"/>
                  <a:pt x="13284" y="18301"/>
                </a:cubicBezTo>
                <a:cubicBezTo>
                  <a:pt x="13631" y="18300"/>
                  <a:pt x="13934" y="18279"/>
                  <a:pt x="13957" y="18256"/>
                </a:cubicBezTo>
                <a:cubicBezTo>
                  <a:pt x="13983" y="18230"/>
                  <a:pt x="14056" y="18232"/>
                  <a:pt x="14140" y="18260"/>
                </a:cubicBezTo>
                <a:cubicBezTo>
                  <a:pt x="14514" y="18384"/>
                  <a:pt x="14886" y="18212"/>
                  <a:pt x="14886" y="17914"/>
                </a:cubicBezTo>
                <a:cubicBezTo>
                  <a:pt x="14886" y="17809"/>
                  <a:pt x="14846" y="17699"/>
                  <a:pt x="14797" y="17669"/>
                </a:cubicBezTo>
                <a:cubicBezTo>
                  <a:pt x="14736" y="17631"/>
                  <a:pt x="14378" y="17613"/>
                  <a:pt x="13678" y="17613"/>
                </a:cubicBezTo>
                <a:close/>
                <a:moveTo>
                  <a:pt x="6108" y="19137"/>
                </a:moveTo>
                <a:cubicBezTo>
                  <a:pt x="6028" y="19137"/>
                  <a:pt x="5941" y="19157"/>
                  <a:pt x="5915" y="19183"/>
                </a:cubicBezTo>
                <a:cubicBezTo>
                  <a:pt x="5865" y="19233"/>
                  <a:pt x="4105" y="19216"/>
                  <a:pt x="3636" y="19160"/>
                </a:cubicBezTo>
                <a:cubicBezTo>
                  <a:pt x="3466" y="19140"/>
                  <a:pt x="3349" y="19147"/>
                  <a:pt x="3318" y="19179"/>
                </a:cubicBezTo>
                <a:cubicBezTo>
                  <a:pt x="3290" y="19206"/>
                  <a:pt x="3134" y="19230"/>
                  <a:pt x="2973" y="19230"/>
                </a:cubicBezTo>
                <a:lnTo>
                  <a:pt x="2681" y="19230"/>
                </a:lnTo>
                <a:lnTo>
                  <a:pt x="2681" y="19483"/>
                </a:lnTo>
                <a:lnTo>
                  <a:pt x="2681" y="19737"/>
                </a:lnTo>
                <a:lnTo>
                  <a:pt x="2943" y="19737"/>
                </a:lnTo>
                <a:cubicBezTo>
                  <a:pt x="3154" y="19737"/>
                  <a:pt x="3218" y="19761"/>
                  <a:pt x="3275" y="19854"/>
                </a:cubicBezTo>
                <a:cubicBezTo>
                  <a:pt x="3328" y="19942"/>
                  <a:pt x="3400" y="19970"/>
                  <a:pt x="3566" y="19970"/>
                </a:cubicBezTo>
                <a:cubicBezTo>
                  <a:pt x="3688" y="19970"/>
                  <a:pt x="3807" y="19948"/>
                  <a:pt x="3832" y="19922"/>
                </a:cubicBezTo>
                <a:cubicBezTo>
                  <a:pt x="3857" y="19897"/>
                  <a:pt x="4155" y="19877"/>
                  <a:pt x="4492" y="19877"/>
                </a:cubicBezTo>
                <a:cubicBezTo>
                  <a:pt x="4829" y="19877"/>
                  <a:pt x="5137" y="19857"/>
                  <a:pt x="5175" y="19834"/>
                </a:cubicBezTo>
                <a:cubicBezTo>
                  <a:pt x="5214" y="19810"/>
                  <a:pt x="5396" y="19784"/>
                  <a:pt x="5580" y="19776"/>
                </a:cubicBezTo>
                <a:cubicBezTo>
                  <a:pt x="5879" y="19763"/>
                  <a:pt x="5921" y="19773"/>
                  <a:pt x="5942" y="19865"/>
                </a:cubicBezTo>
                <a:cubicBezTo>
                  <a:pt x="5957" y="19931"/>
                  <a:pt x="6016" y="19970"/>
                  <a:pt x="6108" y="19970"/>
                </a:cubicBezTo>
                <a:cubicBezTo>
                  <a:pt x="6239" y="19970"/>
                  <a:pt x="6250" y="19933"/>
                  <a:pt x="6250" y="19553"/>
                </a:cubicBezTo>
                <a:cubicBezTo>
                  <a:pt x="6250" y="19173"/>
                  <a:pt x="6240" y="19137"/>
                  <a:pt x="6108" y="19137"/>
                </a:cubicBezTo>
                <a:close/>
                <a:moveTo>
                  <a:pt x="12882" y="19137"/>
                </a:moveTo>
                <a:cubicBezTo>
                  <a:pt x="12795" y="19137"/>
                  <a:pt x="12746" y="19167"/>
                  <a:pt x="12753" y="19216"/>
                </a:cubicBezTo>
                <a:cubicBezTo>
                  <a:pt x="12768" y="19335"/>
                  <a:pt x="12500" y="19351"/>
                  <a:pt x="12451" y="19234"/>
                </a:cubicBezTo>
                <a:cubicBezTo>
                  <a:pt x="12401" y="19115"/>
                  <a:pt x="12205" y="19105"/>
                  <a:pt x="12205" y="19222"/>
                </a:cubicBezTo>
                <a:cubicBezTo>
                  <a:pt x="12205" y="19269"/>
                  <a:pt x="12141" y="19345"/>
                  <a:pt x="12059" y="19391"/>
                </a:cubicBezTo>
                <a:cubicBezTo>
                  <a:pt x="11918" y="19470"/>
                  <a:pt x="11910" y="19471"/>
                  <a:pt x="11867" y="19387"/>
                </a:cubicBezTo>
                <a:cubicBezTo>
                  <a:pt x="11762" y="19179"/>
                  <a:pt x="11713" y="19160"/>
                  <a:pt x="11267" y="19160"/>
                </a:cubicBezTo>
                <a:cubicBezTo>
                  <a:pt x="10915" y="19160"/>
                  <a:pt x="10825" y="19176"/>
                  <a:pt x="10805" y="19238"/>
                </a:cubicBezTo>
                <a:cubicBezTo>
                  <a:pt x="10786" y="19300"/>
                  <a:pt x="10850" y="19320"/>
                  <a:pt x="11104" y="19331"/>
                </a:cubicBezTo>
                <a:cubicBezTo>
                  <a:pt x="11329" y="19341"/>
                  <a:pt x="11423" y="19365"/>
                  <a:pt x="11423" y="19413"/>
                </a:cubicBezTo>
                <a:cubicBezTo>
                  <a:pt x="11423" y="19464"/>
                  <a:pt x="11322" y="19488"/>
                  <a:pt x="11034" y="19498"/>
                </a:cubicBezTo>
                <a:cubicBezTo>
                  <a:pt x="10585" y="19514"/>
                  <a:pt x="10474" y="19630"/>
                  <a:pt x="10885" y="19654"/>
                </a:cubicBezTo>
                <a:cubicBezTo>
                  <a:pt x="11109" y="19668"/>
                  <a:pt x="11126" y="19680"/>
                  <a:pt x="11104" y="19819"/>
                </a:cubicBezTo>
                <a:cubicBezTo>
                  <a:pt x="11083" y="19952"/>
                  <a:pt x="11101" y="19970"/>
                  <a:pt x="11267" y="19970"/>
                </a:cubicBezTo>
                <a:cubicBezTo>
                  <a:pt x="11422" y="19970"/>
                  <a:pt x="11456" y="19945"/>
                  <a:pt x="11476" y="19819"/>
                </a:cubicBezTo>
                <a:cubicBezTo>
                  <a:pt x="11497" y="19681"/>
                  <a:pt x="11519" y="19669"/>
                  <a:pt x="11758" y="19669"/>
                </a:cubicBezTo>
                <a:cubicBezTo>
                  <a:pt x="11958" y="19669"/>
                  <a:pt x="12025" y="19690"/>
                  <a:pt x="12046" y="19762"/>
                </a:cubicBezTo>
                <a:cubicBezTo>
                  <a:pt x="12061" y="19812"/>
                  <a:pt x="12108" y="19880"/>
                  <a:pt x="12149" y="19912"/>
                </a:cubicBezTo>
                <a:cubicBezTo>
                  <a:pt x="12245" y="19986"/>
                  <a:pt x="12818" y="19987"/>
                  <a:pt x="12935" y="19914"/>
                </a:cubicBezTo>
                <a:cubicBezTo>
                  <a:pt x="12990" y="19880"/>
                  <a:pt x="13025" y="19717"/>
                  <a:pt x="13025" y="19498"/>
                </a:cubicBezTo>
                <a:cubicBezTo>
                  <a:pt x="13025" y="19175"/>
                  <a:pt x="13008" y="19137"/>
                  <a:pt x="12882" y="19137"/>
                </a:cubicBezTo>
                <a:close/>
                <a:moveTo>
                  <a:pt x="10029" y="19142"/>
                </a:moveTo>
                <a:cubicBezTo>
                  <a:pt x="9996" y="19149"/>
                  <a:pt x="9961" y="19163"/>
                  <a:pt x="9923" y="19187"/>
                </a:cubicBezTo>
                <a:cubicBezTo>
                  <a:pt x="9865" y="19223"/>
                  <a:pt x="9799" y="19221"/>
                  <a:pt x="9691" y="19179"/>
                </a:cubicBezTo>
                <a:cubicBezTo>
                  <a:pt x="9581" y="19136"/>
                  <a:pt x="9510" y="19134"/>
                  <a:pt x="9439" y="19170"/>
                </a:cubicBezTo>
                <a:cubicBezTo>
                  <a:pt x="9331" y="19225"/>
                  <a:pt x="8175" y="19219"/>
                  <a:pt x="7378" y="19160"/>
                </a:cubicBezTo>
                <a:cubicBezTo>
                  <a:pt x="7010" y="19133"/>
                  <a:pt x="6891" y="19139"/>
                  <a:pt x="6841" y="19189"/>
                </a:cubicBezTo>
                <a:cubicBezTo>
                  <a:pt x="6729" y="19299"/>
                  <a:pt x="6763" y="19317"/>
                  <a:pt x="7126" y="19331"/>
                </a:cubicBezTo>
                <a:cubicBezTo>
                  <a:pt x="7381" y="19341"/>
                  <a:pt x="7481" y="19364"/>
                  <a:pt x="7481" y="19413"/>
                </a:cubicBezTo>
                <a:cubicBezTo>
                  <a:pt x="7481" y="19464"/>
                  <a:pt x="7377" y="19488"/>
                  <a:pt x="7090" y="19498"/>
                </a:cubicBezTo>
                <a:cubicBezTo>
                  <a:pt x="6664" y="19513"/>
                  <a:pt x="6529" y="19628"/>
                  <a:pt x="6904" y="19654"/>
                </a:cubicBezTo>
                <a:cubicBezTo>
                  <a:pt x="7074" y="19667"/>
                  <a:pt x="7110" y="19694"/>
                  <a:pt x="7130" y="19819"/>
                </a:cubicBezTo>
                <a:cubicBezTo>
                  <a:pt x="7147" y="19934"/>
                  <a:pt x="7188" y="19970"/>
                  <a:pt x="7302" y="19970"/>
                </a:cubicBezTo>
                <a:cubicBezTo>
                  <a:pt x="7425" y="19970"/>
                  <a:pt x="7447" y="19943"/>
                  <a:pt x="7428" y="19819"/>
                </a:cubicBezTo>
                <a:cubicBezTo>
                  <a:pt x="7406" y="19680"/>
                  <a:pt x="7420" y="19669"/>
                  <a:pt x="7627" y="19669"/>
                </a:cubicBezTo>
                <a:cubicBezTo>
                  <a:pt x="7802" y="19669"/>
                  <a:pt x="7857" y="19690"/>
                  <a:pt x="7876" y="19772"/>
                </a:cubicBezTo>
                <a:cubicBezTo>
                  <a:pt x="7898" y="19870"/>
                  <a:pt x="7932" y="19877"/>
                  <a:pt x="8513" y="19877"/>
                </a:cubicBezTo>
                <a:cubicBezTo>
                  <a:pt x="8851" y="19877"/>
                  <a:pt x="9149" y="19863"/>
                  <a:pt x="9173" y="19848"/>
                </a:cubicBezTo>
                <a:cubicBezTo>
                  <a:pt x="9198" y="19833"/>
                  <a:pt x="9376" y="19814"/>
                  <a:pt x="9568" y="19807"/>
                </a:cubicBezTo>
                <a:cubicBezTo>
                  <a:pt x="9858" y="19795"/>
                  <a:pt x="9922" y="19808"/>
                  <a:pt x="9953" y="19881"/>
                </a:cubicBezTo>
                <a:cubicBezTo>
                  <a:pt x="10019" y="20038"/>
                  <a:pt x="10195" y="19982"/>
                  <a:pt x="10195" y="19805"/>
                </a:cubicBezTo>
                <a:cubicBezTo>
                  <a:pt x="10195" y="19702"/>
                  <a:pt x="10238" y="19632"/>
                  <a:pt x="10308" y="19615"/>
                </a:cubicBezTo>
                <a:cubicBezTo>
                  <a:pt x="10369" y="19601"/>
                  <a:pt x="10421" y="19564"/>
                  <a:pt x="10421" y="19531"/>
                </a:cubicBezTo>
                <a:cubicBezTo>
                  <a:pt x="10421" y="19498"/>
                  <a:pt x="10369" y="19459"/>
                  <a:pt x="10308" y="19444"/>
                </a:cubicBezTo>
                <a:cubicBezTo>
                  <a:pt x="10243" y="19429"/>
                  <a:pt x="10195" y="19359"/>
                  <a:pt x="10195" y="19277"/>
                </a:cubicBezTo>
                <a:cubicBezTo>
                  <a:pt x="10195" y="19170"/>
                  <a:pt x="10127" y="19120"/>
                  <a:pt x="10029" y="19142"/>
                </a:cubicBezTo>
                <a:close/>
                <a:moveTo>
                  <a:pt x="1662" y="19146"/>
                </a:moveTo>
                <a:cubicBezTo>
                  <a:pt x="1388" y="19143"/>
                  <a:pt x="1119" y="19163"/>
                  <a:pt x="1068" y="19189"/>
                </a:cubicBezTo>
                <a:cubicBezTo>
                  <a:pt x="1017" y="19215"/>
                  <a:pt x="792" y="19236"/>
                  <a:pt x="567" y="19236"/>
                </a:cubicBezTo>
                <a:cubicBezTo>
                  <a:pt x="291" y="19236"/>
                  <a:pt x="149" y="19258"/>
                  <a:pt x="123" y="19300"/>
                </a:cubicBezTo>
                <a:cubicBezTo>
                  <a:pt x="101" y="19335"/>
                  <a:pt x="122" y="19371"/>
                  <a:pt x="169" y="19380"/>
                </a:cubicBezTo>
                <a:cubicBezTo>
                  <a:pt x="222" y="19391"/>
                  <a:pt x="245" y="19487"/>
                  <a:pt x="232" y="19636"/>
                </a:cubicBezTo>
                <a:cubicBezTo>
                  <a:pt x="214" y="19850"/>
                  <a:pt x="227" y="19877"/>
                  <a:pt x="362" y="19877"/>
                </a:cubicBezTo>
                <a:cubicBezTo>
                  <a:pt x="491" y="19877"/>
                  <a:pt x="515" y="19842"/>
                  <a:pt x="534" y="19634"/>
                </a:cubicBezTo>
                <a:cubicBezTo>
                  <a:pt x="547" y="19500"/>
                  <a:pt x="593" y="19391"/>
                  <a:pt x="634" y="19391"/>
                </a:cubicBezTo>
                <a:cubicBezTo>
                  <a:pt x="675" y="19391"/>
                  <a:pt x="718" y="19500"/>
                  <a:pt x="730" y="19634"/>
                </a:cubicBezTo>
                <a:cubicBezTo>
                  <a:pt x="753" y="19881"/>
                  <a:pt x="843" y="19937"/>
                  <a:pt x="1002" y="19803"/>
                </a:cubicBezTo>
                <a:cubicBezTo>
                  <a:pt x="1080" y="19737"/>
                  <a:pt x="1105" y="19741"/>
                  <a:pt x="1218" y="19848"/>
                </a:cubicBezTo>
                <a:cubicBezTo>
                  <a:pt x="1322" y="19947"/>
                  <a:pt x="1402" y="19970"/>
                  <a:pt x="1669" y="19970"/>
                </a:cubicBezTo>
                <a:cubicBezTo>
                  <a:pt x="2065" y="19970"/>
                  <a:pt x="2186" y="19890"/>
                  <a:pt x="2143" y="19663"/>
                </a:cubicBezTo>
                <a:cubicBezTo>
                  <a:pt x="2118" y="19528"/>
                  <a:pt x="2139" y="19489"/>
                  <a:pt x="2246" y="19471"/>
                </a:cubicBezTo>
                <a:cubicBezTo>
                  <a:pt x="2427" y="19442"/>
                  <a:pt x="2418" y="19385"/>
                  <a:pt x="2226" y="19354"/>
                </a:cubicBezTo>
                <a:cubicBezTo>
                  <a:pt x="2113" y="19335"/>
                  <a:pt x="2084" y="19305"/>
                  <a:pt x="2117" y="19240"/>
                </a:cubicBezTo>
                <a:cubicBezTo>
                  <a:pt x="2158" y="19159"/>
                  <a:pt x="2119" y="19150"/>
                  <a:pt x="1662" y="19146"/>
                </a:cubicBezTo>
                <a:close/>
                <a:moveTo>
                  <a:pt x="13824" y="19222"/>
                </a:moveTo>
                <a:cubicBezTo>
                  <a:pt x="13554" y="19228"/>
                  <a:pt x="13469" y="19247"/>
                  <a:pt x="13469" y="19304"/>
                </a:cubicBezTo>
                <a:cubicBezTo>
                  <a:pt x="13469" y="19360"/>
                  <a:pt x="13520" y="19373"/>
                  <a:pt x="13662" y="19356"/>
                </a:cubicBezTo>
                <a:cubicBezTo>
                  <a:pt x="13969" y="19319"/>
                  <a:pt x="13971" y="19445"/>
                  <a:pt x="13665" y="19640"/>
                </a:cubicBezTo>
                <a:cubicBezTo>
                  <a:pt x="13516" y="19735"/>
                  <a:pt x="13417" y="19828"/>
                  <a:pt x="13446" y="19846"/>
                </a:cubicBezTo>
                <a:cubicBezTo>
                  <a:pt x="13475" y="19864"/>
                  <a:pt x="13970" y="19873"/>
                  <a:pt x="14544" y="19867"/>
                </a:cubicBezTo>
                <a:cubicBezTo>
                  <a:pt x="15574" y="19854"/>
                  <a:pt x="15588" y="19852"/>
                  <a:pt x="15679" y="19739"/>
                </a:cubicBezTo>
                <a:cubicBezTo>
                  <a:pt x="15754" y="19645"/>
                  <a:pt x="15751" y="19604"/>
                  <a:pt x="15662" y="19521"/>
                </a:cubicBezTo>
                <a:cubicBezTo>
                  <a:pt x="15595" y="19457"/>
                  <a:pt x="15584" y="19408"/>
                  <a:pt x="15629" y="19391"/>
                </a:cubicBezTo>
                <a:cubicBezTo>
                  <a:pt x="15670" y="19375"/>
                  <a:pt x="15702" y="19333"/>
                  <a:pt x="15702" y="19296"/>
                </a:cubicBezTo>
                <a:cubicBezTo>
                  <a:pt x="15702" y="19217"/>
                  <a:pt x="15145" y="19200"/>
                  <a:pt x="15069" y="19277"/>
                </a:cubicBezTo>
                <a:cubicBezTo>
                  <a:pt x="15038" y="19308"/>
                  <a:pt x="14988" y="19310"/>
                  <a:pt x="14933" y="19282"/>
                </a:cubicBezTo>
                <a:cubicBezTo>
                  <a:pt x="14838" y="19234"/>
                  <a:pt x="14379" y="19210"/>
                  <a:pt x="13824" y="19222"/>
                </a:cubicBezTo>
                <a:close/>
                <a:moveTo>
                  <a:pt x="1914" y="20746"/>
                </a:moveTo>
                <a:cubicBezTo>
                  <a:pt x="1618" y="20755"/>
                  <a:pt x="1345" y="20777"/>
                  <a:pt x="1304" y="20796"/>
                </a:cubicBezTo>
                <a:cubicBezTo>
                  <a:pt x="1263" y="20814"/>
                  <a:pt x="996" y="20825"/>
                  <a:pt x="710" y="20818"/>
                </a:cubicBezTo>
                <a:cubicBezTo>
                  <a:pt x="174" y="20806"/>
                  <a:pt x="4" y="20854"/>
                  <a:pt x="166" y="20975"/>
                </a:cubicBezTo>
                <a:cubicBezTo>
                  <a:pt x="212" y="21009"/>
                  <a:pt x="243" y="21139"/>
                  <a:pt x="232" y="21263"/>
                </a:cubicBezTo>
                <a:lnTo>
                  <a:pt x="212" y="21490"/>
                </a:lnTo>
                <a:lnTo>
                  <a:pt x="816" y="21486"/>
                </a:lnTo>
                <a:cubicBezTo>
                  <a:pt x="1148" y="21483"/>
                  <a:pt x="1440" y="21494"/>
                  <a:pt x="1466" y="21510"/>
                </a:cubicBezTo>
                <a:cubicBezTo>
                  <a:pt x="1493" y="21527"/>
                  <a:pt x="1688" y="21539"/>
                  <a:pt x="1901" y="21539"/>
                </a:cubicBezTo>
                <a:cubicBezTo>
                  <a:pt x="2362" y="21539"/>
                  <a:pt x="2478" y="21476"/>
                  <a:pt x="2409" y="21261"/>
                </a:cubicBezTo>
                <a:cubicBezTo>
                  <a:pt x="2372" y="21147"/>
                  <a:pt x="2389" y="21095"/>
                  <a:pt x="2482" y="21053"/>
                </a:cubicBezTo>
                <a:cubicBezTo>
                  <a:pt x="2593" y="21003"/>
                  <a:pt x="2594" y="20990"/>
                  <a:pt x="2492" y="20938"/>
                </a:cubicBezTo>
                <a:cubicBezTo>
                  <a:pt x="2429" y="20905"/>
                  <a:pt x="2394" y="20847"/>
                  <a:pt x="2415" y="20806"/>
                </a:cubicBezTo>
                <a:cubicBezTo>
                  <a:pt x="2448" y="20741"/>
                  <a:pt x="2382" y="20732"/>
                  <a:pt x="1914" y="20746"/>
                </a:cubicBezTo>
                <a:close/>
                <a:moveTo>
                  <a:pt x="6439" y="20746"/>
                </a:moveTo>
                <a:lnTo>
                  <a:pt x="6141" y="20777"/>
                </a:lnTo>
                <a:cubicBezTo>
                  <a:pt x="5704" y="20822"/>
                  <a:pt x="5350" y="20829"/>
                  <a:pt x="5315" y="20793"/>
                </a:cubicBezTo>
                <a:cubicBezTo>
                  <a:pt x="5259" y="20737"/>
                  <a:pt x="3857" y="20750"/>
                  <a:pt x="3746" y="20808"/>
                </a:cubicBezTo>
                <a:cubicBezTo>
                  <a:pt x="3666" y="20849"/>
                  <a:pt x="3618" y="20848"/>
                  <a:pt x="3553" y="20808"/>
                </a:cubicBezTo>
                <a:cubicBezTo>
                  <a:pt x="3447" y="20742"/>
                  <a:pt x="3076" y="20738"/>
                  <a:pt x="3012" y="20802"/>
                </a:cubicBezTo>
                <a:cubicBezTo>
                  <a:pt x="2987" y="20827"/>
                  <a:pt x="2988" y="21009"/>
                  <a:pt x="3016" y="21205"/>
                </a:cubicBezTo>
                <a:lnTo>
                  <a:pt x="3069" y="21562"/>
                </a:lnTo>
                <a:lnTo>
                  <a:pt x="3563" y="21539"/>
                </a:lnTo>
                <a:cubicBezTo>
                  <a:pt x="3988" y="21519"/>
                  <a:pt x="4057" y="21504"/>
                  <a:pt x="4057" y="21428"/>
                </a:cubicBezTo>
                <a:cubicBezTo>
                  <a:pt x="4058" y="21328"/>
                  <a:pt x="4202" y="21277"/>
                  <a:pt x="4276" y="21352"/>
                </a:cubicBezTo>
                <a:cubicBezTo>
                  <a:pt x="4303" y="21378"/>
                  <a:pt x="4440" y="21401"/>
                  <a:pt x="4578" y="21401"/>
                </a:cubicBezTo>
                <a:cubicBezTo>
                  <a:pt x="4717" y="21401"/>
                  <a:pt x="4857" y="21429"/>
                  <a:pt x="4890" y="21463"/>
                </a:cubicBezTo>
                <a:cubicBezTo>
                  <a:pt x="4993" y="21570"/>
                  <a:pt x="5267" y="21586"/>
                  <a:pt x="5308" y="21488"/>
                </a:cubicBezTo>
                <a:cubicBezTo>
                  <a:pt x="5338" y="21417"/>
                  <a:pt x="5415" y="21401"/>
                  <a:pt x="5726" y="21401"/>
                </a:cubicBezTo>
                <a:cubicBezTo>
                  <a:pt x="5985" y="21401"/>
                  <a:pt x="6120" y="21421"/>
                  <a:pt x="6148" y="21465"/>
                </a:cubicBezTo>
                <a:cubicBezTo>
                  <a:pt x="6170" y="21501"/>
                  <a:pt x="6251" y="21541"/>
                  <a:pt x="6330" y="21554"/>
                </a:cubicBezTo>
                <a:cubicBezTo>
                  <a:pt x="6454" y="21574"/>
                  <a:pt x="6476" y="21552"/>
                  <a:pt x="6476" y="21399"/>
                </a:cubicBezTo>
                <a:cubicBezTo>
                  <a:pt x="6476" y="21301"/>
                  <a:pt x="6502" y="21210"/>
                  <a:pt x="6536" y="21197"/>
                </a:cubicBezTo>
                <a:cubicBezTo>
                  <a:pt x="6570" y="21184"/>
                  <a:pt x="6563" y="21078"/>
                  <a:pt x="6519" y="20960"/>
                </a:cubicBezTo>
                <a:lnTo>
                  <a:pt x="6439" y="20746"/>
                </a:lnTo>
                <a:close/>
                <a:moveTo>
                  <a:pt x="9087" y="20746"/>
                </a:moveTo>
                <a:cubicBezTo>
                  <a:pt x="9051" y="20751"/>
                  <a:pt x="9007" y="20771"/>
                  <a:pt x="8954" y="20804"/>
                </a:cubicBezTo>
                <a:cubicBezTo>
                  <a:pt x="8896" y="20840"/>
                  <a:pt x="8858" y="20840"/>
                  <a:pt x="8822" y="20804"/>
                </a:cubicBezTo>
                <a:cubicBezTo>
                  <a:pt x="8754" y="20736"/>
                  <a:pt x="8240" y="20741"/>
                  <a:pt x="8128" y="20810"/>
                </a:cubicBezTo>
                <a:cubicBezTo>
                  <a:pt x="8059" y="20853"/>
                  <a:pt x="8018" y="20853"/>
                  <a:pt x="7949" y="20810"/>
                </a:cubicBezTo>
                <a:cubicBezTo>
                  <a:pt x="7784" y="20708"/>
                  <a:pt x="7330" y="20743"/>
                  <a:pt x="7116" y="20876"/>
                </a:cubicBezTo>
                <a:cubicBezTo>
                  <a:pt x="6914" y="21002"/>
                  <a:pt x="6864" y="21143"/>
                  <a:pt x="7000" y="21195"/>
                </a:cubicBezTo>
                <a:cubicBezTo>
                  <a:pt x="7043" y="21212"/>
                  <a:pt x="7062" y="21284"/>
                  <a:pt x="7043" y="21356"/>
                </a:cubicBezTo>
                <a:cubicBezTo>
                  <a:pt x="7025" y="21428"/>
                  <a:pt x="7030" y="21498"/>
                  <a:pt x="7053" y="21512"/>
                </a:cubicBezTo>
                <a:cubicBezTo>
                  <a:pt x="7077" y="21527"/>
                  <a:pt x="7326" y="21539"/>
                  <a:pt x="7611" y="21539"/>
                </a:cubicBezTo>
                <a:cubicBezTo>
                  <a:pt x="8127" y="21539"/>
                  <a:pt x="8129" y="21539"/>
                  <a:pt x="8082" y="21422"/>
                </a:cubicBezTo>
                <a:cubicBezTo>
                  <a:pt x="8010" y="21243"/>
                  <a:pt x="8097" y="21206"/>
                  <a:pt x="8334" y="21315"/>
                </a:cubicBezTo>
                <a:cubicBezTo>
                  <a:pt x="8477" y="21380"/>
                  <a:pt x="8614" y="21405"/>
                  <a:pt x="8749" y="21389"/>
                </a:cubicBezTo>
                <a:cubicBezTo>
                  <a:pt x="8902" y="21371"/>
                  <a:pt x="8959" y="21386"/>
                  <a:pt x="8987" y="21453"/>
                </a:cubicBezTo>
                <a:cubicBezTo>
                  <a:pt x="9008" y="21500"/>
                  <a:pt x="9070" y="21539"/>
                  <a:pt x="9127" y="21539"/>
                </a:cubicBezTo>
                <a:cubicBezTo>
                  <a:pt x="9206" y="21539"/>
                  <a:pt x="9230" y="21449"/>
                  <a:pt x="9230" y="21146"/>
                </a:cubicBezTo>
                <a:cubicBezTo>
                  <a:pt x="9230" y="20850"/>
                  <a:pt x="9194" y="20731"/>
                  <a:pt x="9087" y="20746"/>
                </a:cubicBezTo>
                <a:close/>
                <a:moveTo>
                  <a:pt x="11612" y="20802"/>
                </a:moveTo>
                <a:cubicBezTo>
                  <a:pt x="11500" y="20801"/>
                  <a:pt x="11388" y="20817"/>
                  <a:pt x="11333" y="20851"/>
                </a:cubicBezTo>
                <a:cubicBezTo>
                  <a:pt x="11283" y="20882"/>
                  <a:pt x="11210" y="20887"/>
                  <a:pt x="11150" y="20863"/>
                </a:cubicBezTo>
                <a:cubicBezTo>
                  <a:pt x="11096" y="20842"/>
                  <a:pt x="10759" y="20821"/>
                  <a:pt x="10401" y="20818"/>
                </a:cubicBezTo>
                <a:cubicBezTo>
                  <a:pt x="9817" y="20813"/>
                  <a:pt x="9750" y="20821"/>
                  <a:pt x="9750" y="20896"/>
                </a:cubicBezTo>
                <a:cubicBezTo>
                  <a:pt x="9750" y="20943"/>
                  <a:pt x="9781" y="20993"/>
                  <a:pt x="9820" y="21008"/>
                </a:cubicBezTo>
                <a:cubicBezTo>
                  <a:pt x="9859" y="21023"/>
                  <a:pt x="9875" y="21063"/>
                  <a:pt x="9853" y="21098"/>
                </a:cubicBezTo>
                <a:cubicBezTo>
                  <a:pt x="9828" y="21140"/>
                  <a:pt x="9874" y="21169"/>
                  <a:pt x="9986" y="21179"/>
                </a:cubicBezTo>
                <a:cubicBezTo>
                  <a:pt x="10223" y="21199"/>
                  <a:pt x="10211" y="21331"/>
                  <a:pt x="9973" y="21331"/>
                </a:cubicBezTo>
                <a:cubicBezTo>
                  <a:pt x="9859" y="21331"/>
                  <a:pt x="9779" y="21361"/>
                  <a:pt x="9764" y="21409"/>
                </a:cubicBezTo>
                <a:cubicBezTo>
                  <a:pt x="9742" y="21479"/>
                  <a:pt x="9842" y="21487"/>
                  <a:pt x="10713" y="21490"/>
                </a:cubicBezTo>
                <a:cubicBezTo>
                  <a:pt x="11903" y="21493"/>
                  <a:pt x="11983" y="21473"/>
                  <a:pt x="11983" y="21146"/>
                </a:cubicBezTo>
                <a:cubicBezTo>
                  <a:pt x="11983" y="21017"/>
                  <a:pt x="11943" y="20886"/>
                  <a:pt x="11894" y="20855"/>
                </a:cubicBezTo>
                <a:cubicBezTo>
                  <a:pt x="11837" y="20820"/>
                  <a:pt x="11724" y="20803"/>
                  <a:pt x="11612" y="20802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166"/>
          <p:cNvSpPr txBox="1">
            <a:spLocks noGrp="1"/>
          </p:cNvSpPr>
          <p:nvPr>
            <p:ph type="title" idx="4294967295"/>
          </p:nvPr>
        </p:nvSpPr>
        <p:spPr>
          <a:xfrm>
            <a:off x="3131849" y="2307525"/>
            <a:ext cx="6012002" cy="503701"/>
          </a:xfrm>
          <a:prstGeom prst="rect">
            <a:avLst/>
          </a:prstGeom>
        </p:spPr>
        <p:txBody>
          <a:bodyPr lIns="45699" tIns="45699" rIns="45699" bIns="45699">
            <a:normAutofit fontScale="90000"/>
          </a:bodyPr>
          <a:lstStyle>
            <a:lvl1pPr defTabSz="731520">
              <a:defRPr sz="2880">
                <a:solidFill>
                  <a:srgbClr val="FFFFFF"/>
                </a:solidFill>
              </a:defRPr>
            </a:lvl1pPr>
          </a:lstStyle>
          <a:p>
            <a:r>
              <a:t>수와 수치 표기법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288" name="수란 막연하고 추상적이며 개념적인 내용인 동시에 양을 나타내는…"/>
          <p:cNvSpPr txBox="1"/>
          <p:nvPr/>
        </p:nvSpPr>
        <p:spPr>
          <a:xfrm>
            <a:off x="246862" y="1084580"/>
            <a:ext cx="8650276" cy="164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marL="240631" indent="-240631">
              <a:buSzPct val="100000"/>
              <a:buChar char="•"/>
              <a:defRPr sz="2400"/>
            </a:pPr>
            <a:r>
              <a:t>수란 막연하고 </a:t>
            </a:r>
            <a:r>
              <a:rPr>
                <a:solidFill>
                  <a:schemeClr val="accent6"/>
                </a:solidFill>
              </a:rPr>
              <a:t>추상적</a:t>
            </a:r>
            <a:r>
              <a:t>이며 개념적인 내용인 동시에 양을 나타내는 </a:t>
            </a:r>
          </a:p>
          <a:p>
            <a:pPr>
              <a:defRPr sz="2400"/>
            </a:pPr>
            <a:r>
              <a:t>지적 도구, 수치 표기법은 그 수를 실제로 나타내는 방법 </a:t>
            </a:r>
          </a:p>
          <a:p>
            <a:pPr>
              <a:defRPr sz="2200"/>
            </a:pPr>
            <a:endParaRPr/>
          </a:p>
        </p:txBody>
      </p:sp>
      <p:pic>
        <p:nvPicPr>
          <p:cNvPr id="289" name="백의수치표기.png" descr="백의수치표기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2876" y="2068661"/>
            <a:ext cx="5322752" cy="24360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스크린샷 2017-10-10 오전 7.17.35.png" descr="스크린샷 2017-10-10 오전 7.17.3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71" y="-451727"/>
            <a:ext cx="9133858" cy="6046954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타원형"/>
          <p:cNvSpPr/>
          <p:nvPr/>
        </p:nvSpPr>
        <p:spPr>
          <a:xfrm>
            <a:off x="6680200" y="793750"/>
            <a:ext cx="1343621" cy="1278484"/>
          </a:xfrm>
          <a:prstGeom prst="ellipse">
            <a:avLst/>
          </a:prstGeom>
          <a:ln w="38100">
            <a:solidFill>
              <a:srgbClr val="D35220"/>
            </a:solidFill>
            <a:prstDash val="sysDot"/>
            <a:miter lim="400000"/>
          </a:ln>
        </p:spPr>
        <p:txBody>
          <a:bodyPr lIns="45719" rIns="45719" anchor="ctr"/>
          <a:lstStyle/>
          <a:p>
            <a:pPr>
              <a:lnSpc>
                <a:spcPct val="100000"/>
              </a:lnSpc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295" name="산가지 표기법으로 재무재표를 작성한다?…"/>
          <p:cNvSpPr txBox="1"/>
          <p:nvPr/>
        </p:nvSpPr>
        <p:spPr>
          <a:xfrm>
            <a:off x="919962" y="3014979"/>
            <a:ext cx="6892020" cy="164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/>
            </a:pPr>
            <a:r>
              <a:t>산가지 표기법으로 </a:t>
            </a:r>
            <a:r>
              <a:rPr>
                <a:solidFill>
                  <a:schemeClr val="accent6"/>
                </a:solidFill>
              </a:rPr>
              <a:t>재무재표</a:t>
            </a:r>
            <a:r>
              <a:t>를 작성한다?</a:t>
            </a:r>
          </a:p>
          <a:p>
            <a:pPr>
              <a:defRPr sz="2400"/>
            </a:pPr>
            <a:r>
              <a:t>        문제 해결에 적절한 수치 표기법을 사용해야 한다.</a:t>
            </a:r>
          </a:p>
          <a:p>
            <a:pPr>
              <a:defRPr sz="2200"/>
            </a:pPr>
            <a:endParaRPr/>
          </a:p>
        </p:txBody>
      </p:sp>
      <p:grpSp>
        <p:nvGrpSpPr>
          <p:cNvPr id="298" name="그룹"/>
          <p:cNvGrpSpPr/>
          <p:nvPr/>
        </p:nvGrpSpPr>
        <p:grpSpPr>
          <a:xfrm>
            <a:off x="924118" y="1131639"/>
            <a:ext cx="7549764" cy="1652732"/>
            <a:chOff x="0" y="0"/>
            <a:chExt cx="7549762" cy="1652730"/>
          </a:xfrm>
        </p:grpSpPr>
        <p:pic>
          <p:nvPicPr>
            <p:cNvPr id="296" name="산가지표기.png" descr="산가지표기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7549763" cy="116841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7" name="[그림 - 산가지 표기법 ]"/>
            <p:cNvSpPr txBox="1"/>
            <p:nvPr/>
          </p:nvSpPr>
          <p:spPr>
            <a:xfrm>
              <a:off x="2875916" y="1154890"/>
              <a:ext cx="1797931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r">
                <a:lnSpc>
                  <a:spcPct val="100000"/>
                </a:lnSpc>
                <a:defRPr sz="1400">
                  <a:solidFill>
                    <a:srgbClr val="535353"/>
                  </a:solidFill>
                </a:defRPr>
              </a:lvl1pPr>
            </a:lstStyle>
            <a:p>
              <a:r>
                <a:t>[그림 - 산가지 표기법 ]</a:t>
              </a:r>
            </a:p>
          </p:txBody>
        </p:sp>
      </p:grpSp>
      <p:sp>
        <p:nvSpPr>
          <p:cNvPr id="299" name="화살표"/>
          <p:cNvSpPr/>
          <p:nvPr/>
        </p:nvSpPr>
        <p:spPr>
          <a:xfrm>
            <a:off x="977900" y="3473450"/>
            <a:ext cx="477239" cy="307231"/>
          </a:xfrm>
          <a:prstGeom prst="rightArrow">
            <a:avLst>
              <a:gd name="adj1" fmla="val 32000"/>
              <a:gd name="adj2" fmla="val 99415"/>
            </a:avLst>
          </a:prstGeom>
          <a:solidFill>
            <a:schemeClr val="accent2">
              <a:satOff val="-4966"/>
              <a:lumOff val="-10549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ct val="100000"/>
              </a:lnSpc>
              <a:defRPr sz="14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302" name="산가지 표기법으로 재무재표를 작성한다?…"/>
          <p:cNvSpPr txBox="1"/>
          <p:nvPr/>
        </p:nvSpPr>
        <p:spPr>
          <a:xfrm>
            <a:off x="701069" y="3507854"/>
            <a:ext cx="8224038" cy="97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ko-KR" altLang="en-US" dirty="0" smtClean="0"/>
              <a:t>진법 표기 </a:t>
            </a:r>
            <a:r>
              <a:rPr lang="en-US" altLang="ko-KR" dirty="0" smtClean="0">
                <a:sym typeface="Wingdings" pitchFamily="2" charset="2"/>
              </a:rPr>
              <a:t> </a:t>
            </a:r>
            <a:r>
              <a:rPr lang="ko-KR" altLang="en-US" dirty="0" smtClean="0"/>
              <a:t>각 위치에 대한 가중치를 만들어 표기의 개념에 도입</a:t>
            </a:r>
            <a:endParaRPr dirty="0"/>
          </a:p>
        </p:txBody>
      </p:sp>
      <p:sp>
        <p:nvSpPr>
          <p:cNvPr id="10" name="산가지 표기법으로 재무재표를 작성한다?…"/>
          <p:cNvSpPr txBox="1"/>
          <p:nvPr/>
        </p:nvSpPr>
        <p:spPr>
          <a:xfrm>
            <a:off x="683568" y="1563638"/>
            <a:ext cx="8224038" cy="1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ko-KR" altLang="en-US" dirty="0" smtClean="0"/>
              <a:t>산가지 표기 문제점 </a:t>
            </a:r>
            <a:endParaRPr lang="en-US" altLang="ko-KR" dirty="0" smtClean="0"/>
          </a:p>
          <a:p>
            <a:pPr>
              <a:defRPr sz="2400"/>
            </a:pPr>
            <a:r>
              <a:rPr lang="en-US" altLang="ko-KR" dirty="0" smtClean="0">
                <a:sym typeface="Wingdings" pitchFamily="2" charset="2"/>
              </a:rPr>
              <a:t>1. </a:t>
            </a:r>
            <a:r>
              <a:rPr lang="ko-KR" altLang="en-US" dirty="0" smtClean="0">
                <a:sym typeface="Wingdings" pitchFamily="2" charset="2"/>
              </a:rPr>
              <a:t>수와 표기가 </a:t>
            </a:r>
            <a:r>
              <a:rPr lang="en-US" altLang="ko-KR" dirty="0" smtClean="0">
                <a:sym typeface="Wingdings" pitchFamily="2" charset="2"/>
              </a:rPr>
              <a:t>1</a:t>
            </a:r>
            <a:r>
              <a:rPr lang="ko-KR" altLang="en-US" dirty="0" smtClean="0">
                <a:sym typeface="Wingdings" pitchFamily="2" charset="2"/>
              </a:rPr>
              <a:t>대</a:t>
            </a:r>
            <a:r>
              <a:rPr lang="en-US" altLang="ko-KR" dirty="0" smtClean="0">
                <a:sym typeface="Wingdings" pitchFamily="2" charset="2"/>
              </a:rPr>
              <a:t>1</a:t>
            </a:r>
            <a:r>
              <a:rPr lang="ko-KR" altLang="en-US" dirty="0" smtClean="0">
                <a:sym typeface="Wingdings" pitchFamily="2" charset="2"/>
              </a:rPr>
              <a:t>로 </a:t>
            </a:r>
            <a:r>
              <a:rPr lang="ko-KR" altLang="en-US" dirty="0" err="1" smtClean="0">
                <a:sym typeface="Wingdings" pitchFamily="2" charset="2"/>
              </a:rPr>
              <a:t>매칭</a:t>
            </a:r>
            <a:endParaRPr lang="en-US" altLang="ko-KR" dirty="0" smtClean="0">
              <a:sym typeface="Wingdings" pitchFamily="2" charset="2"/>
            </a:endParaRPr>
          </a:p>
          <a:p>
            <a:pPr>
              <a:defRPr sz="2400"/>
            </a:pPr>
            <a:r>
              <a:rPr lang="en-US" dirty="0" smtClean="0">
                <a:sym typeface="Wingdings" pitchFamily="2" charset="2"/>
              </a:rPr>
              <a:t>2. </a:t>
            </a:r>
            <a:r>
              <a:rPr lang="ko-KR" altLang="en-US" dirty="0" smtClean="0">
                <a:sym typeface="Wingdings" pitchFamily="2" charset="2"/>
              </a:rPr>
              <a:t>실수표현 불가능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31110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수와 수치 표기법</a:t>
            </a:r>
          </a:p>
        </p:txBody>
      </p:sp>
      <p:sp>
        <p:nvSpPr>
          <p:cNvPr id="9" name="산가지 표기법으로 재무재표를 작성한다?…"/>
          <p:cNvSpPr txBox="1"/>
          <p:nvPr/>
        </p:nvSpPr>
        <p:spPr>
          <a:xfrm>
            <a:off x="395536" y="1914562"/>
            <a:ext cx="8499862" cy="1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en-US" sz="2400" dirty="0" smtClean="0"/>
              <a:t>0,1                      </a:t>
            </a:r>
            <a:r>
              <a:rPr lang="en-US" sz="2400" dirty="0" smtClean="0">
                <a:sym typeface="Wingdings" pitchFamily="2" charset="2"/>
              </a:rPr>
              <a:t>    2 </a:t>
            </a:r>
            <a:r>
              <a:rPr lang="ko-KR" altLang="en-US" sz="2400" dirty="0" smtClean="0">
                <a:sym typeface="Wingdings" pitchFamily="2" charset="2"/>
              </a:rPr>
              <a:t>진법</a:t>
            </a:r>
            <a:endParaRPr lang="en-US" altLang="ko-KR" sz="2400" dirty="0">
              <a:sym typeface="Wingdings" pitchFamily="2" charset="2"/>
            </a:endParaRPr>
          </a:p>
          <a:p>
            <a:pPr>
              <a:defRPr sz="2400"/>
            </a:pPr>
            <a:r>
              <a:rPr lang="en-US" altLang="ko-KR" sz="2400" dirty="0" smtClean="0">
                <a:sym typeface="Wingdings" pitchFamily="2" charset="2"/>
              </a:rPr>
              <a:t>0,1,2, … ,6,7              8 </a:t>
            </a:r>
            <a:r>
              <a:rPr lang="ko-KR" altLang="en-US" sz="2400" dirty="0" smtClean="0">
                <a:sym typeface="Wingdings" pitchFamily="2" charset="2"/>
              </a:rPr>
              <a:t>진법 </a:t>
            </a:r>
            <a:endParaRPr lang="en-US" altLang="ko-KR" sz="2400" dirty="0" smtClean="0">
              <a:sym typeface="Wingdings" pitchFamily="2" charset="2"/>
            </a:endParaRPr>
          </a:p>
          <a:p>
            <a:pPr>
              <a:defRPr sz="2400"/>
            </a:pPr>
            <a:r>
              <a:rPr lang="en-US" altLang="ko-KR" sz="2400" dirty="0" smtClean="0">
                <a:sym typeface="Wingdings" pitchFamily="2" charset="2"/>
              </a:rPr>
              <a:t>0,1,2, … ,13,14,15      16 </a:t>
            </a:r>
            <a:r>
              <a:rPr lang="ko-KR" altLang="en-US" sz="2400" dirty="0" smtClean="0">
                <a:sym typeface="Wingdings" pitchFamily="2" charset="2"/>
              </a:rPr>
              <a:t>진법 </a:t>
            </a:r>
            <a:endParaRPr lang="en-US" altLang="ko-KR" sz="2400" dirty="0" smtClean="0">
              <a:sym typeface="Wingdings" pitchFamily="2" charset="2"/>
            </a:endParaRPr>
          </a:p>
        </p:txBody>
      </p:sp>
      <p:sp>
        <p:nvSpPr>
          <p:cNvPr id="11" name="산가지 표기법으로 재무재표를 작성한다?…"/>
          <p:cNvSpPr txBox="1"/>
          <p:nvPr/>
        </p:nvSpPr>
        <p:spPr>
          <a:xfrm>
            <a:off x="395536" y="3583680"/>
            <a:ext cx="8499862" cy="683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en-US" altLang="ko-KR" sz="3200" dirty="0" smtClean="0">
                <a:sym typeface="Wingdings" pitchFamily="2" charset="2"/>
              </a:rPr>
              <a:t>0,1,2, … ,n-2,n-1        n</a:t>
            </a:r>
            <a:r>
              <a:rPr lang="ko-KR" altLang="en-US" sz="3200" dirty="0" smtClean="0">
                <a:sym typeface="Wingdings" pitchFamily="2" charset="2"/>
              </a:rPr>
              <a:t>진법</a:t>
            </a:r>
            <a:endParaRPr lang="en-US" altLang="ko-KR" sz="3200" dirty="0" smtClean="0">
              <a:sym typeface="Wingdings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442"/>
          <p:cNvSpPr txBox="1">
            <a:spLocks noGrp="1"/>
          </p:cNvSpPr>
          <p:nvPr>
            <p:ph type="title"/>
          </p:nvPr>
        </p:nvSpPr>
        <p:spPr>
          <a:xfrm>
            <a:off x="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dirty="0"/>
              <a:t> </a:t>
            </a:r>
            <a:r>
              <a:rPr dirty="0" err="1"/>
              <a:t>수와</a:t>
            </a:r>
            <a:r>
              <a:rPr dirty="0"/>
              <a:t> 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표기법</a:t>
            </a:r>
            <a:endParaRPr dirty="0"/>
          </a:p>
        </p:txBody>
      </p:sp>
      <p:sp>
        <p:nvSpPr>
          <p:cNvPr id="7" name="산가지 표기법으로 재무재표를 작성한다?…"/>
          <p:cNvSpPr txBox="1"/>
          <p:nvPr/>
        </p:nvSpPr>
        <p:spPr>
          <a:xfrm>
            <a:off x="643001" y="1670130"/>
            <a:ext cx="8224038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en-US" altLang="ko-KR" dirty="0" smtClean="0"/>
              <a:t>2</a:t>
            </a:r>
            <a:r>
              <a:rPr lang="ko-KR" altLang="en-US" dirty="0" smtClean="0"/>
              <a:t>진법 사용 시 각 자리 수 마다 </a:t>
            </a:r>
            <a:r>
              <a:rPr lang="en-US" altLang="ko-KR" dirty="0" smtClean="0"/>
              <a:t>½, ¼, 1/8… </a:t>
            </a:r>
            <a:r>
              <a:rPr lang="ko-KR" altLang="en-US" dirty="0" smtClean="0"/>
              <a:t>배의 효율</a:t>
            </a:r>
            <a:endParaRPr dirty="0"/>
          </a:p>
        </p:txBody>
      </p:sp>
      <p:sp>
        <p:nvSpPr>
          <p:cNvPr id="8" name="산가지 표기법으로 재무재표를 작성한다?…"/>
          <p:cNvSpPr txBox="1"/>
          <p:nvPr/>
        </p:nvSpPr>
        <p:spPr>
          <a:xfrm>
            <a:off x="643001" y="2351952"/>
            <a:ext cx="8224038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en-US" altLang="ko-KR" dirty="0" smtClean="0"/>
              <a:t>8</a:t>
            </a:r>
            <a:r>
              <a:rPr lang="ko-KR" altLang="en-US" dirty="0" smtClean="0"/>
              <a:t>진법 사용 시 각 자리 수 마다 </a:t>
            </a:r>
            <a:r>
              <a:rPr lang="en-US" altLang="ko-KR" dirty="0" smtClean="0"/>
              <a:t>1/8, 1/64, 1/8… </a:t>
            </a:r>
            <a:r>
              <a:rPr lang="ko-KR" altLang="en-US" dirty="0" smtClean="0"/>
              <a:t>배의 효율</a:t>
            </a:r>
            <a:endParaRPr dirty="0"/>
          </a:p>
        </p:txBody>
      </p:sp>
      <p:sp>
        <p:nvSpPr>
          <p:cNvPr id="9" name="산가지 표기법으로 재무재표를 작성한다?…"/>
          <p:cNvSpPr txBox="1"/>
          <p:nvPr/>
        </p:nvSpPr>
        <p:spPr>
          <a:xfrm>
            <a:off x="642926" y="3007539"/>
            <a:ext cx="8224038" cy="97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en-US" altLang="ko-KR" dirty="0" smtClean="0"/>
              <a:t>16</a:t>
            </a:r>
            <a:r>
              <a:rPr lang="ko-KR" altLang="en-US" dirty="0" smtClean="0"/>
              <a:t>진법 사용 시 각 자리 수 마다 </a:t>
            </a:r>
            <a:r>
              <a:rPr lang="en-US" altLang="ko-KR" dirty="0" smtClean="0"/>
              <a:t>1/16, 1/16^2, 1/8… </a:t>
            </a:r>
            <a:r>
              <a:rPr lang="ko-KR" altLang="en-US" dirty="0" smtClean="0"/>
              <a:t>배의 효율</a:t>
            </a:r>
            <a:endParaRPr dirty="0"/>
          </a:p>
        </p:txBody>
      </p:sp>
      <p:grpSp>
        <p:nvGrpSpPr>
          <p:cNvPr id="10" name="Shape 570"/>
          <p:cNvGrpSpPr/>
          <p:nvPr/>
        </p:nvGrpSpPr>
        <p:grpSpPr>
          <a:xfrm>
            <a:off x="3213375" y="3834154"/>
            <a:ext cx="854570" cy="1063681"/>
            <a:chOff x="0" y="0"/>
            <a:chExt cx="854568" cy="1063679"/>
          </a:xfrm>
        </p:grpSpPr>
        <p:sp>
          <p:nvSpPr>
            <p:cNvPr id="11" name="Shape 571"/>
            <p:cNvSpPr txBox="1"/>
            <p:nvPr/>
          </p:nvSpPr>
          <p:spPr>
            <a:xfrm>
              <a:off x="3399" y="0"/>
              <a:ext cx="851170" cy="243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/>
              </a:lvl1pPr>
            </a:lstStyle>
            <a:p>
              <a:r>
                <a:t>Contents A </a:t>
              </a:r>
            </a:p>
          </p:txBody>
        </p:sp>
        <p:sp>
          <p:nvSpPr>
            <p:cNvPr id="12" name="Shape 572"/>
            <p:cNvSpPr txBox="1"/>
            <p:nvPr/>
          </p:nvSpPr>
          <p:spPr>
            <a:xfrm>
              <a:off x="0" y="273293"/>
              <a:ext cx="85116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/>
              </a:lvl1pPr>
            </a:lstStyle>
            <a:p>
              <a:r>
                <a:t>Contents B </a:t>
              </a:r>
            </a:p>
          </p:txBody>
        </p:sp>
        <p:sp>
          <p:nvSpPr>
            <p:cNvPr id="13" name="Shape 573"/>
            <p:cNvSpPr txBox="1"/>
            <p:nvPr/>
          </p:nvSpPr>
          <p:spPr>
            <a:xfrm>
              <a:off x="0" y="546586"/>
              <a:ext cx="85116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/>
              </a:lvl1pPr>
            </a:lstStyle>
            <a:p>
              <a:r>
                <a:t>Contents C </a:t>
              </a:r>
            </a:p>
          </p:txBody>
        </p:sp>
        <p:sp>
          <p:nvSpPr>
            <p:cNvPr id="14" name="Shape 574"/>
            <p:cNvSpPr txBox="1"/>
            <p:nvPr/>
          </p:nvSpPr>
          <p:spPr>
            <a:xfrm>
              <a:off x="0" y="819879"/>
              <a:ext cx="85116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/>
              </a:lvl1pPr>
            </a:lstStyle>
            <a:p>
              <a:r>
                <a:rPr dirty="0"/>
                <a:t>Contents D </a:t>
              </a:r>
            </a:p>
          </p:txBody>
        </p:sp>
      </p:grpSp>
      <p:grpSp>
        <p:nvGrpSpPr>
          <p:cNvPr id="15" name="Shape 578"/>
          <p:cNvGrpSpPr/>
          <p:nvPr/>
        </p:nvGrpSpPr>
        <p:grpSpPr>
          <a:xfrm>
            <a:off x="4149750" y="3909900"/>
            <a:ext cx="2448002" cy="898497"/>
            <a:chOff x="-1" y="-1"/>
            <a:chExt cx="2448001" cy="898496"/>
          </a:xfrm>
        </p:grpSpPr>
        <p:sp>
          <p:nvSpPr>
            <p:cNvPr id="16" name="Shape 579"/>
            <p:cNvSpPr/>
            <p:nvPr/>
          </p:nvSpPr>
          <p:spPr>
            <a:xfrm>
              <a:off x="-1" y="-1"/>
              <a:ext cx="2448001" cy="1080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7" name="Shape 580"/>
            <p:cNvSpPr/>
            <p:nvPr/>
          </p:nvSpPr>
          <p:spPr>
            <a:xfrm>
              <a:off x="-1" y="263498"/>
              <a:ext cx="2448001" cy="1080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8" name="Shape 581"/>
            <p:cNvSpPr/>
            <p:nvPr/>
          </p:nvSpPr>
          <p:spPr>
            <a:xfrm>
              <a:off x="-1" y="526996"/>
              <a:ext cx="2448001" cy="108001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9" name="Shape 582"/>
            <p:cNvSpPr/>
            <p:nvPr/>
          </p:nvSpPr>
          <p:spPr>
            <a:xfrm>
              <a:off x="-1" y="790495"/>
              <a:ext cx="2448001" cy="1080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0" name="Shape 583"/>
            <p:cNvSpPr/>
            <p:nvPr/>
          </p:nvSpPr>
          <p:spPr>
            <a:xfrm>
              <a:off x="-1" y="-1"/>
              <a:ext cx="1511897" cy="108000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1" name="Shape 584"/>
            <p:cNvSpPr/>
            <p:nvPr/>
          </p:nvSpPr>
          <p:spPr>
            <a:xfrm>
              <a:off x="0" y="263498"/>
              <a:ext cx="1655912" cy="108000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2" name="Shape 585"/>
            <p:cNvSpPr/>
            <p:nvPr/>
          </p:nvSpPr>
          <p:spPr>
            <a:xfrm>
              <a:off x="-1" y="526996"/>
              <a:ext cx="863826" cy="108001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23" name="Shape 586"/>
            <p:cNvSpPr/>
            <p:nvPr/>
          </p:nvSpPr>
          <p:spPr>
            <a:xfrm>
              <a:off x="-1" y="790495"/>
              <a:ext cx="1583905" cy="108000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137883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166"/>
          <p:cNvSpPr txBox="1">
            <a:spLocks noGrp="1"/>
          </p:cNvSpPr>
          <p:nvPr>
            <p:ph type="title" idx="4294967295"/>
          </p:nvPr>
        </p:nvSpPr>
        <p:spPr>
          <a:xfrm>
            <a:off x="3131849" y="2307525"/>
            <a:ext cx="6012002" cy="503701"/>
          </a:xfrm>
          <a:prstGeom prst="rect">
            <a:avLst/>
          </a:prstGeom>
        </p:spPr>
        <p:txBody>
          <a:bodyPr lIns="45699" tIns="45699" rIns="45699" bIns="45699">
            <a:normAutofit fontScale="90000"/>
          </a:bodyPr>
          <a:lstStyle>
            <a:lvl1pPr defTabSz="731520">
              <a:defRPr sz="2880">
                <a:solidFill>
                  <a:srgbClr val="FFFFFF"/>
                </a:solidFill>
              </a:defRPr>
            </a:lvl1pPr>
          </a:lstStyle>
          <a:p>
            <a:r>
              <a:rPr lang="ko-KR" altLang="en-US" dirty="0" smtClean="0"/>
              <a:t>컴퓨터의 수치 표기법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36541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442"/>
          <p:cNvSpPr txBox="1">
            <a:spLocks noGrp="1"/>
          </p:cNvSpPr>
          <p:nvPr>
            <p:ph type="title"/>
          </p:nvPr>
        </p:nvSpPr>
        <p:spPr>
          <a:xfrm>
            <a:off x="10852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ko-KR" altLang="en-US" dirty="0" smtClean="0"/>
              <a:t> 컴퓨터의 수치 표기법</a:t>
            </a:r>
            <a:endParaRPr dirty="0"/>
          </a:p>
        </p:txBody>
      </p:sp>
      <p:sp>
        <p:nvSpPr>
          <p:cNvPr id="7" name="산가지 표기법으로 재무재표를 작성한다?…"/>
          <p:cNvSpPr txBox="1"/>
          <p:nvPr/>
        </p:nvSpPr>
        <p:spPr>
          <a:xfrm>
            <a:off x="323528" y="1059582"/>
            <a:ext cx="8224038" cy="491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ko-KR" altLang="en-US" dirty="0" smtClean="0"/>
              <a:t>컴퓨터 데이터 저장의 최소 단위 비트</a:t>
            </a:r>
            <a:r>
              <a:rPr lang="en-US" altLang="ko-KR" dirty="0" smtClean="0"/>
              <a:t>(BIT)</a:t>
            </a:r>
            <a:endParaRPr dirty="0"/>
          </a:p>
        </p:txBody>
      </p:sp>
      <p:sp>
        <p:nvSpPr>
          <p:cNvPr id="6" name="산가지 표기법으로 재무재표를 작성한다?…"/>
          <p:cNvSpPr txBox="1"/>
          <p:nvPr/>
        </p:nvSpPr>
        <p:spPr>
          <a:xfrm>
            <a:off x="454942" y="1551448"/>
            <a:ext cx="8224038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ko-KR" altLang="en-US" sz="2000" dirty="0" smtClean="0"/>
              <a:t>비트와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진법은 일대일 대응 관계</a:t>
            </a:r>
            <a:endParaRPr lang="en-US" altLang="ko-KR" sz="2000" dirty="0"/>
          </a:p>
          <a:p>
            <a:pPr marL="342900" indent="-342900">
              <a:buFont typeface="Wingdings"/>
              <a:buChar char="à"/>
              <a:defRPr sz="2400"/>
            </a:pPr>
            <a:r>
              <a:rPr lang="ko-KR" altLang="en-US" sz="2000" dirty="0" smtClean="0">
                <a:sym typeface="Wingdings" pitchFamily="2" charset="2"/>
              </a:rPr>
              <a:t>두 가지 정보를 완벽하게 저장 할 수 있다</a:t>
            </a:r>
            <a:r>
              <a:rPr lang="en-US" altLang="ko-KR" sz="2000" dirty="0" smtClean="0">
                <a:sym typeface="Wingdings" pitchFamily="2" charset="2"/>
              </a:rPr>
              <a:t>.</a:t>
            </a:r>
          </a:p>
          <a:p>
            <a:pPr marL="342900" indent="-342900">
              <a:buFont typeface="Wingdings"/>
              <a:buChar char="à"/>
              <a:defRPr sz="2400"/>
            </a:pPr>
            <a:r>
              <a:rPr lang="en-US" sz="2000" dirty="0" smtClean="0"/>
              <a:t>0</a:t>
            </a:r>
            <a:r>
              <a:rPr lang="ko-KR" altLang="en-US" sz="2000" dirty="0" smtClean="0"/>
              <a:t>과 </a:t>
            </a:r>
            <a:r>
              <a:rPr lang="en-US" altLang="ko-KR" sz="2000" dirty="0" smtClean="0"/>
              <a:t>1, ON</a:t>
            </a:r>
            <a:r>
              <a:rPr lang="ko-KR" altLang="en-US" sz="2000" dirty="0" smtClean="0"/>
              <a:t>과 </a:t>
            </a:r>
            <a:r>
              <a:rPr lang="en-US" altLang="ko-KR" sz="2000" dirty="0" smtClean="0"/>
              <a:t>OFF, </a:t>
            </a:r>
            <a:r>
              <a:rPr lang="ko-KR" altLang="en-US" sz="2000" dirty="0" smtClean="0"/>
              <a:t>빨강과 파랑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남자와 여자</a:t>
            </a:r>
            <a:r>
              <a:rPr lang="en-US" altLang="ko-KR" sz="2000" dirty="0"/>
              <a:t> </a:t>
            </a:r>
            <a:r>
              <a:rPr lang="ko-KR" altLang="en-US" sz="2000" dirty="0" smtClean="0"/>
              <a:t>등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10" name="산가지 표기법으로 재무재표를 작성한다?…"/>
          <p:cNvSpPr txBox="1"/>
          <p:nvPr/>
        </p:nvSpPr>
        <p:spPr>
          <a:xfrm>
            <a:off x="351140" y="3075806"/>
            <a:ext cx="8224038" cy="1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ko-KR" altLang="en-US" dirty="0" smtClean="0"/>
              <a:t>비트 하나로는 저장 할 수 있는 데이터의 종류 단 두 가지</a:t>
            </a:r>
            <a:endParaRPr lang="en-US" altLang="ko-KR" dirty="0" smtClean="0"/>
          </a:p>
          <a:p>
            <a:pPr marL="342900" indent="-342900">
              <a:buFont typeface="Wingdings"/>
              <a:buChar char="à"/>
              <a:defRPr sz="2400"/>
            </a:pPr>
            <a:r>
              <a:rPr lang="ko-KR" altLang="en-US" dirty="0" smtClean="0">
                <a:sym typeface="Wingdings" pitchFamily="2" charset="2"/>
              </a:rPr>
              <a:t>비트라는 단위를 기본으로 여러 개의 </a:t>
            </a:r>
            <a:r>
              <a:rPr lang="ko-KR" altLang="en-US" dirty="0" err="1" smtClean="0">
                <a:sym typeface="Wingdings" pitchFamily="2" charset="2"/>
              </a:rPr>
              <a:t>비트를</a:t>
            </a:r>
            <a:r>
              <a:rPr lang="ko-KR" altLang="en-US" dirty="0" smtClean="0">
                <a:sym typeface="Wingdings" pitchFamily="2" charset="2"/>
              </a:rPr>
              <a:t> 이용해서 저장해야 할 필요성</a:t>
            </a:r>
            <a:endParaRPr lang="en-US" altLang="ko-KR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608476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442"/>
          <p:cNvSpPr txBox="1">
            <a:spLocks noGrp="1"/>
          </p:cNvSpPr>
          <p:nvPr>
            <p:ph type="title"/>
          </p:nvPr>
        </p:nvSpPr>
        <p:spPr>
          <a:xfrm>
            <a:off x="10852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ko-KR" altLang="en-US" dirty="0" smtClean="0"/>
              <a:t> 컴퓨터의 수치 표기법</a:t>
            </a:r>
            <a:endParaRPr dirty="0"/>
          </a:p>
        </p:txBody>
      </p:sp>
      <p:sp>
        <p:nvSpPr>
          <p:cNvPr id="10" name="산가지 표기법으로 재무재표를 작성한다?…"/>
          <p:cNvSpPr txBox="1"/>
          <p:nvPr/>
        </p:nvSpPr>
        <p:spPr>
          <a:xfrm>
            <a:off x="328868" y="1131590"/>
            <a:ext cx="8224038" cy="142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ko-KR" altLang="en-US" dirty="0" smtClean="0"/>
              <a:t>비트 하나로는 저장 할 수 있는 데이터의 종류 단 두 가지</a:t>
            </a:r>
            <a:endParaRPr lang="en-US" altLang="ko-KR" dirty="0" smtClean="0"/>
          </a:p>
          <a:p>
            <a:pPr marL="342900" indent="-342900">
              <a:buFont typeface="Wingdings"/>
              <a:buChar char="à"/>
              <a:defRPr sz="2400"/>
            </a:pPr>
            <a:r>
              <a:rPr lang="ko-KR" altLang="en-US" dirty="0" smtClean="0">
                <a:sym typeface="Wingdings" pitchFamily="2" charset="2"/>
              </a:rPr>
              <a:t>비트라는 단위를 기본으로 여러 개의 </a:t>
            </a:r>
            <a:r>
              <a:rPr lang="ko-KR" altLang="en-US" dirty="0" err="1" smtClean="0">
                <a:sym typeface="Wingdings" pitchFamily="2" charset="2"/>
              </a:rPr>
              <a:t>비트를</a:t>
            </a:r>
            <a:r>
              <a:rPr lang="ko-KR" altLang="en-US" dirty="0" smtClean="0">
                <a:sym typeface="Wingdings" pitchFamily="2" charset="2"/>
              </a:rPr>
              <a:t> 이용해서 저장해야 할 필요성</a:t>
            </a:r>
            <a:endParaRPr lang="en-US" altLang="ko-KR" dirty="0" smtClean="0">
              <a:sym typeface="Wingdings" pitchFamily="2" charset="2"/>
            </a:endParaRPr>
          </a:p>
        </p:txBody>
      </p:sp>
      <p:sp>
        <p:nvSpPr>
          <p:cNvPr id="8" name="산가지 표기법으로 재무재표를 작성한다?…"/>
          <p:cNvSpPr txBox="1"/>
          <p:nvPr/>
        </p:nvSpPr>
        <p:spPr>
          <a:xfrm>
            <a:off x="481268" y="2616227"/>
            <a:ext cx="8224038" cy="935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en-US" altLang="ko-KR" dirty="0" smtClean="0">
                <a:sym typeface="Wingdings" pitchFamily="2" charset="2"/>
              </a:rPr>
              <a:t>2</a:t>
            </a:r>
            <a:r>
              <a:rPr lang="ko-KR" altLang="en-US" dirty="0" smtClean="0">
                <a:sym typeface="Wingdings" pitchFamily="2" charset="2"/>
              </a:rPr>
              <a:t>개의 </a:t>
            </a:r>
            <a:r>
              <a:rPr lang="ko-KR" altLang="en-US" dirty="0" err="1" smtClean="0">
                <a:sym typeface="Wingdings" pitchFamily="2" charset="2"/>
              </a:rPr>
              <a:t>비트를</a:t>
            </a:r>
            <a:r>
              <a:rPr lang="ko-KR" altLang="en-US" dirty="0" smtClean="0">
                <a:sym typeface="Wingdings" pitchFamily="2" charset="2"/>
              </a:rPr>
              <a:t> 사용한다면</a:t>
            </a:r>
            <a:r>
              <a:rPr lang="en-US" altLang="ko-KR" dirty="0" smtClean="0">
                <a:sym typeface="Wingdings" pitchFamily="2" charset="2"/>
              </a:rPr>
              <a:t>? </a:t>
            </a:r>
            <a:r>
              <a:rPr lang="ko-KR" altLang="en-US" dirty="0" smtClean="0">
                <a:sym typeface="Wingdings" pitchFamily="2" charset="2"/>
              </a:rPr>
              <a:t>나타낼 수 있는 범위가 </a:t>
            </a:r>
            <a:r>
              <a:rPr lang="en-US" altLang="ko-KR" dirty="0" smtClean="0">
                <a:sym typeface="Wingdings" pitchFamily="2" charset="2"/>
              </a:rPr>
              <a:t>2</a:t>
            </a:r>
            <a:r>
              <a:rPr lang="ko-KR" altLang="en-US" dirty="0" smtClean="0">
                <a:sym typeface="Wingdings" pitchFamily="2" charset="2"/>
              </a:rPr>
              <a:t>배 </a:t>
            </a:r>
            <a:endParaRPr lang="en-US" altLang="ko-KR" dirty="0" smtClean="0">
              <a:sym typeface="Wingdings" pitchFamily="2" charset="2"/>
            </a:endParaRPr>
          </a:p>
          <a:p>
            <a:pPr>
              <a:defRPr sz="2400"/>
            </a:pPr>
            <a:r>
              <a:rPr lang="en-US" altLang="ko-KR" dirty="0" smtClean="0">
                <a:sym typeface="Wingdings" pitchFamily="2" charset="2"/>
              </a:rPr>
              <a:t>4</a:t>
            </a:r>
            <a:r>
              <a:rPr lang="ko-KR" altLang="en-US" dirty="0" smtClean="0">
                <a:sym typeface="Wingdings" pitchFamily="2" charset="2"/>
              </a:rPr>
              <a:t>개의 </a:t>
            </a:r>
            <a:r>
              <a:rPr lang="ko-KR" altLang="en-US" dirty="0" err="1" smtClean="0">
                <a:sym typeface="Wingdings" pitchFamily="2" charset="2"/>
              </a:rPr>
              <a:t>비트를</a:t>
            </a:r>
            <a:r>
              <a:rPr lang="ko-KR" altLang="en-US" dirty="0" smtClean="0">
                <a:sym typeface="Wingdings" pitchFamily="2" charset="2"/>
              </a:rPr>
              <a:t> 사용한다면</a:t>
            </a:r>
            <a:r>
              <a:rPr lang="en-US" altLang="ko-KR" dirty="0" smtClean="0">
                <a:sym typeface="Wingdings" pitchFamily="2" charset="2"/>
              </a:rPr>
              <a:t>? </a:t>
            </a:r>
            <a:r>
              <a:rPr lang="ko-KR" altLang="en-US" dirty="0" smtClean="0">
                <a:sym typeface="Wingdings" pitchFamily="2" charset="2"/>
              </a:rPr>
              <a:t>나타낼 수 있는 범위가 </a:t>
            </a:r>
            <a:r>
              <a:rPr lang="en-US" altLang="ko-KR" dirty="0" smtClean="0">
                <a:sym typeface="Wingdings" pitchFamily="2" charset="2"/>
              </a:rPr>
              <a:t>16</a:t>
            </a:r>
            <a:r>
              <a:rPr lang="ko-KR" altLang="en-US" dirty="0" smtClean="0">
                <a:sym typeface="Wingdings" pitchFamily="2" charset="2"/>
              </a:rPr>
              <a:t>배</a:t>
            </a:r>
            <a:endParaRPr lang="en-US" altLang="ko-KR" dirty="0" smtClean="0">
              <a:sym typeface="Wingdings" pitchFamily="2" charset="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651870"/>
            <a:ext cx="100965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016" y="2904157"/>
            <a:ext cx="41148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77383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442"/>
          <p:cNvSpPr txBox="1">
            <a:spLocks noGrp="1"/>
          </p:cNvSpPr>
          <p:nvPr>
            <p:ph type="title"/>
          </p:nvPr>
        </p:nvSpPr>
        <p:spPr>
          <a:xfrm>
            <a:off x="10852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ko-KR" altLang="en-US" dirty="0" smtClean="0"/>
              <a:t> 컴퓨터의 수치 표기법</a:t>
            </a:r>
            <a:endParaRPr dirty="0"/>
          </a:p>
        </p:txBody>
      </p:sp>
      <p:sp>
        <p:nvSpPr>
          <p:cNvPr id="10" name="산가지 표기법으로 재무재표를 작성한다?…"/>
          <p:cNvSpPr txBox="1"/>
          <p:nvPr/>
        </p:nvSpPr>
        <p:spPr>
          <a:xfrm>
            <a:off x="328868" y="1131590"/>
            <a:ext cx="8224038" cy="2751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ko-KR" altLang="en-US" dirty="0" smtClean="0">
                <a:sym typeface="Wingdings" pitchFamily="2" charset="2"/>
              </a:rPr>
              <a:t>내부적으로는 이진법을 사용하되</a:t>
            </a:r>
            <a:r>
              <a:rPr lang="en-US" altLang="ko-KR" dirty="0" smtClean="0">
                <a:sym typeface="Wingdings" pitchFamily="2" charset="2"/>
              </a:rPr>
              <a:t>, </a:t>
            </a:r>
            <a:r>
              <a:rPr lang="ko-KR" altLang="en-US" dirty="0" smtClean="0">
                <a:sym typeface="Wingdings" pitchFamily="2" charset="2"/>
              </a:rPr>
              <a:t>표현해야 할 양이 많아짐에 따라 이진법 표기 시스템은 변경이 불가피</a:t>
            </a:r>
            <a:endParaRPr lang="en-US" altLang="ko-KR" dirty="0" smtClean="0">
              <a:sym typeface="Wingdings" pitchFamily="2" charset="2"/>
            </a:endParaRPr>
          </a:p>
          <a:p>
            <a:pPr>
              <a:defRPr sz="2400"/>
            </a:pPr>
            <a:endParaRPr lang="en-US" altLang="ko-KR" dirty="0">
              <a:sym typeface="Wingdings" pitchFamily="2" charset="2"/>
            </a:endParaRPr>
          </a:p>
          <a:p>
            <a:pPr>
              <a:defRPr sz="2400"/>
            </a:pPr>
            <a:r>
              <a:rPr lang="ko-KR" altLang="en-US" dirty="0" smtClean="0">
                <a:sym typeface="Wingdings" pitchFamily="2" charset="2"/>
              </a:rPr>
              <a:t>많은 양을 표현할 수 있는 표기법이 필요 </a:t>
            </a:r>
            <a:r>
              <a:rPr lang="en-US" altLang="ko-KR" dirty="0" smtClean="0">
                <a:sym typeface="Wingdings" pitchFamily="2" charset="2"/>
              </a:rPr>
              <a:t> </a:t>
            </a:r>
            <a:r>
              <a:rPr lang="ko-KR" altLang="en-US" dirty="0" smtClean="0">
                <a:sym typeface="Wingdings" pitchFamily="2" charset="2"/>
              </a:rPr>
              <a:t>초기 유닉스 시스템의 경우 </a:t>
            </a:r>
            <a:r>
              <a:rPr lang="en-US" altLang="ko-KR" dirty="0" smtClean="0">
                <a:sym typeface="Wingdings" pitchFamily="2" charset="2"/>
              </a:rPr>
              <a:t>8</a:t>
            </a:r>
            <a:r>
              <a:rPr lang="ko-KR" altLang="en-US" dirty="0" smtClean="0">
                <a:sym typeface="Wingdings" pitchFamily="2" charset="2"/>
              </a:rPr>
              <a:t>진법을 사용 했고</a:t>
            </a:r>
            <a:r>
              <a:rPr lang="en-US" altLang="ko-KR" dirty="0" smtClean="0">
                <a:sym typeface="Wingdings" pitchFamily="2" charset="2"/>
              </a:rPr>
              <a:t>, </a:t>
            </a:r>
            <a:r>
              <a:rPr lang="ko-KR" altLang="en-US" dirty="0" smtClean="0">
                <a:sym typeface="Wingdings" pitchFamily="2" charset="2"/>
              </a:rPr>
              <a:t>현재는 이진수 </a:t>
            </a:r>
            <a:r>
              <a:rPr lang="en-US" altLang="ko-KR" dirty="0" smtClean="0">
                <a:sym typeface="Wingdings" pitchFamily="2" charset="2"/>
              </a:rPr>
              <a:t>4</a:t>
            </a:r>
            <a:r>
              <a:rPr lang="ko-KR" altLang="en-US" dirty="0" smtClean="0">
                <a:sym typeface="Wingdings" pitchFamily="2" charset="2"/>
              </a:rPr>
              <a:t>개를 한 세트로 쓸 수 있는 </a:t>
            </a:r>
            <a:r>
              <a:rPr lang="en-US" altLang="ko-KR" dirty="0" smtClean="0">
                <a:sym typeface="Wingdings" pitchFamily="2" charset="2"/>
              </a:rPr>
              <a:t>16</a:t>
            </a:r>
            <a:r>
              <a:rPr lang="ko-KR" altLang="en-US" dirty="0" smtClean="0">
                <a:sym typeface="Wingdings" pitchFamily="2" charset="2"/>
              </a:rPr>
              <a:t>진법을 사용</a:t>
            </a:r>
            <a:endParaRPr lang="en-US" altLang="ko-KR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091825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442"/>
          <p:cNvSpPr txBox="1">
            <a:spLocks noGrp="1"/>
          </p:cNvSpPr>
          <p:nvPr>
            <p:ph type="title"/>
          </p:nvPr>
        </p:nvSpPr>
        <p:spPr>
          <a:xfrm>
            <a:off x="10852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ko-KR" altLang="en-US" dirty="0" smtClean="0"/>
              <a:t> 컴퓨터의 수치 표기법</a:t>
            </a:r>
            <a:endParaRPr dirty="0"/>
          </a:p>
        </p:txBody>
      </p:sp>
      <p:sp>
        <p:nvSpPr>
          <p:cNvPr id="10" name="산가지 표기법으로 재무재표를 작성한다?…"/>
          <p:cNvSpPr txBox="1"/>
          <p:nvPr/>
        </p:nvSpPr>
        <p:spPr>
          <a:xfrm>
            <a:off x="328868" y="1131590"/>
            <a:ext cx="8224038" cy="935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r>
              <a:rPr lang="ko-KR" altLang="en-US" dirty="0" smtClean="0">
                <a:sym typeface="Wingdings" pitchFamily="2" charset="2"/>
              </a:rPr>
              <a:t>유닉스 시스템의 흔적을 볼 수 있는 명령 </a:t>
            </a:r>
            <a:endParaRPr lang="en-US" altLang="ko-KR" dirty="0" smtClean="0">
              <a:sym typeface="Wingdings" pitchFamily="2" charset="2"/>
            </a:endParaRPr>
          </a:p>
          <a:p>
            <a:pPr>
              <a:defRPr sz="2400"/>
            </a:pPr>
            <a:r>
              <a:rPr lang="en-US" altLang="ko-KR" dirty="0" err="1" smtClean="0">
                <a:sym typeface="Wingdings" pitchFamily="2" charset="2"/>
              </a:rPr>
              <a:t>chmod</a:t>
            </a:r>
            <a:r>
              <a:rPr lang="en-US" altLang="ko-KR" dirty="0" smtClean="0">
                <a:sym typeface="Wingdings" pitchFamily="2" charset="2"/>
              </a:rPr>
              <a:t> (</a:t>
            </a:r>
            <a:r>
              <a:rPr lang="ko-KR" altLang="en-US" dirty="0" smtClean="0">
                <a:sym typeface="Wingdings" pitchFamily="2" charset="2"/>
              </a:rPr>
              <a:t>권한수정</a:t>
            </a:r>
            <a:endParaRPr lang="en-US" altLang="ko-KR" dirty="0" smtClean="0">
              <a:sym typeface="Wingdings" pitchFamily="2" charset="2"/>
            </a:endParaRPr>
          </a:p>
        </p:txBody>
      </p:sp>
      <p:pic>
        <p:nvPicPr>
          <p:cNvPr id="3074" name="Picture 2" descr="http://cfile7.uf.tistory.com/image/24526E375516BED80389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62" y="2499742"/>
            <a:ext cx="46672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9888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202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ko-KR" altLang="en-US" dirty="0"/>
              <a:t> 컴퓨터의 수치 표기법</a:t>
            </a:r>
            <a:endParaRPr dirty="0">
              <a:solidFill>
                <a:srgbClr val="00FDFF"/>
              </a:solidFill>
            </a:endParaRPr>
          </a:p>
        </p:txBody>
      </p:sp>
      <p:sp>
        <p:nvSpPr>
          <p:cNvPr id="308" name="Shape 203"/>
          <p:cNvSpPr/>
          <p:nvPr/>
        </p:nvSpPr>
        <p:spPr>
          <a:xfrm>
            <a:off x="794425" y="1275557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09" name="Shape 204"/>
          <p:cNvSpPr/>
          <p:nvPr/>
        </p:nvSpPr>
        <p:spPr>
          <a:xfrm>
            <a:off x="794425" y="2217797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0" name="Shape 205"/>
          <p:cNvSpPr/>
          <p:nvPr/>
        </p:nvSpPr>
        <p:spPr>
          <a:xfrm>
            <a:off x="794425" y="3160037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1" name="Shape 206"/>
          <p:cNvSpPr/>
          <p:nvPr/>
        </p:nvSpPr>
        <p:spPr>
          <a:xfrm>
            <a:off x="794425" y="4102275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2" name="Shape 207"/>
          <p:cNvSpPr/>
          <p:nvPr/>
        </p:nvSpPr>
        <p:spPr>
          <a:xfrm>
            <a:off x="936394" y="1416168"/>
            <a:ext cx="325283" cy="327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3" name="Shape 208"/>
          <p:cNvSpPr/>
          <p:nvPr/>
        </p:nvSpPr>
        <p:spPr>
          <a:xfrm>
            <a:off x="928356" y="4306489"/>
            <a:ext cx="341360" cy="200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78" y="0"/>
                </a:moveTo>
                <a:cubicBezTo>
                  <a:pt x="10381" y="0"/>
                  <a:pt x="11710" y="1263"/>
                  <a:pt x="12452" y="3279"/>
                </a:cubicBezTo>
                <a:cubicBezTo>
                  <a:pt x="12920" y="2554"/>
                  <a:pt x="13545" y="2158"/>
                  <a:pt x="14226" y="2158"/>
                </a:cubicBezTo>
                <a:cubicBezTo>
                  <a:pt x="15703" y="2158"/>
                  <a:pt x="16923" y="4026"/>
                  <a:pt x="17062" y="6461"/>
                </a:cubicBezTo>
                <a:cubicBezTo>
                  <a:pt x="17088" y="6435"/>
                  <a:pt x="17114" y="6434"/>
                  <a:pt x="17140" y="6434"/>
                </a:cubicBezTo>
                <a:cubicBezTo>
                  <a:pt x="19603" y="6434"/>
                  <a:pt x="21600" y="9829"/>
                  <a:pt x="21600" y="14017"/>
                </a:cubicBezTo>
                <a:cubicBezTo>
                  <a:pt x="21600" y="17971"/>
                  <a:pt x="19820" y="21218"/>
                  <a:pt x="17547" y="21565"/>
                </a:cubicBezTo>
                <a:lnTo>
                  <a:pt x="17547" y="21600"/>
                </a:lnTo>
                <a:lnTo>
                  <a:pt x="4978" y="21600"/>
                </a:lnTo>
                <a:lnTo>
                  <a:pt x="4978" y="21543"/>
                </a:lnTo>
                <a:cubicBezTo>
                  <a:pt x="4808" y="21583"/>
                  <a:pt x="4635" y="21600"/>
                  <a:pt x="4460" y="21600"/>
                </a:cubicBezTo>
                <a:cubicBezTo>
                  <a:pt x="1997" y="21600"/>
                  <a:pt x="0" y="18205"/>
                  <a:pt x="0" y="14017"/>
                </a:cubicBezTo>
                <a:cubicBezTo>
                  <a:pt x="0" y="9829"/>
                  <a:pt x="1997" y="6434"/>
                  <a:pt x="4460" y="6434"/>
                </a:cubicBezTo>
                <a:lnTo>
                  <a:pt x="4551" y="6466"/>
                </a:lnTo>
                <a:cubicBezTo>
                  <a:pt x="4791" y="2797"/>
                  <a:pt x="6643" y="0"/>
                  <a:pt x="887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4" name="Shape 209"/>
          <p:cNvSpPr/>
          <p:nvPr/>
        </p:nvSpPr>
        <p:spPr>
          <a:xfrm rot="2700000">
            <a:off x="982909" y="3256458"/>
            <a:ext cx="232250" cy="416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12296" y="26"/>
                  <a:pt x="13869" y="651"/>
                  <a:pt x="14004" y="1665"/>
                </a:cubicBezTo>
                <a:cubicBezTo>
                  <a:pt x="14352" y="2941"/>
                  <a:pt x="12417" y="3255"/>
                  <a:pt x="12966" y="4789"/>
                </a:cubicBezTo>
                <a:lnTo>
                  <a:pt x="21600" y="4789"/>
                </a:lnTo>
                <a:lnTo>
                  <a:pt x="21600" y="9598"/>
                </a:lnTo>
                <a:cubicBezTo>
                  <a:pt x="18932" y="9873"/>
                  <a:pt x="18357" y="8821"/>
                  <a:pt x="16095" y="9012"/>
                </a:cubicBezTo>
                <a:cubicBezTo>
                  <a:pt x="14277" y="9088"/>
                  <a:pt x="13156" y="9965"/>
                  <a:pt x="13110" y="10796"/>
                </a:cubicBezTo>
                <a:cubicBezTo>
                  <a:pt x="13141" y="11525"/>
                  <a:pt x="14300" y="12602"/>
                  <a:pt x="16464" y="12611"/>
                </a:cubicBezTo>
                <a:cubicBezTo>
                  <a:pt x="19082" y="12461"/>
                  <a:pt x="18698" y="11744"/>
                  <a:pt x="21600" y="11809"/>
                </a:cubicBezTo>
                <a:lnTo>
                  <a:pt x="21600" y="16837"/>
                </a:lnTo>
                <a:lnTo>
                  <a:pt x="12611" y="16837"/>
                </a:lnTo>
                <a:cubicBezTo>
                  <a:pt x="12479" y="18485"/>
                  <a:pt x="13776" y="18260"/>
                  <a:pt x="14046" y="19729"/>
                </a:cubicBezTo>
                <a:cubicBezTo>
                  <a:pt x="14031" y="20937"/>
                  <a:pt x="12100" y="21583"/>
                  <a:pt x="10793" y="21600"/>
                </a:cubicBezTo>
                <a:cubicBezTo>
                  <a:pt x="9304" y="21574"/>
                  <a:pt x="7731" y="20949"/>
                  <a:pt x="7595" y="19935"/>
                </a:cubicBezTo>
                <a:cubicBezTo>
                  <a:pt x="7250" y="18666"/>
                  <a:pt x="9161" y="18348"/>
                  <a:pt x="8639" y="16837"/>
                </a:cubicBezTo>
                <a:lnTo>
                  <a:pt x="0" y="16837"/>
                </a:lnTo>
                <a:lnTo>
                  <a:pt x="0" y="11893"/>
                </a:lnTo>
                <a:cubicBezTo>
                  <a:pt x="2766" y="11581"/>
                  <a:pt x="3326" y="12666"/>
                  <a:pt x="5619" y="12471"/>
                </a:cubicBezTo>
                <a:cubicBezTo>
                  <a:pt x="7437" y="12396"/>
                  <a:pt x="8558" y="11519"/>
                  <a:pt x="8604" y="10688"/>
                </a:cubicBezTo>
                <a:cubicBezTo>
                  <a:pt x="8574" y="9959"/>
                  <a:pt x="7415" y="8882"/>
                  <a:pt x="5251" y="8873"/>
                </a:cubicBezTo>
                <a:cubicBezTo>
                  <a:pt x="2598" y="9025"/>
                  <a:pt x="3027" y="9758"/>
                  <a:pt x="0" y="9673"/>
                </a:cubicBezTo>
                <a:lnTo>
                  <a:pt x="0" y="4789"/>
                </a:lnTo>
                <a:lnTo>
                  <a:pt x="8988" y="4789"/>
                </a:lnTo>
                <a:cubicBezTo>
                  <a:pt x="9135" y="3112"/>
                  <a:pt x="7825" y="3347"/>
                  <a:pt x="7553" y="1870"/>
                </a:cubicBezTo>
                <a:cubicBezTo>
                  <a:pt x="7569" y="663"/>
                  <a:pt x="9499" y="17"/>
                  <a:pt x="1080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5" name="Shape 210"/>
          <p:cNvSpPr/>
          <p:nvPr/>
        </p:nvSpPr>
        <p:spPr>
          <a:xfrm>
            <a:off x="952883" y="2385595"/>
            <a:ext cx="292306" cy="27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6" name="Shape 211"/>
          <p:cNvSpPr/>
          <p:nvPr/>
        </p:nvSpPr>
        <p:spPr>
          <a:xfrm>
            <a:off x="4864932" y="1275557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7" name="Shape 212"/>
          <p:cNvSpPr/>
          <p:nvPr/>
        </p:nvSpPr>
        <p:spPr>
          <a:xfrm>
            <a:off x="4864932" y="2217797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8" name="Shape 213"/>
          <p:cNvSpPr/>
          <p:nvPr/>
        </p:nvSpPr>
        <p:spPr>
          <a:xfrm>
            <a:off x="4864932" y="3160037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19" name="Shape 214"/>
          <p:cNvSpPr/>
          <p:nvPr/>
        </p:nvSpPr>
        <p:spPr>
          <a:xfrm>
            <a:off x="4864932" y="4102275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0" name="Shape 215"/>
          <p:cNvSpPr/>
          <p:nvPr/>
        </p:nvSpPr>
        <p:spPr>
          <a:xfrm>
            <a:off x="4997868" y="1407095"/>
            <a:ext cx="343349" cy="3461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512" y="7118"/>
                </a:moveTo>
                <a:cubicBezTo>
                  <a:pt x="11142" y="7118"/>
                  <a:pt x="11738" y="7259"/>
                  <a:pt x="12265" y="7524"/>
                </a:cubicBezTo>
                <a:lnTo>
                  <a:pt x="10848" y="8929"/>
                </a:lnTo>
                <a:cubicBezTo>
                  <a:pt x="10739" y="8904"/>
                  <a:pt x="10627" y="8896"/>
                  <a:pt x="10512" y="8896"/>
                </a:cubicBezTo>
                <a:cubicBezTo>
                  <a:pt x="9244" y="8896"/>
                  <a:pt x="8217" y="9915"/>
                  <a:pt x="8217" y="11173"/>
                </a:cubicBezTo>
                <a:cubicBezTo>
                  <a:pt x="8217" y="12430"/>
                  <a:pt x="9244" y="13449"/>
                  <a:pt x="10512" y="13449"/>
                </a:cubicBezTo>
                <a:cubicBezTo>
                  <a:pt x="11780" y="13449"/>
                  <a:pt x="12807" y="12430"/>
                  <a:pt x="12807" y="11173"/>
                </a:cubicBezTo>
                <a:cubicBezTo>
                  <a:pt x="12807" y="10976"/>
                  <a:pt x="12782" y="10786"/>
                  <a:pt x="12727" y="10606"/>
                </a:cubicBezTo>
                <a:lnTo>
                  <a:pt x="14092" y="9252"/>
                </a:lnTo>
                <a:cubicBezTo>
                  <a:pt x="14422" y="9817"/>
                  <a:pt x="14600" y="10474"/>
                  <a:pt x="14600" y="11173"/>
                </a:cubicBezTo>
                <a:cubicBezTo>
                  <a:pt x="14600" y="13412"/>
                  <a:pt x="12770" y="15228"/>
                  <a:pt x="10512" y="15228"/>
                </a:cubicBezTo>
                <a:cubicBezTo>
                  <a:pt x="8254" y="15228"/>
                  <a:pt x="6424" y="13412"/>
                  <a:pt x="6424" y="11173"/>
                </a:cubicBezTo>
                <a:cubicBezTo>
                  <a:pt x="6424" y="8933"/>
                  <a:pt x="8254" y="7118"/>
                  <a:pt x="10512" y="7118"/>
                </a:cubicBezTo>
                <a:close/>
                <a:moveTo>
                  <a:pt x="10512" y="3874"/>
                </a:moveTo>
                <a:cubicBezTo>
                  <a:pt x="12052" y="3874"/>
                  <a:pt x="13481" y="4343"/>
                  <a:pt x="14662" y="5147"/>
                </a:cubicBezTo>
                <a:lnTo>
                  <a:pt x="13249" y="6548"/>
                </a:lnTo>
                <a:cubicBezTo>
                  <a:pt x="12454" y="6058"/>
                  <a:pt x="11515" y="5788"/>
                  <a:pt x="10512" y="5788"/>
                </a:cubicBezTo>
                <a:cubicBezTo>
                  <a:pt x="7514" y="5788"/>
                  <a:pt x="5084" y="8199"/>
                  <a:pt x="5084" y="11173"/>
                </a:cubicBezTo>
                <a:cubicBezTo>
                  <a:pt x="5084" y="14146"/>
                  <a:pt x="7514" y="16557"/>
                  <a:pt x="10512" y="16557"/>
                </a:cubicBezTo>
                <a:cubicBezTo>
                  <a:pt x="13510" y="16557"/>
                  <a:pt x="15940" y="14146"/>
                  <a:pt x="15940" y="11173"/>
                </a:cubicBezTo>
                <a:cubicBezTo>
                  <a:pt x="15940" y="10104"/>
                  <a:pt x="15626" y="9108"/>
                  <a:pt x="15076" y="8276"/>
                </a:cubicBezTo>
                <a:lnTo>
                  <a:pt x="16467" y="6897"/>
                </a:lnTo>
                <a:cubicBezTo>
                  <a:pt x="17352" y="8095"/>
                  <a:pt x="17871" y="9573"/>
                  <a:pt x="17871" y="11173"/>
                </a:cubicBezTo>
                <a:cubicBezTo>
                  <a:pt x="17871" y="15204"/>
                  <a:pt x="14576" y="18472"/>
                  <a:pt x="10512" y="18472"/>
                </a:cubicBezTo>
                <a:cubicBezTo>
                  <a:pt x="6448" y="18472"/>
                  <a:pt x="3154" y="15204"/>
                  <a:pt x="3154" y="11173"/>
                </a:cubicBezTo>
                <a:cubicBezTo>
                  <a:pt x="3154" y="7142"/>
                  <a:pt x="6448" y="3874"/>
                  <a:pt x="10512" y="3874"/>
                </a:cubicBezTo>
                <a:close/>
                <a:moveTo>
                  <a:pt x="10512" y="745"/>
                </a:moveTo>
                <a:cubicBezTo>
                  <a:pt x="12727" y="745"/>
                  <a:pt x="14782" y="1425"/>
                  <a:pt x="16474" y="2589"/>
                </a:cubicBezTo>
                <a:lnTo>
                  <a:pt x="16520" y="3304"/>
                </a:lnTo>
                <a:lnTo>
                  <a:pt x="15548" y="4268"/>
                </a:lnTo>
                <a:cubicBezTo>
                  <a:pt x="14137" y="3242"/>
                  <a:pt x="12395" y="2642"/>
                  <a:pt x="10512" y="2642"/>
                </a:cubicBezTo>
                <a:cubicBezTo>
                  <a:pt x="5762" y="2642"/>
                  <a:pt x="1912" y="6461"/>
                  <a:pt x="1912" y="11173"/>
                </a:cubicBezTo>
                <a:cubicBezTo>
                  <a:pt x="1912" y="15884"/>
                  <a:pt x="5762" y="19703"/>
                  <a:pt x="10512" y="19703"/>
                </a:cubicBezTo>
                <a:cubicBezTo>
                  <a:pt x="15262" y="19703"/>
                  <a:pt x="19112" y="15884"/>
                  <a:pt x="19112" y="11173"/>
                </a:cubicBezTo>
                <a:cubicBezTo>
                  <a:pt x="19112" y="9233"/>
                  <a:pt x="18460" y="7445"/>
                  <a:pt x="17353" y="6018"/>
                </a:cubicBezTo>
                <a:lnTo>
                  <a:pt x="18222" y="5155"/>
                </a:lnTo>
                <a:lnTo>
                  <a:pt x="19130" y="5212"/>
                </a:lnTo>
                <a:cubicBezTo>
                  <a:pt x="20326" y="6898"/>
                  <a:pt x="21024" y="8954"/>
                  <a:pt x="21024" y="11173"/>
                </a:cubicBezTo>
                <a:cubicBezTo>
                  <a:pt x="21024" y="16932"/>
                  <a:pt x="16318" y="21600"/>
                  <a:pt x="10512" y="21600"/>
                </a:cubicBezTo>
                <a:cubicBezTo>
                  <a:pt x="4706" y="21600"/>
                  <a:pt x="0" y="16932"/>
                  <a:pt x="0" y="11173"/>
                </a:cubicBezTo>
                <a:cubicBezTo>
                  <a:pt x="0" y="5414"/>
                  <a:pt x="4706" y="745"/>
                  <a:pt x="10512" y="745"/>
                </a:cubicBezTo>
                <a:close/>
                <a:moveTo>
                  <a:pt x="19585" y="0"/>
                </a:moveTo>
                <a:lnTo>
                  <a:pt x="19704" y="1881"/>
                </a:lnTo>
                <a:lnTo>
                  <a:pt x="21600" y="1999"/>
                </a:lnTo>
                <a:lnTo>
                  <a:pt x="19276" y="4304"/>
                </a:lnTo>
                <a:lnTo>
                  <a:pt x="18080" y="4229"/>
                </a:lnTo>
                <a:lnTo>
                  <a:pt x="11567" y="10690"/>
                </a:lnTo>
                <a:cubicBezTo>
                  <a:pt x="11642" y="10835"/>
                  <a:pt x="11680" y="10999"/>
                  <a:pt x="11680" y="11173"/>
                </a:cubicBezTo>
                <a:cubicBezTo>
                  <a:pt x="11680" y="11812"/>
                  <a:pt x="11157" y="12331"/>
                  <a:pt x="10512" y="12331"/>
                </a:cubicBezTo>
                <a:cubicBezTo>
                  <a:pt x="9867" y="12331"/>
                  <a:pt x="9344" y="11812"/>
                  <a:pt x="9344" y="11173"/>
                </a:cubicBezTo>
                <a:cubicBezTo>
                  <a:pt x="9344" y="10533"/>
                  <a:pt x="9867" y="10014"/>
                  <a:pt x="10512" y="10014"/>
                </a:cubicBezTo>
                <a:lnTo>
                  <a:pt x="10711" y="10054"/>
                </a:lnTo>
                <a:lnTo>
                  <a:pt x="17335" y="3483"/>
                </a:lnTo>
                <a:lnTo>
                  <a:pt x="17261" y="230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1" name="Shape 216"/>
          <p:cNvSpPr/>
          <p:nvPr/>
        </p:nvSpPr>
        <p:spPr>
          <a:xfrm rot="8100000">
            <a:off x="5020338" y="2373203"/>
            <a:ext cx="298412" cy="298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719" y="15881"/>
                </a:moveTo>
                <a:cubicBezTo>
                  <a:pt x="7014" y="17176"/>
                  <a:pt x="9113" y="17176"/>
                  <a:pt x="10408" y="15881"/>
                </a:cubicBezTo>
                <a:cubicBezTo>
                  <a:pt x="11703" y="14586"/>
                  <a:pt x="11703" y="12487"/>
                  <a:pt x="10408" y="11192"/>
                </a:cubicBezTo>
                <a:cubicBezTo>
                  <a:pt x="9113" y="9897"/>
                  <a:pt x="7014" y="9897"/>
                  <a:pt x="5719" y="11192"/>
                </a:cubicBezTo>
                <a:cubicBezTo>
                  <a:pt x="4424" y="12487"/>
                  <a:pt x="4424" y="14586"/>
                  <a:pt x="5719" y="15881"/>
                </a:cubicBezTo>
                <a:close/>
                <a:moveTo>
                  <a:pt x="2551" y="19049"/>
                </a:moveTo>
                <a:cubicBezTo>
                  <a:pt x="975" y="17473"/>
                  <a:pt x="0" y="15296"/>
                  <a:pt x="0" y="12891"/>
                </a:cubicBezTo>
                <a:cubicBezTo>
                  <a:pt x="0" y="8081"/>
                  <a:pt x="3994" y="5131"/>
                  <a:pt x="8709" y="4181"/>
                </a:cubicBezTo>
                <a:cubicBezTo>
                  <a:pt x="13650" y="3185"/>
                  <a:pt x="16190" y="2260"/>
                  <a:pt x="21600" y="0"/>
                </a:cubicBezTo>
                <a:cubicBezTo>
                  <a:pt x="19398" y="5937"/>
                  <a:pt x="18532" y="7598"/>
                  <a:pt x="17419" y="12891"/>
                </a:cubicBezTo>
                <a:cubicBezTo>
                  <a:pt x="16540" y="17759"/>
                  <a:pt x="13519" y="21600"/>
                  <a:pt x="8709" y="21600"/>
                </a:cubicBezTo>
                <a:cubicBezTo>
                  <a:pt x="6304" y="21600"/>
                  <a:pt x="4127" y="20625"/>
                  <a:pt x="2551" y="1904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2" name="Shape 217"/>
          <p:cNvSpPr/>
          <p:nvPr/>
        </p:nvSpPr>
        <p:spPr>
          <a:xfrm>
            <a:off x="5014243" y="4281978"/>
            <a:ext cx="325231" cy="249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9015"/>
                </a:moveTo>
                <a:cubicBezTo>
                  <a:pt x="14834" y="9015"/>
                  <a:pt x="16322" y="10952"/>
                  <a:pt x="16322" y="13342"/>
                </a:cubicBezTo>
                <a:cubicBezTo>
                  <a:pt x="16322" y="15731"/>
                  <a:pt x="14834" y="17668"/>
                  <a:pt x="12998" y="17668"/>
                </a:cubicBezTo>
                <a:cubicBezTo>
                  <a:pt x="11163" y="17668"/>
                  <a:pt x="9675" y="15731"/>
                  <a:pt x="9675" y="13342"/>
                </a:cubicBezTo>
                <a:cubicBezTo>
                  <a:pt x="9675" y="10952"/>
                  <a:pt x="11163" y="9015"/>
                  <a:pt x="12998" y="9015"/>
                </a:cubicBezTo>
                <a:close/>
                <a:moveTo>
                  <a:pt x="12998" y="7305"/>
                </a:moveTo>
                <a:cubicBezTo>
                  <a:pt x="10437" y="7305"/>
                  <a:pt x="8362" y="10008"/>
                  <a:pt x="8362" y="13342"/>
                </a:cubicBezTo>
                <a:cubicBezTo>
                  <a:pt x="8362" y="16675"/>
                  <a:pt x="10437" y="19378"/>
                  <a:pt x="12998" y="19378"/>
                </a:cubicBezTo>
                <a:cubicBezTo>
                  <a:pt x="15559" y="19378"/>
                  <a:pt x="17635" y="16675"/>
                  <a:pt x="17635" y="13342"/>
                </a:cubicBezTo>
                <a:cubicBezTo>
                  <a:pt x="17635" y="10008"/>
                  <a:pt x="15559" y="7305"/>
                  <a:pt x="12998" y="7305"/>
                </a:cubicBezTo>
                <a:close/>
                <a:moveTo>
                  <a:pt x="7539" y="5964"/>
                </a:moveTo>
                <a:lnTo>
                  <a:pt x="7539" y="7325"/>
                </a:lnTo>
                <a:lnTo>
                  <a:pt x="9003" y="7325"/>
                </a:lnTo>
                <a:lnTo>
                  <a:pt x="9003" y="5964"/>
                </a:lnTo>
                <a:close/>
                <a:moveTo>
                  <a:pt x="17528" y="5527"/>
                </a:moveTo>
                <a:lnTo>
                  <a:pt x="17528" y="7325"/>
                </a:lnTo>
                <a:lnTo>
                  <a:pt x="20343" y="7325"/>
                </a:lnTo>
                <a:lnTo>
                  <a:pt x="20343" y="5527"/>
                </a:lnTo>
                <a:close/>
                <a:moveTo>
                  <a:pt x="10802" y="955"/>
                </a:moveTo>
                <a:lnTo>
                  <a:pt x="10802" y="3820"/>
                </a:lnTo>
                <a:lnTo>
                  <a:pt x="15195" y="3820"/>
                </a:lnTo>
                <a:lnTo>
                  <a:pt x="15195" y="955"/>
                </a:lnTo>
                <a:close/>
                <a:moveTo>
                  <a:pt x="9845" y="0"/>
                </a:moveTo>
                <a:lnTo>
                  <a:pt x="16151" y="0"/>
                </a:lnTo>
                <a:cubicBezTo>
                  <a:pt x="16493" y="0"/>
                  <a:pt x="16769" y="360"/>
                  <a:pt x="16769" y="804"/>
                </a:cubicBezTo>
                <a:lnTo>
                  <a:pt x="16769" y="3820"/>
                </a:lnTo>
                <a:lnTo>
                  <a:pt x="19880" y="3820"/>
                </a:lnTo>
                <a:cubicBezTo>
                  <a:pt x="20830" y="3820"/>
                  <a:pt x="21600" y="4823"/>
                  <a:pt x="21600" y="6059"/>
                </a:cubicBezTo>
                <a:lnTo>
                  <a:pt x="21600" y="19360"/>
                </a:lnTo>
                <a:cubicBezTo>
                  <a:pt x="21600" y="20597"/>
                  <a:pt x="20830" y="21600"/>
                  <a:pt x="19880" y="21600"/>
                </a:cubicBezTo>
                <a:lnTo>
                  <a:pt x="1720" y="21600"/>
                </a:lnTo>
                <a:cubicBezTo>
                  <a:pt x="770" y="21600"/>
                  <a:pt x="0" y="20597"/>
                  <a:pt x="0" y="19360"/>
                </a:cubicBezTo>
                <a:lnTo>
                  <a:pt x="0" y="6059"/>
                </a:lnTo>
                <a:cubicBezTo>
                  <a:pt x="0" y="4823"/>
                  <a:pt x="770" y="3820"/>
                  <a:pt x="1720" y="3820"/>
                </a:cubicBezTo>
                <a:lnTo>
                  <a:pt x="2081" y="3820"/>
                </a:lnTo>
                <a:lnTo>
                  <a:pt x="2081" y="2763"/>
                </a:lnTo>
                <a:cubicBezTo>
                  <a:pt x="2081" y="2541"/>
                  <a:pt x="2220" y="2361"/>
                  <a:pt x="2390" y="2361"/>
                </a:cubicBezTo>
                <a:lnTo>
                  <a:pt x="5543" y="2361"/>
                </a:lnTo>
                <a:cubicBezTo>
                  <a:pt x="5714" y="2361"/>
                  <a:pt x="5853" y="2541"/>
                  <a:pt x="5853" y="2763"/>
                </a:cubicBezTo>
                <a:lnTo>
                  <a:pt x="5853" y="3820"/>
                </a:lnTo>
                <a:lnTo>
                  <a:pt x="9227" y="3820"/>
                </a:lnTo>
                <a:lnTo>
                  <a:pt x="9227" y="804"/>
                </a:lnTo>
                <a:cubicBezTo>
                  <a:pt x="9227" y="360"/>
                  <a:pt x="9504" y="0"/>
                  <a:pt x="9845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23" name="Shape 218"/>
          <p:cNvSpPr/>
          <p:nvPr/>
        </p:nvSpPr>
        <p:spPr>
          <a:xfrm>
            <a:off x="5002465" y="3306834"/>
            <a:ext cx="348787" cy="300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79" y="4730"/>
                </a:moveTo>
                <a:cubicBezTo>
                  <a:pt x="4075" y="4730"/>
                  <a:pt x="3667" y="5203"/>
                  <a:pt x="3667" y="5787"/>
                </a:cubicBezTo>
                <a:cubicBezTo>
                  <a:pt x="3667" y="6371"/>
                  <a:pt x="4075" y="6845"/>
                  <a:pt x="4579" y="6845"/>
                </a:cubicBezTo>
                <a:cubicBezTo>
                  <a:pt x="5083" y="6845"/>
                  <a:pt x="5491" y="6371"/>
                  <a:pt x="5491" y="5787"/>
                </a:cubicBezTo>
                <a:cubicBezTo>
                  <a:pt x="5491" y="5203"/>
                  <a:pt x="5083" y="4730"/>
                  <a:pt x="4579" y="4730"/>
                </a:cubicBezTo>
                <a:close/>
                <a:moveTo>
                  <a:pt x="10583" y="2174"/>
                </a:moveTo>
                <a:cubicBezTo>
                  <a:pt x="9547" y="2174"/>
                  <a:pt x="8707" y="3147"/>
                  <a:pt x="8707" y="4348"/>
                </a:cubicBezTo>
                <a:cubicBezTo>
                  <a:pt x="8707" y="5549"/>
                  <a:pt x="9547" y="6522"/>
                  <a:pt x="10583" y="6522"/>
                </a:cubicBezTo>
                <a:cubicBezTo>
                  <a:pt x="11620" y="6522"/>
                  <a:pt x="12460" y="5549"/>
                  <a:pt x="12460" y="4348"/>
                </a:cubicBezTo>
                <a:cubicBezTo>
                  <a:pt x="12460" y="3147"/>
                  <a:pt x="11620" y="2174"/>
                  <a:pt x="10583" y="2174"/>
                </a:cubicBezTo>
                <a:close/>
                <a:moveTo>
                  <a:pt x="10583" y="0"/>
                </a:moveTo>
                <a:cubicBezTo>
                  <a:pt x="12656" y="0"/>
                  <a:pt x="14336" y="1947"/>
                  <a:pt x="14336" y="4348"/>
                </a:cubicBezTo>
                <a:cubicBezTo>
                  <a:pt x="14336" y="6073"/>
                  <a:pt x="13469" y="7563"/>
                  <a:pt x="12207" y="8252"/>
                </a:cubicBezTo>
                <a:lnTo>
                  <a:pt x="14771" y="8252"/>
                </a:lnTo>
                <a:cubicBezTo>
                  <a:pt x="15832" y="8252"/>
                  <a:pt x="16691" y="9248"/>
                  <a:pt x="16691" y="10477"/>
                </a:cubicBezTo>
                <a:lnTo>
                  <a:pt x="16691" y="11394"/>
                </a:lnTo>
                <a:lnTo>
                  <a:pt x="17707" y="11394"/>
                </a:lnTo>
                <a:cubicBezTo>
                  <a:pt x="17949" y="11394"/>
                  <a:pt x="18152" y="11591"/>
                  <a:pt x="18193" y="11856"/>
                </a:cubicBezTo>
                <a:lnTo>
                  <a:pt x="21600" y="8573"/>
                </a:lnTo>
                <a:lnTo>
                  <a:pt x="21600" y="21279"/>
                </a:lnTo>
                <a:lnTo>
                  <a:pt x="18193" y="17996"/>
                </a:lnTo>
                <a:cubicBezTo>
                  <a:pt x="18152" y="18262"/>
                  <a:pt x="17949" y="18458"/>
                  <a:pt x="17707" y="18458"/>
                </a:cubicBezTo>
                <a:lnTo>
                  <a:pt x="16691" y="18458"/>
                </a:lnTo>
                <a:lnTo>
                  <a:pt x="16691" y="19375"/>
                </a:lnTo>
                <a:cubicBezTo>
                  <a:pt x="16691" y="20604"/>
                  <a:pt x="15832" y="21600"/>
                  <a:pt x="14771" y="21600"/>
                </a:cubicBezTo>
                <a:lnTo>
                  <a:pt x="1920" y="21600"/>
                </a:lnTo>
                <a:cubicBezTo>
                  <a:pt x="859" y="21600"/>
                  <a:pt x="0" y="20604"/>
                  <a:pt x="0" y="19375"/>
                </a:cubicBezTo>
                <a:lnTo>
                  <a:pt x="0" y="10477"/>
                </a:lnTo>
                <a:cubicBezTo>
                  <a:pt x="0" y="9248"/>
                  <a:pt x="859" y="8252"/>
                  <a:pt x="1920" y="8252"/>
                </a:cubicBezTo>
                <a:lnTo>
                  <a:pt x="3630" y="8252"/>
                </a:lnTo>
                <a:cubicBezTo>
                  <a:pt x="2814" y="7835"/>
                  <a:pt x="2246" y="6888"/>
                  <a:pt x="2246" y="5787"/>
                </a:cubicBezTo>
                <a:cubicBezTo>
                  <a:pt x="2246" y="4294"/>
                  <a:pt x="3291" y="3084"/>
                  <a:pt x="4579" y="3084"/>
                </a:cubicBezTo>
                <a:cubicBezTo>
                  <a:pt x="5867" y="3084"/>
                  <a:pt x="6912" y="4294"/>
                  <a:pt x="6912" y="5787"/>
                </a:cubicBezTo>
                <a:cubicBezTo>
                  <a:pt x="6912" y="6888"/>
                  <a:pt x="6344" y="7835"/>
                  <a:pt x="5528" y="8252"/>
                </a:cubicBezTo>
                <a:lnTo>
                  <a:pt x="8959" y="8252"/>
                </a:lnTo>
                <a:cubicBezTo>
                  <a:pt x="7697" y="7563"/>
                  <a:pt x="6831" y="6073"/>
                  <a:pt x="6831" y="4348"/>
                </a:cubicBezTo>
                <a:cubicBezTo>
                  <a:pt x="6831" y="1947"/>
                  <a:pt x="8511" y="0"/>
                  <a:pt x="1058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326" name="Shape 219"/>
          <p:cNvGrpSpPr/>
          <p:nvPr/>
        </p:nvGrpSpPr>
        <p:grpSpPr>
          <a:xfrm>
            <a:off x="1558021" y="1220113"/>
            <a:ext cx="2830259" cy="646201"/>
            <a:chOff x="0" y="0"/>
            <a:chExt cx="2830258" cy="646200"/>
          </a:xfrm>
        </p:grpSpPr>
        <p:sp>
          <p:nvSpPr>
            <p:cNvPr id="324" name="Shape 220"/>
            <p:cNvSpPr txBox="1"/>
            <p:nvPr/>
          </p:nvSpPr>
          <p:spPr>
            <a:xfrm>
              <a:off x="0" y="258445"/>
              <a:ext cx="2830258" cy="387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endParaRPr dirty="0"/>
            </a:p>
          </p:txBody>
        </p:sp>
        <p:sp>
          <p:nvSpPr>
            <p:cNvPr id="325" name="Shape 221"/>
            <p:cNvSpPr txBox="1"/>
            <p:nvPr/>
          </p:nvSpPr>
          <p:spPr>
            <a:xfrm>
              <a:off x="0" y="0"/>
              <a:ext cx="2830258" cy="387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US" dirty="0" smtClean="0"/>
                <a:t>Nibble(</a:t>
              </a:r>
              <a:r>
                <a:rPr lang="ko-KR" altLang="en-US" dirty="0" err="1" smtClean="0"/>
                <a:t>니블</a:t>
              </a:r>
              <a:r>
                <a:rPr lang="en-US" altLang="ko-KR" dirty="0" smtClean="0"/>
                <a:t>)</a:t>
              </a:r>
              <a:endParaRPr dirty="0"/>
            </a:p>
          </p:txBody>
        </p:sp>
      </p:grpSp>
      <p:grpSp>
        <p:nvGrpSpPr>
          <p:cNvPr id="329" name="Shape 222"/>
          <p:cNvGrpSpPr/>
          <p:nvPr/>
        </p:nvGrpSpPr>
        <p:grpSpPr>
          <a:xfrm>
            <a:off x="1558021" y="2162354"/>
            <a:ext cx="2830258" cy="1170266"/>
            <a:chOff x="0" y="0"/>
            <a:chExt cx="2830257" cy="1170265"/>
          </a:xfrm>
        </p:grpSpPr>
        <p:sp>
          <p:nvSpPr>
            <p:cNvPr id="327" name="Shape 223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rPr dirty="0"/>
                <a:t>You can simply impress your audience and add a unique zing. </a:t>
              </a:r>
            </a:p>
          </p:txBody>
        </p:sp>
        <p:sp>
          <p:nvSpPr>
            <p:cNvPr id="328" name="Shape 224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dirty="0"/>
                <a:t>Your Text  Here</a:t>
              </a:r>
            </a:p>
          </p:txBody>
        </p:sp>
      </p:grpSp>
      <p:grpSp>
        <p:nvGrpSpPr>
          <p:cNvPr id="332" name="Shape 225"/>
          <p:cNvGrpSpPr/>
          <p:nvPr/>
        </p:nvGrpSpPr>
        <p:grpSpPr>
          <a:xfrm>
            <a:off x="1558021" y="3104593"/>
            <a:ext cx="2830258" cy="1170266"/>
            <a:chOff x="0" y="0"/>
            <a:chExt cx="2830257" cy="1170265"/>
          </a:xfrm>
        </p:grpSpPr>
        <p:sp>
          <p:nvSpPr>
            <p:cNvPr id="330" name="Shape 226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331" name="Shape 227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335" name="Shape 228"/>
          <p:cNvGrpSpPr/>
          <p:nvPr/>
        </p:nvGrpSpPr>
        <p:grpSpPr>
          <a:xfrm>
            <a:off x="1558021" y="4046832"/>
            <a:ext cx="2830258" cy="1170266"/>
            <a:chOff x="0" y="0"/>
            <a:chExt cx="2830257" cy="1170265"/>
          </a:xfrm>
        </p:grpSpPr>
        <p:sp>
          <p:nvSpPr>
            <p:cNvPr id="333" name="Shape 229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334" name="Shape 230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338" name="Shape 231"/>
          <p:cNvGrpSpPr/>
          <p:nvPr/>
        </p:nvGrpSpPr>
        <p:grpSpPr>
          <a:xfrm>
            <a:off x="5630174" y="1220113"/>
            <a:ext cx="2830259" cy="1170266"/>
            <a:chOff x="0" y="0"/>
            <a:chExt cx="2830257" cy="1170265"/>
          </a:xfrm>
        </p:grpSpPr>
        <p:sp>
          <p:nvSpPr>
            <p:cNvPr id="336" name="Shape 232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337" name="Shape 233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341" name="Shape 234"/>
          <p:cNvGrpSpPr/>
          <p:nvPr/>
        </p:nvGrpSpPr>
        <p:grpSpPr>
          <a:xfrm>
            <a:off x="5630174" y="2162354"/>
            <a:ext cx="2830259" cy="1170266"/>
            <a:chOff x="0" y="0"/>
            <a:chExt cx="2830257" cy="1170265"/>
          </a:xfrm>
        </p:grpSpPr>
        <p:sp>
          <p:nvSpPr>
            <p:cNvPr id="339" name="Shape 235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340" name="Shape 236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344" name="Shape 237"/>
          <p:cNvGrpSpPr/>
          <p:nvPr/>
        </p:nvGrpSpPr>
        <p:grpSpPr>
          <a:xfrm>
            <a:off x="5630174" y="3104593"/>
            <a:ext cx="2830259" cy="1170266"/>
            <a:chOff x="0" y="0"/>
            <a:chExt cx="2830257" cy="1170265"/>
          </a:xfrm>
        </p:grpSpPr>
        <p:sp>
          <p:nvSpPr>
            <p:cNvPr id="342" name="Shape 238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343" name="Shape 239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347" name="Shape 240"/>
          <p:cNvGrpSpPr/>
          <p:nvPr/>
        </p:nvGrpSpPr>
        <p:grpSpPr>
          <a:xfrm>
            <a:off x="5630174" y="4046832"/>
            <a:ext cx="2830259" cy="1170266"/>
            <a:chOff x="0" y="0"/>
            <a:chExt cx="2830257" cy="1170265"/>
          </a:xfrm>
        </p:grpSpPr>
        <p:sp>
          <p:nvSpPr>
            <p:cNvPr id="345" name="Shape 241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346" name="Shape 242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pic>
        <p:nvPicPr>
          <p:cNvPr id="2050" name="Picture 2" descr="bi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28" y="5164782"/>
            <a:ext cx="5289110" cy="195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portaldesk.net/wp-content/uploads/2015/07/datameasu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28" y="1042562"/>
            <a:ext cx="8088631" cy="356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442"/>
          <p:cNvSpPr txBox="1">
            <a:spLocks noGrp="1"/>
          </p:cNvSpPr>
          <p:nvPr>
            <p:ph type="title"/>
          </p:nvPr>
        </p:nvSpPr>
        <p:spPr>
          <a:xfrm>
            <a:off x="108520" y="638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rPr lang="ko-KR" altLang="en-US" dirty="0" smtClean="0"/>
              <a:t> 컴퓨터의 수치 표기법</a:t>
            </a:r>
            <a:endParaRPr dirty="0"/>
          </a:p>
        </p:txBody>
      </p:sp>
      <p:sp>
        <p:nvSpPr>
          <p:cNvPr id="10" name="산가지 표기법으로 재무재표를 작성한다?…"/>
          <p:cNvSpPr txBox="1"/>
          <p:nvPr/>
        </p:nvSpPr>
        <p:spPr>
          <a:xfrm>
            <a:off x="328868" y="1131590"/>
            <a:ext cx="8224038" cy="491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400"/>
            </a:pPr>
            <a:endParaRPr lang="en-US" altLang="ko-KR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267759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277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</a:t>
            </a:r>
            <a:r>
              <a:rPr>
                <a:solidFill>
                  <a:srgbClr val="0DD2D9"/>
                </a:solidFill>
              </a:rPr>
              <a:t>TimeLine</a:t>
            </a:r>
            <a:r>
              <a:t> Layout</a:t>
            </a:r>
          </a:p>
        </p:txBody>
      </p:sp>
      <p:sp>
        <p:nvSpPr>
          <p:cNvPr id="350" name="Shape 278"/>
          <p:cNvSpPr/>
          <p:nvPr/>
        </p:nvSpPr>
        <p:spPr>
          <a:xfrm>
            <a:off x="1670687" y="3006406"/>
            <a:ext cx="5984078" cy="8297"/>
          </a:xfrm>
          <a:prstGeom prst="line">
            <a:avLst/>
          </a:prstGeom>
          <a:ln w="25400">
            <a:solidFill>
              <a:srgbClr val="3F3F3F"/>
            </a:solidFill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353" name="Shape 279"/>
          <p:cNvGrpSpPr/>
          <p:nvPr/>
        </p:nvGrpSpPr>
        <p:grpSpPr>
          <a:xfrm>
            <a:off x="7092277" y="2517708"/>
            <a:ext cx="971681" cy="971681"/>
            <a:chOff x="0" y="0"/>
            <a:chExt cx="971680" cy="971680"/>
          </a:xfrm>
        </p:grpSpPr>
        <p:sp>
          <p:nvSpPr>
            <p:cNvPr id="351" name="Shape 280"/>
            <p:cNvSpPr/>
            <p:nvPr/>
          </p:nvSpPr>
          <p:spPr>
            <a:xfrm>
              <a:off x="-1" y="-1"/>
              <a:ext cx="971682" cy="971682"/>
            </a:xfrm>
            <a:prstGeom prst="ellipse">
              <a:avLst/>
            </a:prstGeom>
            <a:solidFill>
              <a:srgbClr val="FFFFFF"/>
            </a:solidFill>
            <a:ln w="5080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52" name="Shape 281"/>
            <p:cNvSpPr/>
            <p:nvPr/>
          </p:nvSpPr>
          <p:spPr>
            <a:xfrm>
              <a:off x="109404" y="109404"/>
              <a:ext cx="752874" cy="752874"/>
            </a:xfrm>
            <a:prstGeom prst="ellipse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356" name="Shape 282"/>
          <p:cNvGrpSpPr/>
          <p:nvPr/>
        </p:nvGrpSpPr>
        <p:grpSpPr>
          <a:xfrm>
            <a:off x="1454664" y="2862390"/>
            <a:ext cx="288033" cy="288033"/>
            <a:chOff x="0" y="0"/>
            <a:chExt cx="288032" cy="288032"/>
          </a:xfrm>
        </p:grpSpPr>
        <p:sp>
          <p:nvSpPr>
            <p:cNvPr id="354" name="Shape 283"/>
            <p:cNvSpPr/>
            <p:nvPr/>
          </p:nvSpPr>
          <p:spPr>
            <a:xfrm>
              <a:off x="-1" y="-1"/>
              <a:ext cx="288034" cy="288034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55" name="Shape 284"/>
            <p:cNvSpPr/>
            <p:nvPr/>
          </p:nvSpPr>
          <p:spPr>
            <a:xfrm>
              <a:off x="72008" y="72008"/>
              <a:ext cx="144017" cy="144017"/>
            </a:xfrm>
            <a:prstGeom prst="ellipse">
              <a:avLst/>
            </a:prstGeom>
            <a:solidFill>
              <a:srgbClr val="3F3F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359" name="Shape 285"/>
          <p:cNvGrpSpPr/>
          <p:nvPr/>
        </p:nvGrpSpPr>
        <p:grpSpPr>
          <a:xfrm>
            <a:off x="2864067" y="2851237"/>
            <a:ext cx="288033" cy="288033"/>
            <a:chOff x="0" y="0"/>
            <a:chExt cx="288032" cy="288032"/>
          </a:xfrm>
        </p:grpSpPr>
        <p:sp>
          <p:nvSpPr>
            <p:cNvPr id="357" name="Shape 286"/>
            <p:cNvSpPr/>
            <p:nvPr/>
          </p:nvSpPr>
          <p:spPr>
            <a:xfrm>
              <a:off x="-1" y="-1"/>
              <a:ext cx="288034" cy="288034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58" name="Shape 287"/>
            <p:cNvSpPr/>
            <p:nvPr/>
          </p:nvSpPr>
          <p:spPr>
            <a:xfrm>
              <a:off x="72008" y="72008"/>
              <a:ext cx="144017" cy="144017"/>
            </a:xfrm>
            <a:prstGeom prst="ellipse">
              <a:avLst/>
            </a:prstGeom>
            <a:solidFill>
              <a:srgbClr val="3F3F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362" name="Shape 288"/>
          <p:cNvGrpSpPr/>
          <p:nvPr/>
        </p:nvGrpSpPr>
        <p:grpSpPr>
          <a:xfrm>
            <a:off x="4273470" y="2851237"/>
            <a:ext cx="288033" cy="288033"/>
            <a:chOff x="0" y="0"/>
            <a:chExt cx="288032" cy="288032"/>
          </a:xfrm>
        </p:grpSpPr>
        <p:sp>
          <p:nvSpPr>
            <p:cNvPr id="360" name="Shape 289"/>
            <p:cNvSpPr/>
            <p:nvPr/>
          </p:nvSpPr>
          <p:spPr>
            <a:xfrm>
              <a:off x="-1" y="-1"/>
              <a:ext cx="288034" cy="288034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61" name="Shape 290"/>
            <p:cNvSpPr/>
            <p:nvPr/>
          </p:nvSpPr>
          <p:spPr>
            <a:xfrm>
              <a:off x="72008" y="72008"/>
              <a:ext cx="144017" cy="144017"/>
            </a:xfrm>
            <a:prstGeom prst="ellipse">
              <a:avLst/>
            </a:prstGeom>
            <a:solidFill>
              <a:srgbClr val="3F3F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365" name="Shape 291"/>
          <p:cNvGrpSpPr/>
          <p:nvPr/>
        </p:nvGrpSpPr>
        <p:grpSpPr>
          <a:xfrm>
            <a:off x="5682872" y="2851237"/>
            <a:ext cx="288033" cy="288033"/>
            <a:chOff x="0" y="0"/>
            <a:chExt cx="288032" cy="288032"/>
          </a:xfrm>
        </p:grpSpPr>
        <p:sp>
          <p:nvSpPr>
            <p:cNvPr id="363" name="Shape 292"/>
            <p:cNvSpPr/>
            <p:nvPr/>
          </p:nvSpPr>
          <p:spPr>
            <a:xfrm>
              <a:off x="-1" y="-1"/>
              <a:ext cx="288034" cy="288034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64" name="Shape 293"/>
            <p:cNvSpPr/>
            <p:nvPr/>
          </p:nvSpPr>
          <p:spPr>
            <a:xfrm>
              <a:off x="72008" y="72008"/>
              <a:ext cx="144017" cy="144017"/>
            </a:xfrm>
            <a:prstGeom prst="ellipse">
              <a:avLst/>
            </a:prstGeom>
            <a:solidFill>
              <a:srgbClr val="3F3F3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368" name="Shape 294"/>
          <p:cNvGrpSpPr/>
          <p:nvPr/>
        </p:nvGrpSpPr>
        <p:grpSpPr>
          <a:xfrm>
            <a:off x="5304621" y="2281434"/>
            <a:ext cx="1024940" cy="360041"/>
            <a:chOff x="0" y="0"/>
            <a:chExt cx="1024938" cy="360040"/>
          </a:xfrm>
        </p:grpSpPr>
        <p:sp>
          <p:nvSpPr>
            <p:cNvPr id="366" name="직사각형"/>
            <p:cNvSpPr/>
            <p:nvPr/>
          </p:nvSpPr>
          <p:spPr>
            <a:xfrm>
              <a:off x="0" y="-1"/>
              <a:ext cx="1024939" cy="360042"/>
            </a:xfrm>
            <a:prstGeom prst="rect">
              <a:avLst/>
            </a:prstGeom>
            <a:noFill/>
            <a:ln w="2540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67" name="2017"/>
            <p:cNvSpPr txBox="1"/>
            <p:nvPr/>
          </p:nvSpPr>
          <p:spPr>
            <a:xfrm>
              <a:off x="0" y="23343"/>
              <a:ext cx="1024939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2017</a:t>
              </a:r>
            </a:p>
          </p:txBody>
        </p:sp>
      </p:grpSp>
      <p:grpSp>
        <p:nvGrpSpPr>
          <p:cNvPr id="371" name="Shape 295"/>
          <p:cNvGrpSpPr/>
          <p:nvPr/>
        </p:nvGrpSpPr>
        <p:grpSpPr>
          <a:xfrm>
            <a:off x="3898484" y="3301072"/>
            <a:ext cx="1024940" cy="360041"/>
            <a:chOff x="0" y="0"/>
            <a:chExt cx="1024938" cy="360040"/>
          </a:xfrm>
        </p:grpSpPr>
        <p:sp>
          <p:nvSpPr>
            <p:cNvPr id="369" name="직사각형"/>
            <p:cNvSpPr/>
            <p:nvPr/>
          </p:nvSpPr>
          <p:spPr>
            <a:xfrm>
              <a:off x="0" y="-1"/>
              <a:ext cx="1024939" cy="360042"/>
            </a:xfrm>
            <a:prstGeom prst="rect">
              <a:avLst/>
            </a:prstGeom>
            <a:noFill/>
            <a:ln w="2540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70" name="2016"/>
            <p:cNvSpPr txBox="1"/>
            <p:nvPr/>
          </p:nvSpPr>
          <p:spPr>
            <a:xfrm>
              <a:off x="0" y="23343"/>
              <a:ext cx="1024939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2016</a:t>
              </a:r>
            </a:p>
          </p:txBody>
        </p:sp>
      </p:grpSp>
      <p:grpSp>
        <p:nvGrpSpPr>
          <p:cNvPr id="374" name="Shape 296"/>
          <p:cNvGrpSpPr/>
          <p:nvPr/>
        </p:nvGrpSpPr>
        <p:grpSpPr>
          <a:xfrm>
            <a:off x="2492348" y="2283716"/>
            <a:ext cx="1024940" cy="360042"/>
            <a:chOff x="0" y="0"/>
            <a:chExt cx="1024938" cy="360040"/>
          </a:xfrm>
        </p:grpSpPr>
        <p:sp>
          <p:nvSpPr>
            <p:cNvPr id="372" name="직사각형"/>
            <p:cNvSpPr/>
            <p:nvPr/>
          </p:nvSpPr>
          <p:spPr>
            <a:xfrm>
              <a:off x="0" y="-1"/>
              <a:ext cx="1024939" cy="360042"/>
            </a:xfrm>
            <a:prstGeom prst="rect">
              <a:avLst/>
            </a:prstGeom>
            <a:noFill/>
            <a:ln w="2540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73" name="2015"/>
            <p:cNvSpPr txBox="1"/>
            <p:nvPr/>
          </p:nvSpPr>
          <p:spPr>
            <a:xfrm>
              <a:off x="0" y="23343"/>
              <a:ext cx="1024939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2015</a:t>
              </a:r>
            </a:p>
          </p:txBody>
        </p:sp>
      </p:grpSp>
      <p:grpSp>
        <p:nvGrpSpPr>
          <p:cNvPr id="377" name="Shape 297"/>
          <p:cNvGrpSpPr/>
          <p:nvPr/>
        </p:nvGrpSpPr>
        <p:grpSpPr>
          <a:xfrm>
            <a:off x="1086211" y="3301032"/>
            <a:ext cx="1024940" cy="360042"/>
            <a:chOff x="0" y="0"/>
            <a:chExt cx="1024938" cy="360040"/>
          </a:xfrm>
        </p:grpSpPr>
        <p:sp>
          <p:nvSpPr>
            <p:cNvPr id="375" name="직사각형"/>
            <p:cNvSpPr/>
            <p:nvPr/>
          </p:nvSpPr>
          <p:spPr>
            <a:xfrm>
              <a:off x="0" y="-1"/>
              <a:ext cx="1024939" cy="360042"/>
            </a:xfrm>
            <a:prstGeom prst="rect">
              <a:avLst/>
            </a:prstGeom>
            <a:noFill/>
            <a:ln w="2540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76" name="2014"/>
            <p:cNvSpPr txBox="1"/>
            <p:nvPr/>
          </p:nvSpPr>
          <p:spPr>
            <a:xfrm>
              <a:off x="0" y="23343"/>
              <a:ext cx="1024939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2014</a:t>
              </a:r>
            </a:p>
          </p:txBody>
        </p:sp>
      </p:grpSp>
      <p:sp>
        <p:nvSpPr>
          <p:cNvPr id="378" name="Shape 298"/>
          <p:cNvSpPr txBox="1"/>
          <p:nvPr/>
        </p:nvSpPr>
        <p:spPr>
          <a:xfrm>
            <a:off x="568852" y="3775283"/>
            <a:ext cx="2059658" cy="17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/>
          </a:lstStyle>
          <a:p>
            <a:r>
              <a:t>You can simply impress your audience and add a unique zing and appeal to your Presentations.</a:t>
            </a:r>
          </a:p>
        </p:txBody>
      </p:sp>
      <p:sp>
        <p:nvSpPr>
          <p:cNvPr id="379" name="Shape 299"/>
          <p:cNvSpPr txBox="1"/>
          <p:nvPr/>
        </p:nvSpPr>
        <p:spPr>
          <a:xfrm>
            <a:off x="3381126" y="3775323"/>
            <a:ext cx="2059658" cy="17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/>
          </a:lstStyle>
          <a:p>
            <a:r>
              <a:t>You can simply impress your audience and add a unique zing and appeal to your Presentations.</a:t>
            </a:r>
          </a:p>
        </p:txBody>
      </p:sp>
      <p:sp>
        <p:nvSpPr>
          <p:cNvPr id="380" name="Shape 300"/>
          <p:cNvSpPr txBox="1"/>
          <p:nvPr/>
        </p:nvSpPr>
        <p:spPr>
          <a:xfrm>
            <a:off x="4787262" y="1345332"/>
            <a:ext cx="2059658" cy="17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/>
          </a:lstStyle>
          <a:p>
            <a:r>
              <a:t>You can simply impress your audience and add a unique zing and appeal to your Presentations.</a:t>
            </a:r>
          </a:p>
        </p:txBody>
      </p:sp>
      <p:sp>
        <p:nvSpPr>
          <p:cNvPr id="381" name="Shape 301"/>
          <p:cNvSpPr txBox="1"/>
          <p:nvPr/>
        </p:nvSpPr>
        <p:spPr>
          <a:xfrm>
            <a:off x="1974988" y="1347612"/>
            <a:ext cx="2059658" cy="1780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/>
          </a:lstStyle>
          <a:p>
            <a:r>
              <a:t>You can simply impress your audience and add a unique zing and appeal to your Presentations.</a:t>
            </a:r>
          </a:p>
        </p:txBody>
      </p:sp>
      <p:grpSp>
        <p:nvGrpSpPr>
          <p:cNvPr id="384" name="Shape 302"/>
          <p:cNvGrpSpPr/>
          <p:nvPr/>
        </p:nvGrpSpPr>
        <p:grpSpPr>
          <a:xfrm>
            <a:off x="7065649" y="2019205"/>
            <a:ext cx="1024940" cy="360041"/>
            <a:chOff x="0" y="0"/>
            <a:chExt cx="1024938" cy="360040"/>
          </a:xfrm>
        </p:grpSpPr>
        <p:sp>
          <p:nvSpPr>
            <p:cNvPr id="382" name="직사각형"/>
            <p:cNvSpPr/>
            <p:nvPr/>
          </p:nvSpPr>
          <p:spPr>
            <a:xfrm>
              <a:off x="0" y="-1"/>
              <a:ext cx="1024939" cy="360042"/>
            </a:xfrm>
            <a:prstGeom prst="rect">
              <a:avLst/>
            </a:prstGeom>
            <a:noFill/>
            <a:ln w="2540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383" name="2018"/>
            <p:cNvSpPr txBox="1"/>
            <p:nvPr/>
          </p:nvSpPr>
          <p:spPr>
            <a:xfrm>
              <a:off x="0" y="23343"/>
              <a:ext cx="1024939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2018</a:t>
              </a:r>
            </a:p>
          </p:txBody>
        </p:sp>
      </p:grpSp>
      <p:sp>
        <p:nvSpPr>
          <p:cNvPr id="385" name="Shape 303"/>
          <p:cNvSpPr txBox="1"/>
          <p:nvPr/>
        </p:nvSpPr>
        <p:spPr>
          <a:xfrm>
            <a:off x="6548288" y="3579862"/>
            <a:ext cx="2059658" cy="178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/>
          </a:lstStyle>
          <a:p>
            <a:r>
              <a:t>You can simply impress your audience and add a unique zing and appeal to your Presentations.</a:t>
            </a:r>
          </a:p>
        </p:txBody>
      </p:sp>
      <p:sp>
        <p:nvSpPr>
          <p:cNvPr id="386" name="Shape 304"/>
          <p:cNvSpPr/>
          <p:nvPr/>
        </p:nvSpPr>
        <p:spPr>
          <a:xfrm rot="16200000">
            <a:off x="7363827" y="2780821"/>
            <a:ext cx="428580" cy="4288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80" y="15884"/>
                </a:moveTo>
                <a:cubicBezTo>
                  <a:pt x="3843" y="15290"/>
                  <a:pt x="2613" y="14466"/>
                  <a:pt x="1560" y="13428"/>
                </a:cubicBezTo>
                <a:cubicBezTo>
                  <a:pt x="2014" y="15070"/>
                  <a:pt x="2902" y="16530"/>
                  <a:pt x="4095" y="17679"/>
                </a:cubicBezTo>
                <a:cubicBezTo>
                  <a:pt x="4528" y="17115"/>
                  <a:pt x="4886" y="16511"/>
                  <a:pt x="5180" y="15884"/>
                </a:cubicBezTo>
                <a:close/>
                <a:moveTo>
                  <a:pt x="5313" y="5847"/>
                </a:moveTo>
                <a:cubicBezTo>
                  <a:pt x="5001" y="5156"/>
                  <a:pt x="4619" y="4489"/>
                  <a:pt x="4148" y="3870"/>
                </a:cubicBezTo>
                <a:cubicBezTo>
                  <a:pt x="2843" y="5109"/>
                  <a:pt x="1893" y="6717"/>
                  <a:pt x="1461" y="8525"/>
                </a:cubicBezTo>
                <a:cubicBezTo>
                  <a:pt x="2568" y="7387"/>
                  <a:pt x="3878" y="6484"/>
                  <a:pt x="5313" y="5847"/>
                </a:cubicBezTo>
                <a:close/>
                <a:moveTo>
                  <a:pt x="6344" y="11338"/>
                </a:moveTo>
                <a:lnTo>
                  <a:pt x="1539" y="11338"/>
                </a:lnTo>
                <a:cubicBezTo>
                  <a:pt x="2665" y="12759"/>
                  <a:pt x="4107" y="13864"/>
                  <a:pt x="5725" y="14590"/>
                </a:cubicBezTo>
                <a:cubicBezTo>
                  <a:pt x="6089" y="13535"/>
                  <a:pt x="6298" y="12439"/>
                  <a:pt x="6344" y="11338"/>
                </a:cubicBezTo>
                <a:close/>
                <a:moveTo>
                  <a:pt x="6346" y="10118"/>
                </a:moveTo>
                <a:cubicBezTo>
                  <a:pt x="6299" y="9118"/>
                  <a:pt x="6118" y="8125"/>
                  <a:pt x="5810" y="7162"/>
                </a:cubicBezTo>
                <a:cubicBezTo>
                  <a:pt x="4318" y="7840"/>
                  <a:pt x="2980" y="8841"/>
                  <a:pt x="1909" y="10118"/>
                </a:cubicBezTo>
                <a:close/>
                <a:moveTo>
                  <a:pt x="9966" y="17043"/>
                </a:moveTo>
                <a:cubicBezTo>
                  <a:pt x="8700" y="16996"/>
                  <a:pt x="7462" y="16753"/>
                  <a:pt x="6290" y="16339"/>
                </a:cubicBezTo>
                <a:cubicBezTo>
                  <a:pt x="5946" y="17082"/>
                  <a:pt x="5521" y="17796"/>
                  <a:pt x="5006" y="18461"/>
                </a:cubicBezTo>
                <a:cubicBezTo>
                  <a:pt x="6405" y="19527"/>
                  <a:pt x="8111" y="20210"/>
                  <a:pt x="9966" y="20366"/>
                </a:cubicBezTo>
                <a:close/>
                <a:moveTo>
                  <a:pt x="9966" y="11338"/>
                </a:moveTo>
                <a:lnTo>
                  <a:pt x="7542" y="11338"/>
                </a:lnTo>
                <a:cubicBezTo>
                  <a:pt x="7495" y="12591"/>
                  <a:pt x="7256" y="13838"/>
                  <a:pt x="6835" y="15037"/>
                </a:cubicBezTo>
                <a:cubicBezTo>
                  <a:pt x="7835" y="15385"/>
                  <a:pt x="8889" y="15591"/>
                  <a:pt x="9966" y="15639"/>
                </a:cubicBezTo>
                <a:close/>
                <a:moveTo>
                  <a:pt x="9966" y="6092"/>
                </a:moveTo>
                <a:cubicBezTo>
                  <a:pt x="8917" y="6151"/>
                  <a:pt x="7894" y="6361"/>
                  <a:pt x="6923" y="6709"/>
                </a:cubicBezTo>
                <a:cubicBezTo>
                  <a:pt x="7286" y="7817"/>
                  <a:pt x="7496" y="8965"/>
                  <a:pt x="7543" y="10118"/>
                </a:cubicBezTo>
                <a:lnTo>
                  <a:pt x="9966" y="10118"/>
                </a:lnTo>
                <a:close/>
                <a:moveTo>
                  <a:pt x="9966" y="1234"/>
                </a:moveTo>
                <a:cubicBezTo>
                  <a:pt x="8136" y="1388"/>
                  <a:pt x="6452" y="2054"/>
                  <a:pt x="5063" y="3095"/>
                </a:cubicBezTo>
                <a:cubicBezTo>
                  <a:pt x="5616" y="3814"/>
                  <a:pt x="6063" y="4590"/>
                  <a:pt x="6424" y="5394"/>
                </a:cubicBezTo>
                <a:cubicBezTo>
                  <a:pt x="7553" y="4988"/>
                  <a:pt x="8745" y="4746"/>
                  <a:pt x="9966" y="4686"/>
                </a:cubicBezTo>
                <a:close/>
                <a:moveTo>
                  <a:pt x="14579" y="6723"/>
                </a:moveTo>
                <a:cubicBezTo>
                  <a:pt x="13499" y="6339"/>
                  <a:pt x="12356" y="6116"/>
                  <a:pt x="11187" y="6080"/>
                </a:cubicBezTo>
                <a:lnTo>
                  <a:pt x="11187" y="10118"/>
                </a:lnTo>
                <a:lnTo>
                  <a:pt x="13994" y="10118"/>
                </a:lnTo>
                <a:cubicBezTo>
                  <a:pt x="14030" y="8971"/>
                  <a:pt x="14228" y="7829"/>
                  <a:pt x="14579" y="6723"/>
                </a:cubicBezTo>
                <a:close/>
                <a:moveTo>
                  <a:pt x="14706" y="14902"/>
                </a:moveTo>
                <a:cubicBezTo>
                  <a:pt x="14298" y="13747"/>
                  <a:pt x="14061" y="12547"/>
                  <a:pt x="14004" y="11338"/>
                </a:cubicBezTo>
                <a:lnTo>
                  <a:pt x="11187" y="11338"/>
                </a:lnTo>
                <a:lnTo>
                  <a:pt x="11187" y="15635"/>
                </a:lnTo>
                <a:cubicBezTo>
                  <a:pt x="12405" y="15582"/>
                  <a:pt x="13591" y="15328"/>
                  <a:pt x="14706" y="14902"/>
                </a:cubicBezTo>
                <a:close/>
                <a:moveTo>
                  <a:pt x="16426" y="3028"/>
                </a:moveTo>
                <a:cubicBezTo>
                  <a:pt x="14947" y="1946"/>
                  <a:pt x="13142" y="1287"/>
                  <a:pt x="11187" y="1212"/>
                </a:cubicBezTo>
                <a:lnTo>
                  <a:pt x="11187" y="4675"/>
                </a:lnTo>
                <a:cubicBezTo>
                  <a:pt x="12524" y="4711"/>
                  <a:pt x="13830" y="4964"/>
                  <a:pt x="15065" y="5403"/>
                </a:cubicBezTo>
                <a:cubicBezTo>
                  <a:pt x="15427" y="4576"/>
                  <a:pt x="15879" y="3779"/>
                  <a:pt x="16426" y="3028"/>
                </a:cubicBezTo>
                <a:close/>
                <a:moveTo>
                  <a:pt x="16594" y="18446"/>
                </a:moveTo>
                <a:cubicBezTo>
                  <a:pt x="16044" y="17745"/>
                  <a:pt x="15593" y="16991"/>
                  <a:pt x="15231" y="16205"/>
                </a:cubicBezTo>
                <a:cubicBezTo>
                  <a:pt x="13951" y="16698"/>
                  <a:pt x="12587" y="16988"/>
                  <a:pt x="11187" y="17041"/>
                </a:cubicBezTo>
                <a:lnTo>
                  <a:pt x="11187" y="20388"/>
                </a:lnTo>
                <a:cubicBezTo>
                  <a:pt x="13217" y="20310"/>
                  <a:pt x="15085" y="19602"/>
                  <a:pt x="16594" y="18446"/>
                </a:cubicBezTo>
                <a:close/>
                <a:moveTo>
                  <a:pt x="19521" y="10118"/>
                </a:moveTo>
                <a:cubicBezTo>
                  <a:pt x="18465" y="8858"/>
                  <a:pt x="17151" y="7868"/>
                  <a:pt x="15690" y="7187"/>
                </a:cubicBezTo>
                <a:cubicBezTo>
                  <a:pt x="15396" y="8143"/>
                  <a:pt x="15227" y="9128"/>
                  <a:pt x="15190" y="10118"/>
                </a:cubicBezTo>
                <a:close/>
                <a:moveTo>
                  <a:pt x="19601" y="11338"/>
                </a:moveTo>
                <a:lnTo>
                  <a:pt x="15201" y="11338"/>
                </a:lnTo>
                <a:cubicBezTo>
                  <a:pt x="15255" y="12381"/>
                  <a:pt x="15457" y="13417"/>
                  <a:pt x="15799" y="14417"/>
                </a:cubicBezTo>
                <a:cubicBezTo>
                  <a:pt x="17262" y="13688"/>
                  <a:pt x="18567" y="12647"/>
                  <a:pt x="19601" y="11338"/>
                </a:cubicBezTo>
                <a:close/>
                <a:moveTo>
                  <a:pt x="20159" y="8703"/>
                </a:moveTo>
                <a:cubicBezTo>
                  <a:pt x="19746" y="6789"/>
                  <a:pt x="18751" y="5091"/>
                  <a:pt x="17368" y="3802"/>
                </a:cubicBezTo>
                <a:cubicBezTo>
                  <a:pt x="16880" y="4448"/>
                  <a:pt x="16487" y="5145"/>
                  <a:pt x="16169" y="5866"/>
                </a:cubicBezTo>
                <a:cubicBezTo>
                  <a:pt x="17661" y="6539"/>
                  <a:pt x="19018" y="7499"/>
                  <a:pt x="20159" y="8703"/>
                </a:cubicBezTo>
                <a:close/>
                <a:moveTo>
                  <a:pt x="20168" y="12857"/>
                </a:moveTo>
                <a:cubicBezTo>
                  <a:pt x="19071" y="14054"/>
                  <a:pt x="17765" y="15021"/>
                  <a:pt x="16325" y="15719"/>
                </a:cubicBezTo>
                <a:cubicBezTo>
                  <a:pt x="16641" y="16402"/>
                  <a:pt x="17032" y="17059"/>
                  <a:pt x="17508" y="17669"/>
                </a:cubicBezTo>
                <a:cubicBezTo>
                  <a:pt x="18826" y="16385"/>
                  <a:pt x="19773" y="14723"/>
                  <a:pt x="20168" y="12857"/>
                </a:cubicBezTo>
                <a:close/>
                <a:moveTo>
                  <a:pt x="21600" y="10800"/>
                </a:moveTo>
                <a:cubicBezTo>
                  <a:pt x="21600" y="16765"/>
                  <a:pt x="16761" y="21600"/>
                  <a:pt x="10793" y="21600"/>
                </a:cubicBezTo>
                <a:cubicBezTo>
                  <a:pt x="5005" y="21600"/>
                  <a:pt x="280" y="17053"/>
                  <a:pt x="13" y="11338"/>
                </a:cubicBezTo>
                <a:lnTo>
                  <a:pt x="0" y="11338"/>
                </a:lnTo>
                <a:lnTo>
                  <a:pt x="0" y="10118"/>
                </a:lnTo>
                <a:lnTo>
                  <a:pt x="19" y="10118"/>
                </a:lnTo>
                <a:cubicBezTo>
                  <a:pt x="342" y="4745"/>
                  <a:pt x="4609" y="437"/>
                  <a:pt x="9966" y="42"/>
                </a:cubicBezTo>
                <a:lnTo>
                  <a:pt x="9966" y="0"/>
                </a:lnTo>
                <a:lnTo>
                  <a:pt x="11187" y="0"/>
                </a:lnTo>
                <a:lnTo>
                  <a:pt x="11187" y="20"/>
                </a:lnTo>
                <a:cubicBezTo>
                  <a:pt x="16973" y="214"/>
                  <a:pt x="21600" y="4967"/>
                  <a:pt x="21600" y="108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Shape 309"/>
          <p:cNvGrpSpPr/>
          <p:nvPr/>
        </p:nvGrpSpPr>
        <p:grpSpPr>
          <a:xfrm>
            <a:off x="179999" y="179550"/>
            <a:ext cx="8784000" cy="4784400"/>
            <a:chOff x="0" y="0"/>
            <a:chExt cx="8783998" cy="4784399"/>
          </a:xfrm>
        </p:grpSpPr>
        <p:sp>
          <p:nvSpPr>
            <p:cNvPr id="388" name="직사각형"/>
            <p:cNvSpPr/>
            <p:nvPr/>
          </p:nvSpPr>
          <p:spPr>
            <a:xfrm>
              <a:off x="0" y="0"/>
              <a:ext cx="8783999" cy="47844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389" name="image13.jpeg" descr="image13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000" t="16461" r="7043" b="8416"/>
            <a:stretch>
              <a:fillRect/>
            </a:stretch>
          </p:blipFill>
          <p:spPr>
            <a:xfrm>
              <a:off x="0" y="0"/>
              <a:ext cx="8783999" cy="4784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91" name="Shape 310"/>
          <p:cNvSpPr/>
          <p:nvPr/>
        </p:nvSpPr>
        <p:spPr>
          <a:xfrm>
            <a:off x="2123726" y="3507852"/>
            <a:ext cx="4896544" cy="1635645"/>
          </a:xfrm>
          <a:prstGeom prst="rect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92" name="Shape 311"/>
          <p:cNvSpPr txBox="1"/>
          <p:nvPr/>
        </p:nvSpPr>
        <p:spPr>
          <a:xfrm>
            <a:off x="2627783" y="4043602"/>
            <a:ext cx="3888433" cy="564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lnSpc>
                <a:spcPct val="110000"/>
              </a:lnSpc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Simple Portfolio Presentation Designed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16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</a:t>
            </a:r>
            <a:r>
              <a:rPr>
                <a:solidFill>
                  <a:srgbClr val="0DD2D9"/>
                </a:solidFill>
              </a:rPr>
              <a:t> Chart </a:t>
            </a:r>
            <a:r>
              <a:t>Layout</a:t>
            </a:r>
          </a:p>
        </p:txBody>
      </p:sp>
      <p:sp>
        <p:nvSpPr>
          <p:cNvPr id="395" name="Shape 317"/>
          <p:cNvSpPr/>
          <p:nvPr/>
        </p:nvSpPr>
        <p:spPr>
          <a:xfrm>
            <a:off x="683568" y="1246297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96" name="Shape 318"/>
          <p:cNvSpPr/>
          <p:nvPr/>
        </p:nvSpPr>
        <p:spPr>
          <a:xfrm>
            <a:off x="683568" y="2188537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97" name="Shape 319"/>
          <p:cNvSpPr/>
          <p:nvPr/>
        </p:nvSpPr>
        <p:spPr>
          <a:xfrm>
            <a:off x="683568" y="3130776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98" name="Shape 320"/>
          <p:cNvSpPr/>
          <p:nvPr/>
        </p:nvSpPr>
        <p:spPr>
          <a:xfrm>
            <a:off x="683568" y="4073016"/>
            <a:ext cx="609225" cy="60922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99" name="Shape 321"/>
          <p:cNvSpPr/>
          <p:nvPr/>
        </p:nvSpPr>
        <p:spPr>
          <a:xfrm>
            <a:off x="825537" y="1386907"/>
            <a:ext cx="325283" cy="327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00" name="Shape 322"/>
          <p:cNvSpPr/>
          <p:nvPr/>
        </p:nvSpPr>
        <p:spPr>
          <a:xfrm>
            <a:off x="817500" y="4277230"/>
            <a:ext cx="341359" cy="200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78" y="0"/>
                </a:moveTo>
                <a:cubicBezTo>
                  <a:pt x="10381" y="0"/>
                  <a:pt x="11710" y="1263"/>
                  <a:pt x="12452" y="3279"/>
                </a:cubicBezTo>
                <a:cubicBezTo>
                  <a:pt x="12920" y="2554"/>
                  <a:pt x="13545" y="2158"/>
                  <a:pt x="14226" y="2158"/>
                </a:cubicBezTo>
                <a:cubicBezTo>
                  <a:pt x="15703" y="2158"/>
                  <a:pt x="16923" y="4026"/>
                  <a:pt x="17062" y="6461"/>
                </a:cubicBezTo>
                <a:cubicBezTo>
                  <a:pt x="17088" y="6435"/>
                  <a:pt x="17114" y="6434"/>
                  <a:pt x="17140" y="6434"/>
                </a:cubicBezTo>
                <a:cubicBezTo>
                  <a:pt x="19603" y="6434"/>
                  <a:pt x="21600" y="9829"/>
                  <a:pt x="21600" y="14017"/>
                </a:cubicBezTo>
                <a:cubicBezTo>
                  <a:pt x="21600" y="17971"/>
                  <a:pt x="19820" y="21218"/>
                  <a:pt x="17547" y="21565"/>
                </a:cubicBezTo>
                <a:lnTo>
                  <a:pt x="17547" y="21600"/>
                </a:lnTo>
                <a:lnTo>
                  <a:pt x="4978" y="21600"/>
                </a:lnTo>
                <a:lnTo>
                  <a:pt x="4978" y="21543"/>
                </a:lnTo>
                <a:cubicBezTo>
                  <a:pt x="4808" y="21583"/>
                  <a:pt x="4635" y="21600"/>
                  <a:pt x="4460" y="21600"/>
                </a:cubicBezTo>
                <a:cubicBezTo>
                  <a:pt x="1997" y="21600"/>
                  <a:pt x="0" y="18205"/>
                  <a:pt x="0" y="14017"/>
                </a:cubicBezTo>
                <a:cubicBezTo>
                  <a:pt x="0" y="9829"/>
                  <a:pt x="1997" y="6434"/>
                  <a:pt x="4460" y="6434"/>
                </a:cubicBezTo>
                <a:lnTo>
                  <a:pt x="4551" y="6466"/>
                </a:lnTo>
                <a:cubicBezTo>
                  <a:pt x="4791" y="2797"/>
                  <a:pt x="6643" y="0"/>
                  <a:pt x="887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01" name="Shape 323"/>
          <p:cNvSpPr/>
          <p:nvPr/>
        </p:nvSpPr>
        <p:spPr>
          <a:xfrm rot="2700000">
            <a:off x="872052" y="3227198"/>
            <a:ext cx="232250" cy="416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12296" y="26"/>
                  <a:pt x="13869" y="651"/>
                  <a:pt x="14004" y="1665"/>
                </a:cubicBezTo>
                <a:cubicBezTo>
                  <a:pt x="14352" y="2941"/>
                  <a:pt x="12417" y="3255"/>
                  <a:pt x="12966" y="4789"/>
                </a:cubicBezTo>
                <a:lnTo>
                  <a:pt x="21600" y="4789"/>
                </a:lnTo>
                <a:lnTo>
                  <a:pt x="21600" y="9598"/>
                </a:lnTo>
                <a:cubicBezTo>
                  <a:pt x="18932" y="9873"/>
                  <a:pt x="18357" y="8821"/>
                  <a:pt x="16095" y="9012"/>
                </a:cubicBezTo>
                <a:cubicBezTo>
                  <a:pt x="14277" y="9088"/>
                  <a:pt x="13156" y="9965"/>
                  <a:pt x="13110" y="10796"/>
                </a:cubicBezTo>
                <a:cubicBezTo>
                  <a:pt x="13141" y="11525"/>
                  <a:pt x="14300" y="12602"/>
                  <a:pt x="16464" y="12611"/>
                </a:cubicBezTo>
                <a:cubicBezTo>
                  <a:pt x="19082" y="12461"/>
                  <a:pt x="18698" y="11744"/>
                  <a:pt x="21600" y="11809"/>
                </a:cubicBezTo>
                <a:lnTo>
                  <a:pt x="21600" y="16837"/>
                </a:lnTo>
                <a:lnTo>
                  <a:pt x="12611" y="16837"/>
                </a:lnTo>
                <a:cubicBezTo>
                  <a:pt x="12479" y="18485"/>
                  <a:pt x="13776" y="18260"/>
                  <a:pt x="14046" y="19729"/>
                </a:cubicBezTo>
                <a:cubicBezTo>
                  <a:pt x="14031" y="20937"/>
                  <a:pt x="12100" y="21583"/>
                  <a:pt x="10793" y="21600"/>
                </a:cubicBezTo>
                <a:cubicBezTo>
                  <a:pt x="9304" y="21574"/>
                  <a:pt x="7731" y="20949"/>
                  <a:pt x="7595" y="19935"/>
                </a:cubicBezTo>
                <a:cubicBezTo>
                  <a:pt x="7250" y="18666"/>
                  <a:pt x="9161" y="18348"/>
                  <a:pt x="8639" y="16837"/>
                </a:cubicBezTo>
                <a:lnTo>
                  <a:pt x="0" y="16837"/>
                </a:lnTo>
                <a:lnTo>
                  <a:pt x="0" y="11893"/>
                </a:lnTo>
                <a:cubicBezTo>
                  <a:pt x="2766" y="11581"/>
                  <a:pt x="3326" y="12666"/>
                  <a:pt x="5619" y="12471"/>
                </a:cubicBezTo>
                <a:cubicBezTo>
                  <a:pt x="7437" y="12396"/>
                  <a:pt x="8558" y="11519"/>
                  <a:pt x="8604" y="10688"/>
                </a:cubicBezTo>
                <a:cubicBezTo>
                  <a:pt x="8574" y="9959"/>
                  <a:pt x="7415" y="8882"/>
                  <a:pt x="5251" y="8873"/>
                </a:cubicBezTo>
                <a:cubicBezTo>
                  <a:pt x="2598" y="9025"/>
                  <a:pt x="3027" y="9758"/>
                  <a:pt x="0" y="9673"/>
                </a:cubicBezTo>
                <a:lnTo>
                  <a:pt x="0" y="4789"/>
                </a:lnTo>
                <a:lnTo>
                  <a:pt x="8988" y="4789"/>
                </a:lnTo>
                <a:cubicBezTo>
                  <a:pt x="9135" y="3112"/>
                  <a:pt x="7825" y="3347"/>
                  <a:pt x="7553" y="1870"/>
                </a:cubicBezTo>
                <a:cubicBezTo>
                  <a:pt x="7569" y="663"/>
                  <a:pt x="9499" y="17"/>
                  <a:pt x="10807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02" name="Shape 324"/>
          <p:cNvSpPr/>
          <p:nvPr/>
        </p:nvSpPr>
        <p:spPr>
          <a:xfrm>
            <a:off x="842024" y="2356334"/>
            <a:ext cx="292306" cy="27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405" name="Shape 325"/>
          <p:cNvGrpSpPr/>
          <p:nvPr/>
        </p:nvGrpSpPr>
        <p:grpSpPr>
          <a:xfrm>
            <a:off x="1447164" y="1190852"/>
            <a:ext cx="2830258" cy="1170267"/>
            <a:chOff x="0" y="0"/>
            <a:chExt cx="2830257" cy="1170265"/>
          </a:xfrm>
        </p:grpSpPr>
        <p:sp>
          <p:nvSpPr>
            <p:cNvPr id="403" name="Shape 326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404" name="Shape 327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408" name="Shape 328"/>
          <p:cNvGrpSpPr/>
          <p:nvPr/>
        </p:nvGrpSpPr>
        <p:grpSpPr>
          <a:xfrm>
            <a:off x="1447164" y="2133093"/>
            <a:ext cx="2830258" cy="1170266"/>
            <a:chOff x="0" y="0"/>
            <a:chExt cx="2830257" cy="1170265"/>
          </a:xfrm>
        </p:grpSpPr>
        <p:sp>
          <p:nvSpPr>
            <p:cNvPr id="406" name="Shape 329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407" name="Shape 330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411" name="Shape 331"/>
          <p:cNvGrpSpPr/>
          <p:nvPr/>
        </p:nvGrpSpPr>
        <p:grpSpPr>
          <a:xfrm>
            <a:off x="1447164" y="3075333"/>
            <a:ext cx="2830258" cy="1170266"/>
            <a:chOff x="0" y="0"/>
            <a:chExt cx="2830257" cy="1170265"/>
          </a:xfrm>
        </p:grpSpPr>
        <p:sp>
          <p:nvSpPr>
            <p:cNvPr id="409" name="Shape 332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410" name="Shape 333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414" name="Shape 334"/>
          <p:cNvGrpSpPr/>
          <p:nvPr/>
        </p:nvGrpSpPr>
        <p:grpSpPr>
          <a:xfrm>
            <a:off x="1447164" y="4017572"/>
            <a:ext cx="2830258" cy="1170267"/>
            <a:chOff x="0" y="0"/>
            <a:chExt cx="2830257" cy="1170265"/>
          </a:xfrm>
        </p:grpSpPr>
        <p:sp>
          <p:nvSpPr>
            <p:cNvPr id="412" name="Shape 335"/>
            <p:cNvSpPr txBox="1"/>
            <p:nvPr/>
          </p:nvSpPr>
          <p:spPr>
            <a:xfrm>
              <a:off x="0" y="258445"/>
              <a:ext cx="2830258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413" name="Shape 336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445" name="Shape 337"/>
          <p:cNvGrpSpPr/>
          <p:nvPr/>
        </p:nvGrpSpPr>
        <p:grpSpPr>
          <a:xfrm>
            <a:off x="4392550" y="1256104"/>
            <a:ext cx="4172238" cy="3688044"/>
            <a:chOff x="0" y="0"/>
            <a:chExt cx="4172236" cy="3688043"/>
          </a:xfrm>
        </p:grpSpPr>
        <p:sp>
          <p:nvSpPr>
            <p:cNvPr id="415" name="Shape 338"/>
            <p:cNvSpPr/>
            <p:nvPr/>
          </p:nvSpPr>
          <p:spPr>
            <a:xfrm>
              <a:off x="851918" y="601815"/>
              <a:ext cx="216024" cy="2436653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16" name="Shape 339"/>
            <p:cNvSpPr/>
            <p:nvPr/>
          </p:nvSpPr>
          <p:spPr>
            <a:xfrm>
              <a:off x="1750800" y="599416"/>
              <a:ext cx="216024" cy="2439053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17" name="Shape 340"/>
            <p:cNvSpPr/>
            <p:nvPr/>
          </p:nvSpPr>
          <p:spPr>
            <a:xfrm>
              <a:off x="2649681" y="820235"/>
              <a:ext cx="216024" cy="2199677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18" name="Shape 341"/>
            <p:cNvSpPr/>
            <p:nvPr/>
          </p:nvSpPr>
          <p:spPr>
            <a:xfrm>
              <a:off x="3548562" y="420786"/>
              <a:ext cx="216024" cy="2599127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19" name="Shape 342"/>
            <p:cNvSpPr txBox="1"/>
            <p:nvPr/>
          </p:nvSpPr>
          <p:spPr>
            <a:xfrm>
              <a:off x="492511" y="3065783"/>
              <a:ext cx="983082" cy="622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Category 1</a:t>
              </a:r>
            </a:p>
          </p:txBody>
        </p:sp>
        <p:sp>
          <p:nvSpPr>
            <p:cNvPr id="420" name="Shape 343"/>
            <p:cNvSpPr txBox="1"/>
            <p:nvPr/>
          </p:nvSpPr>
          <p:spPr>
            <a:xfrm>
              <a:off x="1391393" y="3065783"/>
              <a:ext cx="983082" cy="622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Category 2</a:t>
              </a:r>
            </a:p>
          </p:txBody>
        </p:sp>
        <p:sp>
          <p:nvSpPr>
            <p:cNvPr id="421" name="Shape 344"/>
            <p:cNvSpPr txBox="1"/>
            <p:nvPr/>
          </p:nvSpPr>
          <p:spPr>
            <a:xfrm>
              <a:off x="2290274" y="3065783"/>
              <a:ext cx="983082" cy="622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Category 3</a:t>
              </a:r>
            </a:p>
          </p:txBody>
        </p:sp>
        <p:sp>
          <p:nvSpPr>
            <p:cNvPr id="422" name="Shape 345"/>
            <p:cNvSpPr txBox="1"/>
            <p:nvPr/>
          </p:nvSpPr>
          <p:spPr>
            <a:xfrm>
              <a:off x="3189155" y="3065783"/>
              <a:ext cx="983082" cy="622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Category 4</a:t>
              </a:r>
            </a:p>
          </p:txBody>
        </p:sp>
        <p:grpSp>
          <p:nvGrpSpPr>
            <p:cNvPr id="434" name="Shape 346"/>
            <p:cNvGrpSpPr/>
            <p:nvPr/>
          </p:nvGrpSpPr>
          <p:grpSpPr>
            <a:xfrm>
              <a:off x="0" y="0"/>
              <a:ext cx="449176" cy="3143623"/>
              <a:chOff x="0" y="0"/>
              <a:chExt cx="449175" cy="3143622"/>
            </a:xfrm>
          </p:grpSpPr>
          <p:sp>
            <p:nvSpPr>
              <p:cNvPr id="423" name="Shape 347"/>
              <p:cNvSpPr txBox="1"/>
              <p:nvPr/>
            </p:nvSpPr>
            <p:spPr>
              <a:xfrm>
                <a:off x="0" y="0"/>
                <a:ext cx="449176" cy="243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100</a:t>
                </a:r>
              </a:p>
            </p:txBody>
          </p:sp>
          <p:sp>
            <p:nvSpPr>
              <p:cNvPr id="424" name="Shape 348"/>
              <p:cNvSpPr txBox="1"/>
              <p:nvPr/>
            </p:nvSpPr>
            <p:spPr>
              <a:xfrm>
                <a:off x="0" y="289982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90</a:t>
                </a:r>
              </a:p>
            </p:txBody>
          </p:sp>
          <p:sp>
            <p:nvSpPr>
              <p:cNvPr id="425" name="Shape 349"/>
              <p:cNvSpPr txBox="1"/>
              <p:nvPr/>
            </p:nvSpPr>
            <p:spPr>
              <a:xfrm>
                <a:off x="0" y="579963"/>
                <a:ext cx="449176" cy="2438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80</a:t>
                </a:r>
              </a:p>
            </p:txBody>
          </p:sp>
          <p:sp>
            <p:nvSpPr>
              <p:cNvPr id="426" name="Shape 350"/>
              <p:cNvSpPr txBox="1"/>
              <p:nvPr/>
            </p:nvSpPr>
            <p:spPr>
              <a:xfrm>
                <a:off x="0" y="869946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70</a:t>
                </a:r>
              </a:p>
            </p:txBody>
          </p:sp>
          <p:sp>
            <p:nvSpPr>
              <p:cNvPr id="427" name="Shape 351"/>
              <p:cNvSpPr txBox="1"/>
              <p:nvPr/>
            </p:nvSpPr>
            <p:spPr>
              <a:xfrm>
                <a:off x="0" y="1159928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60</a:t>
                </a:r>
              </a:p>
            </p:txBody>
          </p:sp>
          <p:sp>
            <p:nvSpPr>
              <p:cNvPr id="428" name="Shape 352"/>
              <p:cNvSpPr txBox="1"/>
              <p:nvPr/>
            </p:nvSpPr>
            <p:spPr>
              <a:xfrm>
                <a:off x="0" y="1449910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50</a:t>
                </a:r>
              </a:p>
            </p:txBody>
          </p:sp>
          <p:sp>
            <p:nvSpPr>
              <p:cNvPr id="429" name="Shape 353"/>
              <p:cNvSpPr txBox="1"/>
              <p:nvPr/>
            </p:nvSpPr>
            <p:spPr>
              <a:xfrm>
                <a:off x="0" y="1739892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40</a:t>
                </a:r>
              </a:p>
            </p:txBody>
          </p:sp>
          <p:sp>
            <p:nvSpPr>
              <p:cNvPr id="430" name="Shape 354"/>
              <p:cNvSpPr txBox="1"/>
              <p:nvPr/>
            </p:nvSpPr>
            <p:spPr>
              <a:xfrm>
                <a:off x="0" y="2029873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30</a:t>
                </a:r>
              </a:p>
            </p:txBody>
          </p:sp>
          <p:sp>
            <p:nvSpPr>
              <p:cNvPr id="431" name="Shape 355"/>
              <p:cNvSpPr txBox="1"/>
              <p:nvPr/>
            </p:nvSpPr>
            <p:spPr>
              <a:xfrm>
                <a:off x="0" y="2319856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20</a:t>
                </a:r>
              </a:p>
            </p:txBody>
          </p:sp>
          <p:sp>
            <p:nvSpPr>
              <p:cNvPr id="432" name="Shape 356"/>
              <p:cNvSpPr txBox="1"/>
              <p:nvPr/>
            </p:nvSpPr>
            <p:spPr>
              <a:xfrm>
                <a:off x="0" y="2609837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10</a:t>
                </a:r>
              </a:p>
            </p:txBody>
          </p:sp>
          <p:sp>
            <p:nvSpPr>
              <p:cNvPr id="433" name="Shape 357"/>
              <p:cNvSpPr txBox="1"/>
              <p:nvPr/>
            </p:nvSpPr>
            <p:spPr>
              <a:xfrm>
                <a:off x="0" y="2899822"/>
                <a:ext cx="449176" cy="2438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 algn="r">
                  <a:defRPr sz="1100"/>
                </a:lvl1pPr>
              </a:lstStyle>
              <a:p>
                <a:r>
                  <a:t>0</a:t>
                </a:r>
              </a:p>
            </p:txBody>
          </p:sp>
        </p:grpSp>
        <p:sp>
          <p:nvSpPr>
            <p:cNvPr id="435" name="Shape 358"/>
            <p:cNvSpPr/>
            <p:nvPr/>
          </p:nvSpPr>
          <p:spPr>
            <a:xfrm flipV="1">
              <a:off x="450444" y="130827"/>
              <a:ext cx="1" cy="2899800"/>
            </a:xfrm>
            <a:prstGeom prst="line">
              <a:avLst/>
            </a:prstGeom>
            <a:noFill/>
            <a:ln w="12700" cap="flat">
              <a:solidFill>
                <a:srgbClr val="3F3F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36" name="Shape 359"/>
            <p:cNvSpPr/>
            <p:nvPr/>
          </p:nvSpPr>
          <p:spPr>
            <a:xfrm>
              <a:off x="854095" y="1159928"/>
              <a:ext cx="216024" cy="1865342"/>
            </a:xfrm>
            <a:prstGeom prst="rect">
              <a:avLst/>
            </a:prstGeom>
            <a:gradFill flip="none" rotWithShape="1">
              <a:gsLst>
                <a:gs pos="0">
                  <a:srgbClr val="79F3F7"/>
                </a:gs>
                <a:gs pos="100000">
                  <a:srgbClr val="79F3F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37" name="Shape 360"/>
            <p:cNvSpPr/>
            <p:nvPr/>
          </p:nvSpPr>
          <p:spPr>
            <a:xfrm>
              <a:off x="1752974" y="1092231"/>
              <a:ext cx="216024" cy="1933038"/>
            </a:xfrm>
            <a:prstGeom prst="rect">
              <a:avLst/>
            </a:prstGeom>
            <a:gradFill flip="none" rotWithShape="1">
              <a:gsLst>
                <a:gs pos="0">
                  <a:srgbClr val="79F3F7"/>
                </a:gs>
                <a:gs pos="100000">
                  <a:srgbClr val="79F3F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38" name="Shape 361"/>
            <p:cNvSpPr/>
            <p:nvPr/>
          </p:nvSpPr>
          <p:spPr>
            <a:xfrm>
              <a:off x="2651855" y="1530221"/>
              <a:ext cx="216024" cy="1500406"/>
            </a:xfrm>
            <a:prstGeom prst="rect">
              <a:avLst/>
            </a:prstGeom>
            <a:gradFill flip="none" rotWithShape="1">
              <a:gsLst>
                <a:gs pos="0">
                  <a:srgbClr val="79F3F7"/>
                </a:gs>
                <a:gs pos="100000">
                  <a:srgbClr val="79F3F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39" name="Shape 362"/>
            <p:cNvSpPr/>
            <p:nvPr/>
          </p:nvSpPr>
          <p:spPr>
            <a:xfrm>
              <a:off x="3550737" y="932432"/>
              <a:ext cx="216024" cy="2087480"/>
            </a:xfrm>
            <a:prstGeom prst="rect">
              <a:avLst/>
            </a:prstGeom>
            <a:gradFill flip="none" rotWithShape="1">
              <a:gsLst>
                <a:gs pos="0">
                  <a:srgbClr val="79F3F7"/>
                </a:gs>
                <a:gs pos="100000">
                  <a:srgbClr val="79F3F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0" name="Shape 363"/>
            <p:cNvSpPr/>
            <p:nvPr/>
          </p:nvSpPr>
          <p:spPr>
            <a:xfrm>
              <a:off x="854095" y="1878636"/>
              <a:ext cx="216024" cy="1152001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1" name="Shape 364"/>
            <p:cNvSpPr/>
            <p:nvPr/>
          </p:nvSpPr>
          <p:spPr>
            <a:xfrm>
              <a:off x="1752974" y="2312023"/>
              <a:ext cx="216024" cy="718613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2" name="Shape 365"/>
            <p:cNvSpPr/>
            <p:nvPr/>
          </p:nvSpPr>
          <p:spPr>
            <a:xfrm>
              <a:off x="2651855" y="2000611"/>
              <a:ext cx="216024" cy="1030024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3" name="Shape 366"/>
            <p:cNvSpPr/>
            <p:nvPr/>
          </p:nvSpPr>
          <p:spPr>
            <a:xfrm>
              <a:off x="3550737" y="1732060"/>
              <a:ext cx="216024" cy="1298577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4" name="Shape 367"/>
            <p:cNvSpPr/>
            <p:nvPr/>
          </p:nvSpPr>
          <p:spPr>
            <a:xfrm flipV="1">
              <a:off x="449175" y="3019826"/>
              <a:ext cx="3723001" cy="10801"/>
            </a:xfrm>
            <a:prstGeom prst="line">
              <a:avLst/>
            </a:prstGeom>
            <a:noFill/>
            <a:ln w="12700" cap="flat">
              <a:solidFill>
                <a:srgbClr val="3F3F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Shape 372"/>
          <p:cNvGrpSpPr/>
          <p:nvPr/>
        </p:nvGrpSpPr>
        <p:grpSpPr>
          <a:xfrm>
            <a:off x="3275855" y="0"/>
            <a:ext cx="2592288" cy="5143499"/>
            <a:chOff x="0" y="0"/>
            <a:chExt cx="2592286" cy="5143498"/>
          </a:xfrm>
        </p:grpSpPr>
        <p:sp>
          <p:nvSpPr>
            <p:cNvPr id="447" name="직사각형"/>
            <p:cNvSpPr/>
            <p:nvPr/>
          </p:nvSpPr>
          <p:spPr>
            <a:xfrm>
              <a:off x="0" y="0"/>
              <a:ext cx="2592287" cy="5143499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448" name="image22.jpeg" descr="image2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31110" r="31109"/>
            <a:stretch>
              <a:fillRect/>
            </a:stretch>
          </p:blipFill>
          <p:spPr>
            <a:xfrm>
              <a:off x="0" y="0"/>
              <a:ext cx="2592287" cy="51434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50" name="Shape 373"/>
          <p:cNvSpPr txBox="1"/>
          <p:nvPr/>
        </p:nvSpPr>
        <p:spPr>
          <a:xfrm>
            <a:off x="958111" y="1084157"/>
            <a:ext cx="2088233" cy="814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r">
              <a:lnSpc>
                <a:spcPct val="110000"/>
              </a:lnSpc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Simple Portfolio Presentation Designed</a:t>
            </a:r>
          </a:p>
        </p:txBody>
      </p:sp>
      <p:sp>
        <p:nvSpPr>
          <p:cNvPr id="451" name="Shape 374"/>
          <p:cNvSpPr txBox="1"/>
          <p:nvPr/>
        </p:nvSpPr>
        <p:spPr>
          <a:xfrm>
            <a:off x="986686" y="2499741"/>
            <a:ext cx="2059658" cy="167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 can simply impress your audience and add a unique zing and appeal to your Presentations.</a:t>
            </a:r>
          </a:p>
        </p:txBody>
      </p:sp>
      <p:sp>
        <p:nvSpPr>
          <p:cNvPr id="452" name="Shape 375"/>
          <p:cNvSpPr txBox="1"/>
          <p:nvPr/>
        </p:nvSpPr>
        <p:spPr>
          <a:xfrm>
            <a:off x="6242813" y="634848"/>
            <a:ext cx="1800200" cy="7256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This PowerPoint Template has clean and neutral design that can be adapted to any content and meets various market segments. With this many slides you are able to make a complete PowerPoint Presentation that best suit your needs. </a:t>
            </a:r>
          </a:p>
          <a:p>
            <a:pPr>
              <a:spcBef>
                <a:spcPts val="200"/>
              </a:spcBef>
            </a:pPr>
            <a:endParaRPr sz="1200"/>
          </a:p>
          <a:p>
            <a:pPr>
              <a:spcBef>
                <a:spcPts val="200"/>
              </a:spcBef>
            </a:pPr>
            <a:r>
              <a:t>This PowerPoint Template has clean and neutral design that can be adapted to any content and meets various market segments.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380"/>
          <p:cNvSpPr txBox="1"/>
          <p:nvPr/>
        </p:nvSpPr>
        <p:spPr>
          <a:xfrm>
            <a:off x="2699791" y="3291830"/>
            <a:ext cx="1733165" cy="34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/>
            </a:lvl1pPr>
          </a:lstStyle>
          <a:p>
            <a:r>
              <a:t>모바일 이미지 </a:t>
            </a:r>
          </a:p>
        </p:txBody>
      </p:sp>
      <p:sp>
        <p:nvSpPr>
          <p:cNvPr id="455" name="Shape 381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</a:t>
            </a:r>
            <a:r>
              <a:rPr>
                <a:solidFill>
                  <a:srgbClr val="0DD2D9"/>
                </a:solidFill>
              </a:rPr>
              <a:t>Image</a:t>
            </a:r>
            <a:r>
              <a:t> &amp; </a:t>
            </a:r>
            <a:r>
              <a:rPr>
                <a:solidFill>
                  <a:srgbClr val="0DD2D9"/>
                </a:solidFill>
              </a:rPr>
              <a:t>Content</a:t>
            </a:r>
          </a:p>
        </p:txBody>
      </p:sp>
      <p:sp>
        <p:nvSpPr>
          <p:cNvPr id="456" name="Shape 382"/>
          <p:cNvSpPr/>
          <p:nvPr/>
        </p:nvSpPr>
        <p:spPr>
          <a:xfrm>
            <a:off x="1390705" y="1696740"/>
            <a:ext cx="499163" cy="863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017"/>
                </a:moveTo>
                <a:cubicBezTo>
                  <a:pt x="9940" y="19017"/>
                  <a:pt x="9244" y="19419"/>
                  <a:pt x="9244" y="19916"/>
                </a:cubicBezTo>
                <a:cubicBezTo>
                  <a:pt x="9244" y="20413"/>
                  <a:pt x="9940" y="20815"/>
                  <a:pt x="10800" y="20815"/>
                </a:cubicBezTo>
                <a:cubicBezTo>
                  <a:pt x="11660" y="20815"/>
                  <a:pt x="12356" y="20413"/>
                  <a:pt x="12356" y="19916"/>
                </a:cubicBezTo>
                <a:cubicBezTo>
                  <a:pt x="12356" y="19419"/>
                  <a:pt x="11660" y="19017"/>
                  <a:pt x="10800" y="19017"/>
                </a:cubicBezTo>
                <a:close/>
                <a:moveTo>
                  <a:pt x="1661" y="2154"/>
                </a:moveTo>
                <a:lnTo>
                  <a:pt x="1661" y="17996"/>
                </a:lnTo>
                <a:lnTo>
                  <a:pt x="19939" y="17996"/>
                </a:lnTo>
                <a:lnTo>
                  <a:pt x="19939" y="2154"/>
                </a:lnTo>
                <a:close/>
                <a:moveTo>
                  <a:pt x="8308" y="714"/>
                </a:moveTo>
                <a:cubicBezTo>
                  <a:pt x="7964" y="714"/>
                  <a:pt x="7685" y="875"/>
                  <a:pt x="7685" y="1074"/>
                </a:cubicBezTo>
                <a:cubicBezTo>
                  <a:pt x="7685" y="1273"/>
                  <a:pt x="7964" y="1434"/>
                  <a:pt x="8308" y="1434"/>
                </a:cubicBezTo>
                <a:lnTo>
                  <a:pt x="13292" y="1434"/>
                </a:lnTo>
                <a:cubicBezTo>
                  <a:pt x="13636" y="1434"/>
                  <a:pt x="13915" y="1273"/>
                  <a:pt x="13915" y="1074"/>
                </a:cubicBezTo>
                <a:cubicBezTo>
                  <a:pt x="13915" y="875"/>
                  <a:pt x="13636" y="714"/>
                  <a:pt x="13292" y="714"/>
                </a:cubicBezTo>
                <a:close/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931"/>
                  <a:pt x="21600" y="2080"/>
                </a:cubicBezTo>
                <a:lnTo>
                  <a:pt x="21600" y="19520"/>
                </a:lnTo>
                <a:cubicBezTo>
                  <a:pt x="21600" y="20668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20668"/>
                  <a:pt x="0" y="19520"/>
                </a:cubicBezTo>
                <a:lnTo>
                  <a:pt x="0" y="2080"/>
                </a:lnTo>
                <a:cubicBezTo>
                  <a:pt x="0" y="931"/>
                  <a:pt x="1612" y="0"/>
                  <a:pt x="3600" y="0"/>
                </a:cubicBezTo>
                <a:close/>
              </a:path>
            </a:pathLst>
          </a:custGeom>
          <a:solidFill>
            <a:srgbClr val="3F3F3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57" name="Shape 383"/>
          <p:cNvSpPr/>
          <p:nvPr/>
        </p:nvSpPr>
        <p:spPr>
          <a:xfrm>
            <a:off x="1117265" y="3501008"/>
            <a:ext cx="1061287" cy="843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6" y="15222"/>
                </a:moveTo>
                <a:cubicBezTo>
                  <a:pt x="15757" y="15222"/>
                  <a:pt x="15596" y="15424"/>
                  <a:pt x="15596" y="15675"/>
                </a:cubicBezTo>
                <a:cubicBezTo>
                  <a:pt x="15596" y="15925"/>
                  <a:pt x="15757" y="16128"/>
                  <a:pt x="15956" y="16128"/>
                </a:cubicBezTo>
                <a:lnTo>
                  <a:pt x="17156" y="16128"/>
                </a:lnTo>
                <a:cubicBezTo>
                  <a:pt x="17355" y="16128"/>
                  <a:pt x="17516" y="15925"/>
                  <a:pt x="17516" y="15675"/>
                </a:cubicBezTo>
                <a:cubicBezTo>
                  <a:pt x="17516" y="15424"/>
                  <a:pt x="17355" y="15222"/>
                  <a:pt x="17156" y="15222"/>
                </a:cubicBezTo>
                <a:close/>
                <a:moveTo>
                  <a:pt x="1156" y="15222"/>
                </a:moveTo>
                <a:cubicBezTo>
                  <a:pt x="957" y="15222"/>
                  <a:pt x="796" y="15424"/>
                  <a:pt x="796" y="15675"/>
                </a:cubicBezTo>
                <a:cubicBezTo>
                  <a:pt x="796" y="15925"/>
                  <a:pt x="957" y="16128"/>
                  <a:pt x="1156" y="16128"/>
                </a:cubicBezTo>
                <a:lnTo>
                  <a:pt x="2355" y="16128"/>
                </a:lnTo>
                <a:cubicBezTo>
                  <a:pt x="2554" y="16128"/>
                  <a:pt x="2715" y="15925"/>
                  <a:pt x="2715" y="15675"/>
                </a:cubicBezTo>
                <a:cubicBezTo>
                  <a:pt x="2715" y="15424"/>
                  <a:pt x="2554" y="15222"/>
                  <a:pt x="2355" y="15222"/>
                </a:cubicBezTo>
                <a:close/>
                <a:moveTo>
                  <a:pt x="19557" y="15070"/>
                </a:moveTo>
                <a:cubicBezTo>
                  <a:pt x="19292" y="15070"/>
                  <a:pt x="19077" y="15341"/>
                  <a:pt x="19077" y="15675"/>
                </a:cubicBezTo>
                <a:cubicBezTo>
                  <a:pt x="19077" y="16008"/>
                  <a:pt x="19292" y="16279"/>
                  <a:pt x="19557" y="16279"/>
                </a:cubicBezTo>
                <a:cubicBezTo>
                  <a:pt x="19822" y="16279"/>
                  <a:pt x="20037" y="16008"/>
                  <a:pt x="20037" y="15675"/>
                </a:cubicBezTo>
                <a:cubicBezTo>
                  <a:pt x="20037" y="15341"/>
                  <a:pt x="19822" y="15070"/>
                  <a:pt x="19557" y="15070"/>
                </a:cubicBezTo>
                <a:close/>
                <a:moveTo>
                  <a:pt x="796" y="1031"/>
                </a:moveTo>
                <a:lnTo>
                  <a:pt x="796" y="14501"/>
                </a:lnTo>
                <a:lnTo>
                  <a:pt x="20804" y="14501"/>
                </a:lnTo>
                <a:lnTo>
                  <a:pt x="20804" y="1031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21600" y="16918"/>
                </a:lnTo>
                <a:lnTo>
                  <a:pt x="12081" y="16918"/>
                </a:lnTo>
                <a:lnTo>
                  <a:pt x="12381" y="19468"/>
                </a:lnTo>
                <a:lnTo>
                  <a:pt x="15714" y="19468"/>
                </a:lnTo>
                <a:cubicBezTo>
                  <a:pt x="16182" y="19468"/>
                  <a:pt x="16561" y="19945"/>
                  <a:pt x="16561" y="20534"/>
                </a:cubicBezTo>
                <a:lnTo>
                  <a:pt x="16561" y="21600"/>
                </a:lnTo>
                <a:lnTo>
                  <a:pt x="5040" y="21600"/>
                </a:lnTo>
                <a:lnTo>
                  <a:pt x="5040" y="20534"/>
                </a:lnTo>
                <a:cubicBezTo>
                  <a:pt x="5040" y="19945"/>
                  <a:pt x="5419" y="19468"/>
                  <a:pt x="5887" y="19468"/>
                </a:cubicBezTo>
                <a:lnTo>
                  <a:pt x="9219" y="19468"/>
                </a:lnTo>
                <a:lnTo>
                  <a:pt x="9519" y="16918"/>
                </a:lnTo>
                <a:lnTo>
                  <a:pt x="0" y="16918"/>
                </a:lnTo>
                <a:close/>
              </a:path>
            </a:pathLst>
          </a:custGeom>
          <a:solidFill>
            <a:srgbClr val="3F3F3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458" name="Shape 384"/>
          <p:cNvSpPr txBox="1"/>
          <p:nvPr/>
        </p:nvSpPr>
        <p:spPr>
          <a:xfrm>
            <a:off x="5652118" y="1420700"/>
            <a:ext cx="935621" cy="486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8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65</a:t>
            </a:r>
            <a:r>
              <a:rPr sz="2000"/>
              <a:t>%</a:t>
            </a:r>
          </a:p>
        </p:txBody>
      </p:sp>
      <p:sp>
        <p:nvSpPr>
          <p:cNvPr id="459" name="Shape 385"/>
          <p:cNvSpPr txBox="1"/>
          <p:nvPr/>
        </p:nvSpPr>
        <p:spPr>
          <a:xfrm>
            <a:off x="5652118" y="3056640"/>
            <a:ext cx="935621" cy="486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800">
                <a:latin typeface="Arial"/>
                <a:ea typeface="Arial"/>
                <a:cs typeface="Arial"/>
                <a:sym typeface="Arial"/>
              </a:defRPr>
            </a:pPr>
            <a:r>
              <a:t>35</a:t>
            </a:r>
            <a:r>
              <a:rPr sz="2000"/>
              <a:t>%</a:t>
            </a:r>
          </a:p>
        </p:txBody>
      </p:sp>
      <p:grpSp>
        <p:nvGrpSpPr>
          <p:cNvPr id="462" name="Shape 386"/>
          <p:cNvGrpSpPr/>
          <p:nvPr/>
        </p:nvGrpSpPr>
        <p:grpSpPr>
          <a:xfrm>
            <a:off x="5652120" y="1965529"/>
            <a:ext cx="2771881" cy="1478380"/>
            <a:chOff x="0" y="0"/>
            <a:chExt cx="2771880" cy="1478379"/>
          </a:xfrm>
        </p:grpSpPr>
        <p:sp>
          <p:nvSpPr>
            <p:cNvPr id="460" name="Shape 387"/>
            <p:cNvSpPr txBox="1"/>
            <p:nvPr/>
          </p:nvSpPr>
          <p:spPr>
            <a:xfrm>
              <a:off x="0" y="276999"/>
              <a:ext cx="2771881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 and appeal to your Presentations. </a:t>
              </a:r>
            </a:p>
          </p:txBody>
        </p:sp>
        <p:sp>
          <p:nvSpPr>
            <p:cNvPr id="461" name="Shape 388"/>
            <p:cNvSpPr txBox="1"/>
            <p:nvPr/>
          </p:nvSpPr>
          <p:spPr>
            <a:xfrm>
              <a:off x="0" y="0"/>
              <a:ext cx="2771881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465" name="Shape 389"/>
          <p:cNvGrpSpPr/>
          <p:nvPr/>
        </p:nvGrpSpPr>
        <p:grpSpPr>
          <a:xfrm>
            <a:off x="5652120" y="3601470"/>
            <a:ext cx="2771881" cy="1478380"/>
            <a:chOff x="0" y="0"/>
            <a:chExt cx="2771880" cy="1478379"/>
          </a:xfrm>
        </p:grpSpPr>
        <p:sp>
          <p:nvSpPr>
            <p:cNvPr id="463" name="Shape 390"/>
            <p:cNvSpPr txBox="1"/>
            <p:nvPr/>
          </p:nvSpPr>
          <p:spPr>
            <a:xfrm>
              <a:off x="0" y="276999"/>
              <a:ext cx="2771881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 and appeal to your Presentations. </a:t>
              </a:r>
            </a:p>
          </p:txBody>
        </p:sp>
        <p:sp>
          <p:nvSpPr>
            <p:cNvPr id="464" name="Shape 391"/>
            <p:cNvSpPr txBox="1"/>
            <p:nvPr/>
          </p:nvSpPr>
          <p:spPr>
            <a:xfrm>
              <a:off x="0" y="0"/>
              <a:ext cx="2771881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468" name="Shape 392"/>
          <p:cNvGrpSpPr/>
          <p:nvPr/>
        </p:nvGrpSpPr>
        <p:grpSpPr>
          <a:xfrm>
            <a:off x="2555775" y="1263998"/>
            <a:ext cx="2772001" cy="3456000"/>
            <a:chOff x="0" y="0"/>
            <a:chExt cx="2772000" cy="3455999"/>
          </a:xfrm>
        </p:grpSpPr>
        <p:sp>
          <p:nvSpPr>
            <p:cNvPr id="466" name="직사각형"/>
            <p:cNvSpPr/>
            <p:nvPr/>
          </p:nvSpPr>
          <p:spPr>
            <a:xfrm>
              <a:off x="0" y="0"/>
              <a:ext cx="2772000" cy="34560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467" name="image12.jpeg" descr="image1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6843" t="1801" r="31728" b="2208"/>
            <a:stretch>
              <a:fillRect/>
            </a:stretch>
          </p:blipFill>
          <p:spPr>
            <a:xfrm>
              <a:off x="0" y="0"/>
              <a:ext cx="2772001" cy="345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Shape 397"/>
          <p:cNvGrpSpPr/>
          <p:nvPr/>
        </p:nvGrpSpPr>
        <p:grpSpPr>
          <a:xfrm>
            <a:off x="539544" y="1312111"/>
            <a:ext cx="3240571" cy="3240431"/>
            <a:chOff x="0" y="0"/>
            <a:chExt cx="3240569" cy="3240429"/>
          </a:xfrm>
        </p:grpSpPr>
        <p:sp>
          <p:nvSpPr>
            <p:cNvPr id="470" name="Shape 398"/>
            <p:cNvSpPr/>
            <p:nvPr/>
          </p:nvSpPr>
          <p:spPr>
            <a:xfrm>
              <a:off x="-1" y="0"/>
              <a:ext cx="2094343" cy="3240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0" h="20401" extrusionOk="0">
                  <a:moveTo>
                    <a:pt x="19800" y="19952"/>
                  </a:moveTo>
                  <a:lnTo>
                    <a:pt x="19800" y="19952"/>
                  </a:lnTo>
                  <a:cubicBezTo>
                    <a:pt x="11712" y="21600"/>
                    <a:pt x="3149" y="18569"/>
                    <a:pt x="674" y="13183"/>
                  </a:cubicBezTo>
                  <a:cubicBezTo>
                    <a:pt x="-1800" y="7796"/>
                    <a:pt x="2751" y="2094"/>
                    <a:pt x="10839" y="446"/>
                  </a:cubicBezTo>
                  <a:cubicBezTo>
                    <a:pt x="12291" y="150"/>
                    <a:pt x="13801" y="0"/>
                    <a:pt x="15320" y="0"/>
                  </a:cubicBezTo>
                  <a:lnTo>
                    <a:pt x="15320" y="10199"/>
                  </a:ln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71" name="Shape 399"/>
            <p:cNvSpPr/>
            <p:nvPr/>
          </p:nvSpPr>
          <p:spPr>
            <a:xfrm>
              <a:off x="1618422" y="1"/>
              <a:ext cx="1326614" cy="1620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8602" y="0"/>
                    <a:pt x="16663" y="3435"/>
                    <a:pt x="21600" y="9203"/>
                  </a:cubicBezTo>
                  <a:lnTo>
                    <a:pt x="33" y="21600"/>
                  </a:ln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72" name="Shape 400"/>
            <p:cNvSpPr/>
            <p:nvPr/>
          </p:nvSpPr>
          <p:spPr>
            <a:xfrm>
              <a:off x="1620429" y="692094"/>
              <a:ext cx="1620141" cy="24830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15" h="21600" extrusionOk="0">
                  <a:moveTo>
                    <a:pt x="15585" y="0"/>
                  </a:moveTo>
                  <a:lnTo>
                    <a:pt x="15585" y="0"/>
                  </a:lnTo>
                  <a:cubicBezTo>
                    <a:pt x="21600" y="6380"/>
                    <a:pt x="19498" y="15165"/>
                    <a:pt x="10890" y="19623"/>
                  </a:cubicBezTo>
                  <a:cubicBezTo>
                    <a:pt x="9193" y="20502"/>
                    <a:pt x="7313" y="21170"/>
                    <a:pt x="5325" y="21600"/>
                  </a:cubicBezTo>
                  <a:lnTo>
                    <a:pt x="0" y="8072"/>
                  </a:lnTo>
                  <a:close/>
                </a:path>
              </a:pathLst>
            </a:custGeom>
            <a:solidFill>
              <a:srgbClr val="0DD2D9">
                <a:alpha val="4980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aphicFrame>
        <p:nvGraphicFramePr>
          <p:cNvPr id="474" name="Shape 401"/>
          <p:cNvGraphicFramePr/>
          <p:nvPr/>
        </p:nvGraphicFramePr>
        <p:xfrm>
          <a:off x="4468931" y="1625332"/>
          <a:ext cx="3919524" cy="232260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066525"/>
                <a:gridCol w="986549"/>
                <a:gridCol w="933225"/>
                <a:gridCol w="933225"/>
              </a:tblGrid>
              <a:tr h="326725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 marL="45725" marR="45725" marT="45725" marB="45725" anchor="ctr" horzOverflow="overflow">
                    <a:lnL w="12700">
                      <a:solidFill>
                        <a:srgbClr val="0DD2D9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12700">
                      <a:solidFill>
                        <a:srgbClr val="0DD2D9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A TITLE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12700">
                      <a:solidFill>
                        <a:srgbClr val="0DD2D9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B TITLE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 w="12700">
                      <a:solidFill>
                        <a:srgbClr val="0DD2D9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C TITLE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12700">
                      <a:solidFill>
                        <a:srgbClr val="0DD2D9"/>
                      </a:solidFill>
                    </a:lnR>
                    <a:lnT w="12700">
                      <a:solidFill>
                        <a:srgbClr val="0DD2D9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/>
                    </a:solidFill>
                  </a:tcPr>
                </a:tc>
              </a:tr>
              <a:tr h="28512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12700">
                      <a:solidFill>
                        <a:srgbClr val="0DD2D9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12700">
                      <a:solidFill>
                        <a:srgbClr val="0DD2D9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</a:tr>
              <a:tr h="3421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12700">
                      <a:solidFill>
                        <a:srgbClr val="0DD2D9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12700">
                      <a:solidFill>
                        <a:srgbClr val="0DD2D9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1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12700">
                      <a:solidFill>
                        <a:srgbClr val="0DD2D9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12700">
                      <a:solidFill>
                        <a:srgbClr val="0DD2D9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</a:tr>
              <a:tr h="3421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12700">
                      <a:solidFill>
                        <a:srgbClr val="0DD2D9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rgbClr val="0DD2D9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1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12700">
                      <a:solidFill>
                        <a:srgbClr val="0DD2D9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rgbClr val="0DD2D9"/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rgbClr val="0DD2D9"/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rgbClr val="0DD2D9"/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rgbClr val="0DD2D9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rgbClr val="0DD2D9"/>
                      </a:solidFill>
                    </a:lnB>
                    <a:solidFill>
                      <a:srgbClr val="B6DDE7">
                        <a:alpha val="40000"/>
                      </a:srgbClr>
                    </a:solidFill>
                  </a:tcPr>
                </a:tc>
              </a:tr>
              <a:tr h="342150">
                <a:tc gridSpan="4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Replaced with your own text. </a:t>
                      </a:r>
                    </a:p>
                  </a:txBody>
                  <a:tcPr marL="45725" marR="45725" marT="45725" marB="45725" anchor="ctr" horzOverflow="overflow">
                    <a:lnL w="12700">
                      <a:solidFill>
                        <a:srgbClr val="0DD2D9"/>
                      </a:solidFill>
                    </a:lnL>
                    <a:lnR w="12700">
                      <a:solidFill>
                        <a:srgbClr val="0DD2D9"/>
                      </a:solidFill>
                    </a:lnR>
                    <a:lnT w="12700">
                      <a:solidFill>
                        <a:srgbClr val="0DD2D9"/>
                      </a:solidFill>
                    </a:lnT>
                    <a:lnB w="12700">
                      <a:solidFill>
                        <a:srgbClr val="0DD2D9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5" name="Shape 402"/>
          <p:cNvSpPr txBox="1"/>
          <p:nvPr/>
        </p:nvSpPr>
        <p:spPr>
          <a:xfrm>
            <a:off x="4477660" y="1275604"/>
            <a:ext cx="2160241" cy="313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marL="326571" indent="-326571">
              <a:buClr>
                <a:srgbClr val="3F3F3F"/>
              </a:buClr>
              <a:buSzPct val="100000"/>
              <a:buFont typeface="Helvetica"/>
              <a:buChar char="◆"/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Your Text  Here</a:t>
            </a:r>
          </a:p>
        </p:txBody>
      </p:sp>
      <p:grpSp>
        <p:nvGrpSpPr>
          <p:cNvPr id="478" name="Shape 403"/>
          <p:cNvGrpSpPr/>
          <p:nvPr/>
        </p:nvGrpSpPr>
        <p:grpSpPr>
          <a:xfrm>
            <a:off x="4519505" y="4046123"/>
            <a:ext cx="3827164" cy="1170266"/>
            <a:chOff x="0" y="0"/>
            <a:chExt cx="3827162" cy="1170265"/>
          </a:xfrm>
        </p:grpSpPr>
        <p:sp>
          <p:nvSpPr>
            <p:cNvPr id="476" name="Shape 404"/>
            <p:cNvSpPr txBox="1"/>
            <p:nvPr/>
          </p:nvSpPr>
          <p:spPr>
            <a:xfrm>
              <a:off x="0" y="258445"/>
              <a:ext cx="3827163" cy="91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 and appeal to your Presentations. </a:t>
              </a:r>
            </a:p>
          </p:txBody>
        </p:sp>
        <p:sp>
          <p:nvSpPr>
            <p:cNvPr id="477" name="Shape 405"/>
            <p:cNvSpPr txBox="1"/>
            <p:nvPr/>
          </p:nvSpPr>
          <p:spPr>
            <a:xfrm>
              <a:off x="0" y="0"/>
              <a:ext cx="3827163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sp>
        <p:nvSpPr>
          <p:cNvPr id="479" name="Shape 406"/>
          <p:cNvSpPr txBox="1"/>
          <p:nvPr/>
        </p:nvSpPr>
        <p:spPr>
          <a:xfrm>
            <a:off x="1036291" y="2497275"/>
            <a:ext cx="935700" cy="486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55</a:t>
            </a:r>
            <a:r>
              <a:rPr sz="2000"/>
              <a:t>%</a:t>
            </a:r>
          </a:p>
        </p:txBody>
      </p:sp>
      <p:sp>
        <p:nvSpPr>
          <p:cNvPr id="480" name="Shape 407"/>
          <p:cNvSpPr txBox="1"/>
          <p:nvPr/>
        </p:nvSpPr>
        <p:spPr>
          <a:xfrm>
            <a:off x="2548459" y="2725875"/>
            <a:ext cx="935621" cy="375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30</a:t>
            </a:r>
            <a:r>
              <a:rPr sz="2000"/>
              <a:t>%</a:t>
            </a:r>
          </a:p>
        </p:txBody>
      </p:sp>
      <p:sp>
        <p:nvSpPr>
          <p:cNvPr id="481" name="Shape 408"/>
          <p:cNvSpPr txBox="1"/>
          <p:nvPr/>
        </p:nvSpPr>
        <p:spPr>
          <a:xfrm>
            <a:off x="2195734" y="1599015"/>
            <a:ext cx="935621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15</a:t>
            </a:r>
            <a:r>
              <a:rPr sz="2000"/>
              <a:t>%</a:t>
            </a:r>
          </a:p>
        </p:txBody>
      </p:sp>
      <p:sp>
        <p:nvSpPr>
          <p:cNvPr id="482" name="Shape 409"/>
          <p:cNvSpPr txBox="1"/>
          <p:nvPr/>
        </p:nvSpPr>
        <p:spPr>
          <a:xfrm>
            <a:off x="1233958" y="3020511"/>
            <a:ext cx="540301" cy="609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</a:t>
            </a:r>
          </a:p>
        </p:txBody>
      </p:sp>
      <p:sp>
        <p:nvSpPr>
          <p:cNvPr id="483" name="Shape 410"/>
          <p:cNvSpPr txBox="1"/>
          <p:nvPr/>
        </p:nvSpPr>
        <p:spPr>
          <a:xfrm>
            <a:off x="2722413" y="3208987"/>
            <a:ext cx="540301" cy="60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</a:t>
            </a:r>
          </a:p>
        </p:txBody>
      </p:sp>
      <p:sp>
        <p:nvSpPr>
          <p:cNvPr id="484" name="Shape 411"/>
          <p:cNvSpPr txBox="1"/>
          <p:nvPr/>
        </p:nvSpPr>
        <p:spPr>
          <a:xfrm>
            <a:off x="2246127" y="2003000"/>
            <a:ext cx="540302" cy="60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</a:t>
            </a:r>
          </a:p>
        </p:txBody>
      </p:sp>
      <p:sp>
        <p:nvSpPr>
          <p:cNvPr id="485" name="Shape 412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</a:t>
            </a:r>
            <a:r>
              <a:rPr>
                <a:solidFill>
                  <a:srgbClr val="0DD2D9"/>
                </a:solidFill>
              </a:rPr>
              <a:t>Table</a:t>
            </a:r>
            <a:r>
              <a:t> &amp; </a:t>
            </a:r>
            <a:r>
              <a:rPr>
                <a:solidFill>
                  <a:srgbClr val="0DD2D9"/>
                </a:solidFill>
              </a:rPr>
              <a:t>Chart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Shape 417"/>
          <p:cNvGrpSpPr/>
          <p:nvPr/>
        </p:nvGrpSpPr>
        <p:grpSpPr>
          <a:xfrm>
            <a:off x="5140178" y="1517665"/>
            <a:ext cx="504055" cy="504001"/>
            <a:chOff x="0" y="0"/>
            <a:chExt cx="504054" cy="504000"/>
          </a:xfrm>
        </p:grpSpPr>
        <p:sp>
          <p:nvSpPr>
            <p:cNvPr id="487" name="원"/>
            <p:cNvSpPr/>
            <p:nvPr/>
          </p:nvSpPr>
          <p:spPr>
            <a:xfrm>
              <a:off x="-1" y="-1"/>
              <a:ext cx="504056" cy="504002"/>
            </a:xfrm>
            <a:prstGeom prst="ellipse">
              <a:avLst/>
            </a:prstGeom>
            <a:solidFill>
              <a:srgbClr val="0DD2D9">
                <a:alpha val="9803"/>
              </a:srgbClr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88" name="A"/>
            <p:cNvSpPr txBox="1"/>
            <p:nvPr/>
          </p:nvSpPr>
          <p:spPr>
            <a:xfrm>
              <a:off x="73816" y="76688"/>
              <a:ext cx="356422" cy="3506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A</a:t>
              </a:r>
            </a:p>
          </p:txBody>
        </p:sp>
      </p:grpSp>
      <p:grpSp>
        <p:nvGrpSpPr>
          <p:cNvPr id="492" name="Shape 418"/>
          <p:cNvGrpSpPr/>
          <p:nvPr/>
        </p:nvGrpSpPr>
        <p:grpSpPr>
          <a:xfrm>
            <a:off x="5140178" y="2151968"/>
            <a:ext cx="504055" cy="504001"/>
            <a:chOff x="0" y="0"/>
            <a:chExt cx="504054" cy="504000"/>
          </a:xfrm>
        </p:grpSpPr>
        <p:sp>
          <p:nvSpPr>
            <p:cNvPr id="490" name="원"/>
            <p:cNvSpPr/>
            <p:nvPr/>
          </p:nvSpPr>
          <p:spPr>
            <a:xfrm>
              <a:off x="-1" y="-1"/>
              <a:ext cx="504056" cy="504002"/>
            </a:xfrm>
            <a:prstGeom prst="ellipse">
              <a:avLst/>
            </a:prstGeom>
            <a:solidFill>
              <a:srgbClr val="0DD2D9">
                <a:alpha val="24705"/>
              </a:srgbClr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91" name="B"/>
            <p:cNvSpPr txBox="1"/>
            <p:nvPr/>
          </p:nvSpPr>
          <p:spPr>
            <a:xfrm>
              <a:off x="73816" y="76688"/>
              <a:ext cx="356422" cy="3506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B</a:t>
              </a:r>
            </a:p>
          </p:txBody>
        </p:sp>
      </p:grpSp>
      <p:grpSp>
        <p:nvGrpSpPr>
          <p:cNvPr id="495" name="Shape 419"/>
          <p:cNvGrpSpPr/>
          <p:nvPr/>
        </p:nvGrpSpPr>
        <p:grpSpPr>
          <a:xfrm>
            <a:off x="5140178" y="2775675"/>
            <a:ext cx="504055" cy="504001"/>
            <a:chOff x="0" y="0"/>
            <a:chExt cx="504054" cy="504000"/>
          </a:xfrm>
        </p:grpSpPr>
        <p:sp>
          <p:nvSpPr>
            <p:cNvPr id="493" name="원"/>
            <p:cNvSpPr/>
            <p:nvPr/>
          </p:nvSpPr>
          <p:spPr>
            <a:xfrm>
              <a:off x="-1" y="-1"/>
              <a:ext cx="504056" cy="504002"/>
            </a:xfrm>
            <a:prstGeom prst="ellipse">
              <a:avLst/>
            </a:prstGeom>
            <a:solidFill>
              <a:srgbClr val="0DD2D9">
                <a:alpha val="40000"/>
              </a:srgbClr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94" name="C"/>
            <p:cNvSpPr txBox="1"/>
            <p:nvPr/>
          </p:nvSpPr>
          <p:spPr>
            <a:xfrm>
              <a:off x="73816" y="76688"/>
              <a:ext cx="356422" cy="3506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C</a:t>
              </a:r>
            </a:p>
          </p:txBody>
        </p:sp>
      </p:grpSp>
      <p:grpSp>
        <p:nvGrpSpPr>
          <p:cNvPr id="498" name="Shape 420"/>
          <p:cNvGrpSpPr/>
          <p:nvPr/>
        </p:nvGrpSpPr>
        <p:grpSpPr>
          <a:xfrm>
            <a:off x="5140178" y="3399385"/>
            <a:ext cx="504055" cy="504001"/>
            <a:chOff x="0" y="0"/>
            <a:chExt cx="504054" cy="504000"/>
          </a:xfrm>
        </p:grpSpPr>
        <p:sp>
          <p:nvSpPr>
            <p:cNvPr id="496" name="원"/>
            <p:cNvSpPr/>
            <p:nvPr/>
          </p:nvSpPr>
          <p:spPr>
            <a:xfrm>
              <a:off x="-1" y="-1"/>
              <a:ext cx="504056" cy="504002"/>
            </a:xfrm>
            <a:prstGeom prst="ellipse">
              <a:avLst/>
            </a:prstGeom>
            <a:solidFill>
              <a:srgbClr val="0DD2D9">
                <a:alpha val="60000"/>
              </a:srgbClr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97" name="D"/>
            <p:cNvSpPr txBox="1"/>
            <p:nvPr/>
          </p:nvSpPr>
          <p:spPr>
            <a:xfrm>
              <a:off x="73816" y="76688"/>
              <a:ext cx="356422" cy="3506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D</a:t>
              </a:r>
            </a:p>
          </p:txBody>
        </p:sp>
      </p:grpSp>
      <p:grpSp>
        <p:nvGrpSpPr>
          <p:cNvPr id="501" name="Shape 421"/>
          <p:cNvGrpSpPr/>
          <p:nvPr/>
        </p:nvGrpSpPr>
        <p:grpSpPr>
          <a:xfrm>
            <a:off x="5140178" y="4023092"/>
            <a:ext cx="504055" cy="504001"/>
            <a:chOff x="0" y="0"/>
            <a:chExt cx="504054" cy="504000"/>
          </a:xfrm>
        </p:grpSpPr>
        <p:sp>
          <p:nvSpPr>
            <p:cNvPr id="499" name="원"/>
            <p:cNvSpPr/>
            <p:nvPr/>
          </p:nvSpPr>
          <p:spPr>
            <a:xfrm>
              <a:off x="-1" y="-1"/>
              <a:ext cx="504056" cy="504002"/>
            </a:xfrm>
            <a:prstGeom prst="ellipse">
              <a:avLst/>
            </a:prstGeom>
            <a:solidFill>
              <a:srgbClr val="0DD2D9"/>
            </a:solidFill>
            <a:ln w="12700" cap="flat">
              <a:solidFill>
                <a:srgbClr val="F2F2F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00" name="E"/>
            <p:cNvSpPr txBox="1"/>
            <p:nvPr/>
          </p:nvSpPr>
          <p:spPr>
            <a:xfrm>
              <a:off x="73816" y="76688"/>
              <a:ext cx="356422" cy="3506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E</a:t>
              </a:r>
            </a:p>
          </p:txBody>
        </p:sp>
      </p:grpSp>
      <p:sp>
        <p:nvSpPr>
          <p:cNvPr id="502" name="Shape 422"/>
          <p:cNvSpPr/>
          <p:nvPr/>
        </p:nvSpPr>
        <p:spPr>
          <a:xfrm>
            <a:off x="3050040" y="1769666"/>
            <a:ext cx="1982125" cy="1"/>
          </a:xfrm>
          <a:prstGeom prst="line">
            <a:avLst/>
          </a:prstGeom>
          <a:ln w="19050">
            <a:solidFill>
              <a:srgbClr val="BFBFBF"/>
            </a:solidFill>
            <a:headEnd type="oval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03" name="Shape 423"/>
          <p:cNvSpPr/>
          <p:nvPr/>
        </p:nvSpPr>
        <p:spPr>
          <a:xfrm>
            <a:off x="3410081" y="2403967"/>
            <a:ext cx="1622084" cy="1"/>
          </a:xfrm>
          <a:prstGeom prst="line">
            <a:avLst/>
          </a:prstGeom>
          <a:ln w="19050">
            <a:solidFill>
              <a:srgbClr val="BFBFBF"/>
            </a:solidFill>
            <a:headEnd type="oval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04" name="Shape 424"/>
          <p:cNvSpPr/>
          <p:nvPr/>
        </p:nvSpPr>
        <p:spPr>
          <a:xfrm>
            <a:off x="3770120" y="3027676"/>
            <a:ext cx="1262045" cy="1"/>
          </a:xfrm>
          <a:prstGeom prst="line">
            <a:avLst/>
          </a:prstGeom>
          <a:ln w="19050">
            <a:solidFill>
              <a:srgbClr val="BFBFBF"/>
            </a:solidFill>
            <a:headEnd type="oval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05" name="Shape 425"/>
          <p:cNvSpPr/>
          <p:nvPr/>
        </p:nvSpPr>
        <p:spPr>
          <a:xfrm>
            <a:off x="4166265" y="3651384"/>
            <a:ext cx="865902" cy="1"/>
          </a:xfrm>
          <a:prstGeom prst="line">
            <a:avLst/>
          </a:prstGeom>
          <a:ln w="19050">
            <a:solidFill>
              <a:srgbClr val="BFBFBF"/>
            </a:solidFill>
            <a:headEnd type="oval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06" name="Shape 426"/>
          <p:cNvSpPr/>
          <p:nvPr/>
        </p:nvSpPr>
        <p:spPr>
          <a:xfrm>
            <a:off x="4562209" y="4275092"/>
            <a:ext cx="469958" cy="1"/>
          </a:xfrm>
          <a:prstGeom prst="line">
            <a:avLst/>
          </a:prstGeom>
          <a:ln w="19050">
            <a:solidFill>
              <a:srgbClr val="BFBFBF"/>
            </a:solidFill>
            <a:headEnd type="oval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509" name="Shape 427"/>
          <p:cNvGrpSpPr/>
          <p:nvPr/>
        </p:nvGrpSpPr>
        <p:grpSpPr>
          <a:xfrm>
            <a:off x="5749233" y="1431556"/>
            <a:ext cx="2830258" cy="1126375"/>
            <a:chOff x="0" y="0"/>
            <a:chExt cx="2830257" cy="1126374"/>
          </a:xfrm>
        </p:grpSpPr>
        <p:sp>
          <p:nvSpPr>
            <p:cNvPr id="507" name="Shape 428"/>
            <p:cNvSpPr txBox="1"/>
            <p:nvPr/>
          </p:nvSpPr>
          <p:spPr>
            <a:xfrm>
              <a:off x="0" y="214553"/>
              <a:ext cx="2830258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508" name="Shape 429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512" name="Shape 430"/>
          <p:cNvGrpSpPr/>
          <p:nvPr/>
        </p:nvGrpSpPr>
        <p:grpSpPr>
          <a:xfrm>
            <a:off x="5749233" y="2057912"/>
            <a:ext cx="2830258" cy="1126375"/>
            <a:chOff x="0" y="0"/>
            <a:chExt cx="2830257" cy="1126374"/>
          </a:xfrm>
        </p:grpSpPr>
        <p:sp>
          <p:nvSpPr>
            <p:cNvPr id="510" name="Shape 431"/>
            <p:cNvSpPr txBox="1"/>
            <p:nvPr/>
          </p:nvSpPr>
          <p:spPr>
            <a:xfrm>
              <a:off x="0" y="214553"/>
              <a:ext cx="2830258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511" name="Shape 432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515" name="Shape 433"/>
          <p:cNvGrpSpPr/>
          <p:nvPr/>
        </p:nvGrpSpPr>
        <p:grpSpPr>
          <a:xfrm>
            <a:off x="5749233" y="2684270"/>
            <a:ext cx="2830258" cy="1126375"/>
            <a:chOff x="0" y="0"/>
            <a:chExt cx="2830257" cy="1126374"/>
          </a:xfrm>
        </p:grpSpPr>
        <p:sp>
          <p:nvSpPr>
            <p:cNvPr id="513" name="Shape 434"/>
            <p:cNvSpPr txBox="1"/>
            <p:nvPr/>
          </p:nvSpPr>
          <p:spPr>
            <a:xfrm>
              <a:off x="0" y="214553"/>
              <a:ext cx="2830258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514" name="Shape 435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518" name="Shape 436"/>
          <p:cNvGrpSpPr/>
          <p:nvPr/>
        </p:nvGrpSpPr>
        <p:grpSpPr>
          <a:xfrm>
            <a:off x="5749233" y="3310626"/>
            <a:ext cx="2830258" cy="1126375"/>
            <a:chOff x="0" y="0"/>
            <a:chExt cx="2830257" cy="1126374"/>
          </a:xfrm>
        </p:grpSpPr>
        <p:sp>
          <p:nvSpPr>
            <p:cNvPr id="516" name="Shape 437"/>
            <p:cNvSpPr txBox="1"/>
            <p:nvPr/>
          </p:nvSpPr>
          <p:spPr>
            <a:xfrm>
              <a:off x="0" y="214553"/>
              <a:ext cx="2830258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517" name="Shape 438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521" name="Shape 439"/>
          <p:cNvGrpSpPr/>
          <p:nvPr/>
        </p:nvGrpSpPr>
        <p:grpSpPr>
          <a:xfrm>
            <a:off x="5749233" y="3936982"/>
            <a:ext cx="2830258" cy="1126375"/>
            <a:chOff x="0" y="0"/>
            <a:chExt cx="2830257" cy="1126374"/>
          </a:xfrm>
        </p:grpSpPr>
        <p:sp>
          <p:nvSpPr>
            <p:cNvPr id="519" name="Shape 440"/>
            <p:cNvSpPr txBox="1"/>
            <p:nvPr/>
          </p:nvSpPr>
          <p:spPr>
            <a:xfrm>
              <a:off x="0" y="214553"/>
              <a:ext cx="2830258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</a:t>
              </a:r>
            </a:p>
          </p:txBody>
        </p:sp>
        <p:sp>
          <p:nvSpPr>
            <p:cNvPr id="520" name="Shape 441"/>
            <p:cNvSpPr txBox="1"/>
            <p:nvPr/>
          </p:nvSpPr>
          <p:spPr>
            <a:xfrm>
              <a:off x="0" y="0"/>
              <a:ext cx="283025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sp>
        <p:nvSpPr>
          <p:cNvPr id="522" name="Shape 442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Chart </a:t>
            </a:r>
            <a:r>
              <a:rPr>
                <a:solidFill>
                  <a:srgbClr val="3F3F3F"/>
                </a:solidFill>
              </a:rPr>
              <a:t>Layout</a:t>
            </a:r>
          </a:p>
        </p:txBody>
      </p:sp>
      <p:grpSp>
        <p:nvGrpSpPr>
          <p:cNvPr id="528" name="Shape 443"/>
          <p:cNvGrpSpPr/>
          <p:nvPr/>
        </p:nvGrpSpPr>
        <p:grpSpPr>
          <a:xfrm>
            <a:off x="683568" y="1190951"/>
            <a:ext cx="3845122" cy="3444196"/>
            <a:chOff x="297421" y="0"/>
            <a:chExt cx="3845121" cy="3444195"/>
          </a:xfrm>
        </p:grpSpPr>
        <p:sp>
          <p:nvSpPr>
            <p:cNvPr id="523" name="Shape 444"/>
            <p:cNvSpPr/>
            <p:nvPr/>
          </p:nvSpPr>
          <p:spPr>
            <a:xfrm>
              <a:off x="297421" y="121393"/>
              <a:ext cx="3845122" cy="3322803"/>
            </a:xfrm>
            <a:prstGeom prst="triangle">
              <a:avLst/>
            </a:prstGeom>
            <a:solidFill>
              <a:srgbClr val="0DD2D9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24" name="Shape 445"/>
            <p:cNvSpPr/>
            <p:nvPr/>
          </p:nvSpPr>
          <p:spPr>
            <a:xfrm>
              <a:off x="657461" y="0"/>
              <a:ext cx="3125043" cy="2795897"/>
            </a:xfrm>
            <a:prstGeom prst="triangle">
              <a:avLst/>
            </a:prstGeom>
            <a:gradFill flip="none" rotWithShape="1">
              <a:gsLst>
                <a:gs pos="0">
                  <a:srgbClr val="5EF1F6"/>
                </a:gs>
                <a:gs pos="100000">
                  <a:srgbClr val="5EF1F6"/>
                </a:gs>
              </a:gsLst>
              <a:lin ang="5400000" scaled="0"/>
            </a:gra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25" name="Shape 446"/>
            <p:cNvSpPr/>
            <p:nvPr/>
          </p:nvSpPr>
          <p:spPr>
            <a:xfrm>
              <a:off x="1017501" y="19305"/>
              <a:ext cx="2404962" cy="2150234"/>
            </a:xfrm>
            <a:prstGeom prst="triangle">
              <a:avLst/>
            </a:prstGeom>
            <a:gradFill flip="none" rotWithShape="1">
              <a:gsLst>
                <a:gs pos="0">
                  <a:srgbClr val="94F6F8"/>
                </a:gs>
                <a:gs pos="100000">
                  <a:srgbClr val="94F6F8"/>
                </a:gs>
              </a:gsLst>
              <a:lin ang="5400000" scaled="0"/>
            </a:gra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26" name="Shape 447"/>
            <p:cNvSpPr/>
            <p:nvPr/>
          </p:nvSpPr>
          <p:spPr>
            <a:xfrm>
              <a:off x="1360654" y="99449"/>
              <a:ext cx="1718655" cy="1485276"/>
            </a:xfrm>
            <a:prstGeom prst="triangle">
              <a:avLst/>
            </a:prstGeom>
            <a:gradFill flip="none" rotWithShape="1">
              <a:gsLst>
                <a:gs pos="0">
                  <a:srgbClr val="BCF8FB"/>
                </a:gs>
                <a:gs pos="100000">
                  <a:srgbClr val="BCF8FB"/>
                </a:gs>
              </a:gsLst>
              <a:lin ang="5400000" scaled="0"/>
            </a:gra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27" name="Shape 448"/>
            <p:cNvSpPr/>
            <p:nvPr/>
          </p:nvSpPr>
          <p:spPr>
            <a:xfrm>
              <a:off x="1689629" y="84817"/>
              <a:ext cx="1060704" cy="861570"/>
            </a:xfrm>
            <a:prstGeom prst="triangle">
              <a:avLst/>
            </a:prstGeom>
            <a:gradFill flip="none" rotWithShape="1">
              <a:gsLst>
                <a:gs pos="0">
                  <a:srgbClr val="E3FDFD"/>
                </a:gs>
                <a:gs pos="100000">
                  <a:srgbClr val="E3FDFD"/>
                </a:gs>
              </a:gsLst>
              <a:lin ang="5400000" scaled="0"/>
            </a:gra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529" name="Shape 449"/>
          <p:cNvSpPr txBox="1"/>
          <p:nvPr/>
        </p:nvSpPr>
        <p:spPr>
          <a:xfrm>
            <a:off x="2335976" y="1621557"/>
            <a:ext cx="540302" cy="375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</a:t>
            </a:r>
          </a:p>
        </p:txBody>
      </p:sp>
      <p:sp>
        <p:nvSpPr>
          <p:cNvPr id="530" name="Shape 450"/>
          <p:cNvSpPr txBox="1"/>
          <p:nvPr/>
        </p:nvSpPr>
        <p:spPr>
          <a:xfrm>
            <a:off x="2335976" y="2246290"/>
            <a:ext cx="540302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</a:t>
            </a:r>
          </a:p>
        </p:txBody>
      </p:sp>
      <p:sp>
        <p:nvSpPr>
          <p:cNvPr id="531" name="Shape 451"/>
          <p:cNvSpPr txBox="1"/>
          <p:nvPr/>
        </p:nvSpPr>
        <p:spPr>
          <a:xfrm>
            <a:off x="2335976" y="2871024"/>
            <a:ext cx="540302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</a:t>
            </a:r>
          </a:p>
        </p:txBody>
      </p:sp>
      <p:sp>
        <p:nvSpPr>
          <p:cNvPr id="532" name="Shape 452"/>
          <p:cNvSpPr txBox="1"/>
          <p:nvPr/>
        </p:nvSpPr>
        <p:spPr>
          <a:xfrm>
            <a:off x="2335976" y="3495757"/>
            <a:ext cx="540302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</a:t>
            </a:r>
          </a:p>
        </p:txBody>
      </p:sp>
      <p:sp>
        <p:nvSpPr>
          <p:cNvPr id="533" name="Shape 453"/>
          <p:cNvSpPr txBox="1"/>
          <p:nvPr/>
        </p:nvSpPr>
        <p:spPr>
          <a:xfrm>
            <a:off x="2335976" y="4120491"/>
            <a:ext cx="540302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Shape 458"/>
          <p:cNvGrpSpPr/>
          <p:nvPr/>
        </p:nvGrpSpPr>
        <p:grpSpPr>
          <a:xfrm>
            <a:off x="2810824" y="1136572"/>
            <a:ext cx="1691098" cy="1691098"/>
            <a:chOff x="0" y="0"/>
            <a:chExt cx="1691096" cy="1691096"/>
          </a:xfrm>
        </p:grpSpPr>
        <p:sp>
          <p:nvSpPr>
            <p:cNvPr id="535" name="Shape 459"/>
            <p:cNvSpPr/>
            <p:nvPr/>
          </p:nvSpPr>
          <p:spPr>
            <a:xfrm rot="8100000">
              <a:off x="247655" y="247654"/>
              <a:ext cx="1195787" cy="1195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4400" y="0"/>
                    <a:pt x="18000" y="0"/>
                    <a:pt x="21600" y="0"/>
                  </a:cubicBezTo>
                  <a:cubicBezTo>
                    <a:pt x="21600" y="3600"/>
                    <a:pt x="21600" y="7200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36" name="Shape 460"/>
            <p:cNvSpPr/>
            <p:nvPr/>
          </p:nvSpPr>
          <p:spPr>
            <a:xfrm>
              <a:off x="316464" y="316465"/>
              <a:ext cx="1058169" cy="1058169"/>
            </a:xfrm>
            <a:prstGeom prst="ellipse">
              <a:avLst/>
            </a:pr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0" scaled="0"/>
            </a:gradFill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540" name="Shape 461"/>
          <p:cNvGrpSpPr/>
          <p:nvPr/>
        </p:nvGrpSpPr>
        <p:grpSpPr>
          <a:xfrm>
            <a:off x="4633729" y="1136572"/>
            <a:ext cx="1691098" cy="1691098"/>
            <a:chOff x="0" y="0"/>
            <a:chExt cx="1691096" cy="1691096"/>
          </a:xfrm>
        </p:grpSpPr>
        <p:sp>
          <p:nvSpPr>
            <p:cNvPr id="538" name="Shape 462"/>
            <p:cNvSpPr/>
            <p:nvPr/>
          </p:nvSpPr>
          <p:spPr>
            <a:xfrm rot="8100000">
              <a:off x="247655" y="247654"/>
              <a:ext cx="1195787" cy="1195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4400" y="0"/>
                    <a:pt x="18000" y="0"/>
                    <a:pt x="21600" y="0"/>
                  </a:cubicBezTo>
                  <a:cubicBezTo>
                    <a:pt x="21600" y="3600"/>
                    <a:pt x="21600" y="7200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39" name="Shape 463"/>
            <p:cNvSpPr/>
            <p:nvPr/>
          </p:nvSpPr>
          <p:spPr>
            <a:xfrm>
              <a:off x="316464" y="316465"/>
              <a:ext cx="1058169" cy="1058169"/>
            </a:xfrm>
            <a:prstGeom prst="ellipse">
              <a:avLst/>
            </a:pr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0" scaled="0"/>
            </a:gradFill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543" name="Shape 464"/>
          <p:cNvGrpSpPr/>
          <p:nvPr/>
        </p:nvGrpSpPr>
        <p:grpSpPr>
          <a:xfrm>
            <a:off x="6456634" y="1136572"/>
            <a:ext cx="1691098" cy="1691098"/>
            <a:chOff x="0" y="0"/>
            <a:chExt cx="1691096" cy="1691096"/>
          </a:xfrm>
        </p:grpSpPr>
        <p:sp>
          <p:nvSpPr>
            <p:cNvPr id="541" name="Shape 465"/>
            <p:cNvSpPr/>
            <p:nvPr/>
          </p:nvSpPr>
          <p:spPr>
            <a:xfrm rot="8100000">
              <a:off x="247655" y="247654"/>
              <a:ext cx="1195787" cy="1195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4400" y="0"/>
                    <a:pt x="18000" y="0"/>
                    <a:pt x="21600" y="0"/>
                  </a:cubicBezTo>
                  <a:cubicBezTo>
                    <a:pt x="21600" y="3600"/>
                    <a:pt x="21600" y="7200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42" name="Shape 466"/>
            <p:cNvSpPr/>
            <p:nvPr/>
          </p:nvSpPr>
          <p:spPr>
            <a:xfrm>
              <a:off x="316464" y="316465"/>
              <a:ext cx="1058169" cy="1058169"/>
            </a:xfrm>
            <a:prstGeom prst="ellipse">
              <a:avLst/>
            </a:pr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0" scaled="0"/>
            </a:gradFill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544" name="Shape 467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Infographic </a:t>
            </a:r>
            <a:r>
              <a:rPr>
                <a:solidFill>
                  <a:srgbClr val="3F3F3F"/>
                </a:solidFill>
              </a:rPr>
              <a:t>Layout</a:t>
            </a:r>
          </a:p>
        </p:txBody>
      </p:sp>
      <p:grpSp>
        <p:nvGrpSpPr>
          <p:cNvPr id="547" name="Shape 468"/>
          <p:cNvGrpSpPr/>
          <p:nvPr/>
        </p:nvGrpSpPr>
        <p:grpSpPr>
          <a:xfrm>
            <a:off x="987919" y="1136572"/>
            <a:ext cx="1691098" cy="1691098"/>
            <a:chOff x="0" y="0"/>
            <a:chExt cx="1691096" cy="1691096"/>
          </a:xfrm>
        </p:grpSpPr>
        <p:sp>
          <p:nvSpPr>
            <p:cNvPr id="545" name="Shape 469"/>
            <p:cNvSpPr/>
            <p:nvPr/>
          </p:nvSpPr>
          <p:spPr>
            <a:xfrm rot="8100000">
              <a:off x="247655" y="247654"/>
              <a:ext cx="1195787" cy="1195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4400" y="0"/>
                    <a:pt x="18000" y="0"/>
                    <a:pt x="21600" y="0"/>
                  </a:cubicBezTo>
                  <a:cubicBezTo>
                    <a:pt x="21600" y="3600"/>
                    <a:pt x="21600" y="7200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546" name="Shape 470"/>
            <p:cNvSpPr/>
            <p:nvPr/>
          </p:nvSpPr>
          <p:spPr>
            <a:xfrm>
              <a:off x="316464" y="316465"/>
              <a:ext cx="1058169" cy="1058169"/>
            </a:xfrm>
            <a:prstGeom prst="ellipse">
              <a:avLst/>
            </a:prstGeom>
            <a:gradFill flip="none"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0" scaled="0"/>
            </a:gradFill>
            <a:ln w="9525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548" name="Shape 471"/>
          <p:cNvSpPr/>
          <p:nvPr/>
        </p:nvSpPr>
        <p:spPr>
          <a:xfrm>
            <a:off x="1624156" y="1771059"/>
            <a:ext cx="418626" cy="4221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49" name="Shape 472"/>
          <p:cNvSpPr/>
          <p:nvPr/>
        </p:nvSpPr>
        <p:spPr>
          <a:xfrm>
            <a:off x="3468280" y="1806047"/>
            <a:ext cx="376185" cy="3521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50" name="Shape 473"/>
          <p:cNvSpPr/>
          <p:nvPr/>
        </p:nvSpPr>
        <p:spPr>
          <a:xfrm>
            <a:off x="7092905" y="1821366"/>
            <a:ext cx="418558" cy="3215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9015"/>
                </a:moveTo>
                <a:cubicBezTo>
                  <a:pt x="14834" y="9015"/>
                  <a:pt x="16322" y="10952"/>
                  <a:pt x="16322" y="13342"/>
                </a:cubicBezTo>
                <a:cubicBezTo>
                  <a:pt x="16322" y="15731"/>
                  <a:pt x="14834" y="17668"/>
                  <a:pt x="12998" y="17668"/>
                </a:cubicBezTo>
                <a:cubicBezTo>
                  <a:pt x="11163" y="17668"/>
                  <a:pt x="9675" y="15731"/>
                  <a:pt x="9675" y="13342"/>
                </a:cubicBezTo>
                <a:cubicBezTo>
                  <a:pt x="9675" y="10952"/>
                  <a:pt x="11163" y="9015"/>
                  <a:pt x="12998" y="9015"/>
                </a:cubicBezTo>
                <a:close/>
                <a:moveTo>
                  <a:pt x="12998" y="7305"/>
                </a:moveTo>
                <a:cubicBezTo>
                  <a:pt x="10437" y="7305"/>
                  <a:pt x="8362" y="10008"/>
                  <a:pt x="8362" y="13342"/>
                </a:cubicBezTo>
                <a:cubicBezTo>
                  <a:pt x="8362" y="16675"/>
                  <a:pt x="10437" y="19378"/>
                  <a:pt x="12998" y="19378"/>
                </a:cubicBezTo>
                <a:cubicBezTo>
                  <a:pt x="15559" y="19378"/>
                  <a:pt x="17635" y="16675"/>
                  <a:pt x="17635" y="13342"/>
                </a:cubicBezTo>
                <a:cubicBezTo>
                  <a:pt x="17635" y="10008"/>
                  <a:pt x="15559" y="7305"/>
                  <a:pt x="12998" y="7305"/>
                </a:cubicBezTo>
                <a:close/>
                <a:moveTo>
                  <a:pt x="7539" y="5964"/>
                </a:moveTo>
                <a:lnTo>
                  <a:pt x="7539" y="7325"/>
                </a:lnTo>
                <a:lnTo>
                  <a:pt x="9003" y="7325"/>
                </a:lnTo>
                <a:lnTo>
                  <a:pt x="9003" y="5964"/>
                </a:lnTo>
                <a:close/>
                <a:moveTo>
                  <a:pt x="17528" y="5527"/>
                </a:moveTo>
                <a:lnTo>
                  <a:pt x="17528" y="7325"/>
                </a:lnTo>
                <a:lnTo>
                  <a:pt x="20343" y="7325"/>
                </a:lnTo>
                <a:lnTo>
                  <a:pt x="20343" y="5527"/>
                </a:lnTo>
                <a:close/>
                <a:moveTo>
                  <a:pt x="10802" y="955"/>
                </a:moveTo>
                <a:lnTo>
                  <a:pt x="10802" y="3820"/>
                </a:lnTo>
                <a:lnTo>
                  <a:pt x="15195" y="3820"/>
                </a:lnTo>
                <a:lnTo>
                  <a:pt x="15195" y="955"/>
                </a:lnTo>
                <a:close/>
                <a:moveTo>
                  <a:pt x="9845" y="0"/>
                </a:moveTo>
                <a:lnTo>
                  <a:pt x="16151" y="0"/>
                </a:lnTo>
                <a:cubicBezTo>
                  <a:pt x="16493" y="0"/>
                  <a:pt x="16769" y="360"/>
                  <a:pt x="16769" y="804"/>
                </a:cubicBezTo>
                <a:lnTo>
                  <a:pt x="16769" y="3820"/>
                </a:lnTo>
                <a:lnTo>
                  <a:pt x="19880" y="3820"/>
                </a:lnTo>
                <a:cubicBezTo>
                  <a:pt x="20830" y="3820"/>
                  <a:pt x="21600" y="4823"/>
                  <a:pt x="21600" y="6059"/>
                </a:cubicBezTo>
                <a:lnTo>
                  <a:pt x="21600" y="19360"/>
                </a:lnTo>
                <a:cubicBezTo>
                  <a:pt x="21600" y="20597"/>
                  <a:pt x="20830" y="21600"/>
                  <a:pt x="19880" y="21600"/>
                </a:cubicBezTo>
                <a:lnTo>
                  <a:pt x="1720" y="21600"/>
                </a:lnTo>
                <a:cubicBezTo>
                  <a:pt x="770" y="21600"/>
                  <a:pt x="0" y="20597"/>
                  <a:pt x="0" y="19360"/>
                </a:cubicBezTo>
                <a:lnTo>
                  <a:pt x="0" y="6059"/>
                </a:lnTo>
                <a:cubicBezTo>
                  <a:pt x="0" y="4823"/>
                  <a:pt x="770" y="3820"/>
                  <a:pt x="1720" y="3820"/>
                </a:cubicBezTo>
                <a:lnTo>
                  <a:pt x="2081" y="3820"/>
                </a:lnTo>
                <a:lnTo>
                  <a:pt x="2081" y="2763"/>
                </a:lnTo>
                <a:cubicBezTo>
                  <a:pt x="2081" y="2541"/>
                  <a:pt x="2220" y="2361"/>
                  <a:pt x="2390" y="2361"/>
                </a:cubicBezTo>
                <a:lnTo>
                  <a:pt x="5543" y="2361"/>
                </a:lnTo>
                <a:cubicBezTo>
                  <a:pt x="5714" y="2361"/>
                  <a:pt x="5853" y="2541"/>
                  <a:pt x="5853" y="2763"/>
                </a:cubicBezTo>
                <a:lnTo>
                  <a:pt x="5853" y="3820"/>
                </a:lnTo>
                <a:lnTo>
                  <a:pt x="9227" y="3820"/>
                </a:lnTo>
                <a:lnTo>
                  <a:pt x="9227" y="804"/>
                </a:lnTo>
                <a:cubicBezTo>
                  <a:pt x="9227" y="360"/>
                  <a:pt x="9504" y="0"/>
                  <a:pt x="9845" y="0"/>
                </a:cubicBez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51" name="Shape 474"/>
          <p:cNvSpPr/>
          <p:nvPr/>
        </p:nvSpPr>
        <p:spPr>
          <a:xfrm>
            <a:off x="5281845" y="1811740"/>
            <a:ext cx="394864" cy="3407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79" y="4730"/>
                </a:moveTo>
                <a:cubicBezTo>
                  <a:pt x="4075" y="4730"/>
                  <a:pt x="3667" y="5203"/>
                  <a:pt x="3667" y="5787"/>
                </a:cubicBezTo>
                <a:cubicBezTo>
                  <a:pt x="3667" y="6371"/>
                  <a:pt x="4075" y="6845"/>
                  <a:pt x="4579" y="6845"/>
                </a:cubicBezTo>
                <a:cubicBezTo>
                  <a:pt x="5083" y="6845"/>
                  <a:pt x="5491" y="6371"/>
                  <a:pt x="5491" y="5787"/>
                </a:cubicBezTo>
                <a:cubicBezTo>
                  <a:pt x="5491" y="5203"/>
                  <a:pt x="5083" y="4730"/>
                  <a:pt x="4579" y="4730"/>
                </a:cubicBezTo>
                <a:close/>
                <a:moveTo>
                  <a:pt x="10583" y="2174"/>
                </a:moveTo>
                <a:cubicBezTo>
                  <a:pt x="9547" y="2174"/>
                  <a:pt x="8707" y="3147"/>
                  <a:pt x="8707" y="4348"/>
                </a:cubicBezTo>
                <a:cubicBezTo>
                  <a:pt x="8707" y="5549"/>
                  <a:pt x="9547" y="6522"/>
                  <a:pt x="10583" y="6522"/>
                </a:cubicBezTo>
                <a:cubicBezTo>
                  <a:pt x="11620" y="6522"/>
                  <a:pt x="12460" y="5549"/>
                  <a:pt x="12460" y="4348"/>
                </a:cubicBezTo>
                <a:cubicBezTo>
                  <a:pt x="12460" y="3147"/>
                  <a:pt x="11620" y="2174"/>
                  <a:pt x="10583" y="2174"/>
                </a:cubicBezTo>
                <a:close/>
                <a:moveTo>
                  <a:pt x="10583" y="0"/>
                </a:moveTo>
                <a:cubicBezTo>
                  <a:pt x="12656" y="0"/>
                  <a:pt x="14336" y="1947"/>
                  <a:pt x="14336" y="4348"/>
                </a:cubicBezTo>
                <a:cubicBezTo>
                  <a:pt x="14336" y="6073"/>
                  <a:pt x="13469" y="7563"/>
                  <a:pt x="12207" y="8252"/>
                </a:cubicBezTo>
                <a:lnTo>
                  <a:pt x="14771" y="8252"/>
                </a:lnTo>
                <a:cubicBezTo>
                  <a:pt x="15832" y="8252"/>
                  <a:pt x="16691" y="9248"/>
                  <a:pt x="16691" y="10477"/>
                </a:cubicBezTo>
                <a:lnTo>
                  <a:pt x="16691" y="11394"/>
                </a:lnTo>
                <a:lnTo>
                  <a:pt x="17707" y="11394"/>
                </a:lnTo>
                <a:cubicBezTo>
                  <a:pt x="17949" y="11394"/>
                  <a:pt x="18152" y="11591"/>
                  <a:pt x="18193" y="11856"/>
                </a:cubicBezTo>
                <a:lnTo>
                  <a:pt x="21600" y="8573"/>
                </a:lnTo>
                <a:lnTo>
                  <a:pt x="21600" y="21279"/>
                </a:lnTo>
                <a:lnTo>
                  <a:pt x="18193" y="17996"/>
                </a:lnTo>
                <a:cubicBezTo>
                  <a:pt x="18152" y="18262"/>
                  <a:pt x="17949" y="18458"/>
                  <a:pt x="17707" y="18458"/>
                </a:cubicBezTo>
                <a:lnTo>
                  <a:pt x="16691" y="18458"/>
                </a:lnTo>
                <a:lnTo>
                  <a:pt x="16691" y="19375"/>
                </a:lnTo>
                <a:cubicBezTo>
                  <a:pt x="16691" y="20604"/>
                  <a:pt x="15832" y="21600"/>
                  <a:pt x="14771" y="21600"/>
                </a:cubicBezTo>
                <a:lnTo>
                  <a:pt x="1920" y="21600"/>
                </a:lnTo>
                <a:cubicBezTo>
                  <a:pt x="859" y="21600"/>
                  <a:pt x="0" y="20604"/>
                  <a:pt x="0" y="19375"/>
                </a:cubicBezTo>
                <a:lnTo>
                  <a:pt x="0" y="10477"/>
                </a:lnTo>
                <a:cubicBezTo>
                  <a:pt x="0" y="9248"/>
                  <a:pt x="859" y="8252"/>
                  <a:pt x="1920" y="8252"/>
                </a:cubicBezTo>
                <a:lnTo>
                  <a:pt x="3630" y="8252"/>
                </a:lnTo>
                <a:cubicBezTo>
                  <a:pt x="2814" y="7835"/>
                  <a:pt x="2246" y="6888"/>
                  <a:pt x="2246" y="5787"/>
                </a:cubicBezTo>
                <a:cubicBezTo>
                  <a:pt x="2246" y="4294"/>
                  <a:pt x="3291" y="3084"/>
                  <a:pt x="4579" y="3084"/>
                </a:cubicBezTo>
                <a:cubicBezTo>
                  <a:pt x="5867" y="3084"/>
                  <a:pt x="6912" y="4294"/>
                  <a:pt x="6912" y="5787"/>
                </a:cubicBezTo>
                <a:cubicBezTo>
                  <a:pt x="6912" y="6888"/>
                  <a:pt x="6344" y="7835"/>
                  <a:pt x="5528" y="8252"/>
                </a:cubicBezTo>
                <a:lnTo>
                  <a:pt x="8959" y="8252"/>
                </a:lnTo>
                <a:cubicBezTo>
                  <a:pt x="7697" y="7563"/>
                  <a:pt x="6831" y="6073"/>
                  <a:pt x="6831" y="4348"/>
                </a:cubicBezTo>
                <a:cubicBezTo>
                  <a:pt x="6831" y="1947"/>
                  <a:pt x="8511" y="0"/>
                  <a:pt x="10583" y="0"/>
                </a:cubicBez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554" name="Shape 475"/>
          <p:cNvGrpSpPr/>
          <p:nvPr/>
        </p:nvGrpSpPr>
        <p:grpSpPr>
          <a:xfrm>
            <a:off x="1058133" y="3115822"/>
            <a:ext cx="1550671" cy="2287088"/>
            <a:chOff x="0" y="0"/>
            <a:chExt cx="1550669" cy="2287087"/>
          </a:xfrm>
        </p:grpSpPr>
        <p:sp>
          <p:nvSpPr>
            <p:cNvPr id="552" name="Shape 476"/>
            <p:cNvSpPr txBox="1"/>
            <p:nvPr/>
          </p:nvSpPr>
          <p:spPr>
            <a:xfrm>
              <a:off x="0" y="217026"/>
              <a:ext cx="1550670" cy="2070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/>
            </a:lstStyle>
            <a:p>
              <a:r>
                <a:t>You can simply impress your audience and add a unique zing and appeal to your Presentations. </a:t>
              </a:r>
            </a:p>
          </p:txBody>
        </p:sp>
        <p:sp>
          <p:nvSpPr>
            <p:cNvPr id="553" name="Shape 477"/>
            <p:cNvSpPr txBox="1"/>
            <p:nvPr/>
          </p:nvSpPr>
          <p:spPr>
            <a:xfrm>
              <a:off x="0" y="0"/>
              <a:ext cx="1550670" cy="586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557" name="Shape 478"/>
          <p:cNvGrpSpPr/>
          <p:nvPr/>
        </p:nvGrpSpPr>
        <p:grpSpPr>
          <a:xfrm>
            <a:off x="2881039" y="3115822"/>
            <a:ext cx="1550671" cy="2287088"/>
            <a:chOff x="0" y="0"/>
            <a:chExt cx="1550669" cy="2287087"/>
          </a:xfrm>
        </p:grpSpPr>
        <p:sp>
          <p:nvSpPr>
            <p:cNvPr id="555" name="Shape 479"/>
            <p:cNvSpPr txBox="1"/>
            <p:nvPr/>
          </p:nvSpPr>
          <p:spPr>
            <a:xfrm>
              <a:off x="0" y="217026"/>
              <a:ext cx="1550670" cy="2070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/>
            </a:lstStyle>
            <a:p>
              <a:r>
                <a:t>You can simply impress your audience and add a unique zing and appeal to your Presentations. </a:t>
              </a:r>
            </a:p>
          </p:txBody>
        </p:sp>
        <p:sp>
          <p:nvSpPr>
            <p:cNvPr id="556" name="Shape 480"/>
            <p:cNvSpPr txBox="1"/>
            <p:nvPr/>
          </p:nvSpPr>
          <p:spPr>
            <a:xfrm>
              <a:off x="0" y="0"/>
              <a:ext cx="1550670" cy="586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560" name="Shape 481"/>
          <p:cNvGrpSpPr/>
          <p:nvPr/>
        </p:nvGrpSpPr>
        <p:grpSpPr>
          <a:xfrm>
            <a:off x="4703945" y="3115822"/>
            <a:ext cx="1550671" cy="2287088"/>
            <a:chOff x="0" y="0"/>
            <a:chExt cx="1550669" cy="2287087"/>
          </a:xfrm>
        </p:grpSpPr>
        <p:sp>
          <p:nvSpPr>
            <p:cNvPr id="558" name="Shape 482"/>
            <p:cNvSpPr txBox="1"/>
            <p:nvPr/>
          </p:nvSpPr>
          <p:spPr>
            <a:xfrm>
              <a:off x="0" y="217026"/>
              <a:ext cx="1550670" cy="2070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/>
            </a:lstStyle>
            <a:p>
              <a:r>
                <a:t>You can simply impress your audience and add a unique zing and appeal to your Presentations. </a:t>
              </a:r>
            </a:p>
          </p:txBody>
        </p:sp>
        <p:sp>
          <p:nvSpPr>
            <p:cNvPr id="559" name="Shape 483"/>
            <p:cNvSpPr txBox="1"/>
            <p:nvPr/>
          </p:nvSpPr>
          <p:spPr>
            <a:xfrm>
              <a:off x="0" y="0"/>
              <a:ext cx="1550670" cy="586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563" name="Shape 484"/>
          <p:cNvGrpSpPr/>
          <p:nvPr/>
        </p:nvGrpSpPr>
        <p:grpSpPr>
          <a:xfrm>
            <a:off x="6526848" y="3115822"/>
            <a:ext cx="1550671" cy="2287088"/>
            <a:chOff x="0" y="0"/>
            <a:chExt cx="1550669" cy="2287087"/>
          </a:xfrm>
        </p:grpSpPr>
        <p:sp>
          <p:nvSpPr>
            <p:cNvPr id="561" name="Shape 485"/>
            <p:cNvSpPr txBox="1"/>
            <p:nvPr/>
          </p:nvSpPr>
          <p:spPr>
            <a:xfrm>
              <a:off x="0" y="217026"/>
              <a:ext cx="1550670" cy="20700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/>
            </a:lstStyle>
            <a:p>
              <a:r>
                <a:t>You can simply impress your audience and add a unique zing and appeal to your Presentations. </a:t>
              </a:r>
            </a:p>
          </p:txBody>
        </p:sp>
        <p:sp>
          <p:nvSpPr>
            <p:cNvPr id="562" name="Shape 486"/>
            <p:cNvSpPr txBox="1"/>
            <p:nvPr/>
          </p:nvSpPr>
          <p:spPr>
            <a:xfrm>
              <a:off x="0" y="0"/>
              <a:ext cx="1550670" cy="586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491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Image </a:t>
            </a:r>
            <a:r>
              <a:rPr>
                <a:solidFill>
                  <a:srgbClr val="3F3F3F"/>
                </a:solidFill>
              </a:rPr>
              <a:t>&amp; </a:t>
            </a:r>
            <a:r>
              <a:t>Content</a:t>
            </a:r>
          </a:p>
        </p:txBody>
      </p:sp>
      <p:grpSp>
        <p:nvGrpSpPr>
          <p:cNvPr id="568" name="Shape 492"/>
          <p:cNvGrpSpPr/>
          <p:nvPr/>
        </p:nvGrpSpPr>
        <p:grpSpPr>
          <a:xfrm>
            <a:off x="675615" y="1443923"/>
            <a:ext cx="3104297" cy="2135939"/>
            <a:chOff x="0" y="0"/>
            <a:chExt cx="3104295" cy="2135937"/>
          </a:xfrm>
        </p:grpSpPr>
        <p:sp>
          <p:nvSpPr>
            <p:cNvPr id="566" name="직사각형"/>
            <p:cNvSpPr/>
            <p:nvPr/>
          </p:nvSpPr>
          <p:spPr>
            <a:xfrm>
              <a:off x="0" y="0"/>
              <a:ext cx="3104296" cy="2135938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567" name="image14.jpeg" descr="image14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549" r="1547"/>
            <a:stretch>
              <a:fillRect/>
            </a:stretch>
          </p:blipFill>
          <p:spPr>
            <a:xfrm>
              <a:off x="0" y="0"/>
              <a:ext cx="3104296" cy="21359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69" name="Shape 493"/>
          <p:cNvSpPr/>
          <p:nvPr/>
        </p:nvSpPr>
        <p:spPr>
          <a:xfrm>
            <a:off x="4449686" y="2443030"/>
            <a:ext cx="914401" cy="914401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70" name="Shape 494"/>
          <p:cNvSpPr/>
          <p:nvPr/>
        </p:nvSpPr>
        <p:spPr>
          <a:xfrm>
            <a:off x="5878996" y="2443030"/>
            <a:ext cx="914401" cy="914401"/>
          </a:xfrm>
          <a:prstGeom prst="ellipse">
            <a:avLst/>
          </a:pr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71" name="Shape 495"/>
          <p:cNvSpPr/>
          <p:nvPr/>
        </p:nvSpPr>
        <p:spPr>
          <a:xfrm>
            <a:off x="7308302" y="2443030"/>
            <a:ext cx="914401" cy="914401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574" name="Shape 496"/>
          <p:cNvGrpSpPr/>
          <p:nvPr/>
        </p:nvGrpSpPr>
        <p:grpSpPr>
          <a:xfrm>
            <a:off x="4320397" y="1245511"/>
            <a:ext cx="4103601" cy="1521249"/>
            <a:chOff x="0" y="0"/>
            <a:chExt cx="4103599" cy="1521247"/>
          </a:xfrm>
        </p:grpSpPr>
        <p:sp>
          <p:nvSpPr>
            <p:cNvPr id="572" name="Shape 497"/>
            <p:cNvSpPr txBox="1"/>
            <p:nvPr/>
          </p:nvSpPr>
          <p:spPr>
            <a:xfrm>
              <a:off x="0" y="319867"/>
              <a:ext cx="4103600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This text can be replaced with your own text. This text can be replaced with your own text. You can simply impress your audience and add a unique zing.</a:t>
              </a:r>
            </a:p>
          </p:txBody>
        </p:sp>
        <p:sp>
          <p:nvSpPr>
            <p:cNvPr id="573" name="Shape 498"/>
            <p:cNvSpPr txBox="1"/>
            <p:nvPr/>
          </p:nvSpPr>
          <p:spPr>
            <a:xfrm>
              <a:off x="0" y="0"/>
              <a:ext cx="4103600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sp>
        <p:nvSpPr>
          <p:cNvPr id="575" name="Shape 499"/>
          <p:cNvSpPr/>
          <p:nvPr/>
        </p:nvSpPr>
        <p:spPr>
          <a:xfrm>
            <a:off x="6101133" y="2701471"/>
            <a:ext cx="470125" cy="397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58" y="18166"/>
                </a:moveTo>
                <a:lnTo>
                  <a:pt x="7880" y="19540"/>
                </a:lnTo>
                <a:lnTo>
                  <a:pt x="13719" y="19540"/>
                </a:lnTo>
                <a:lnTo>
                  <a:pt x="13341" y="18166"/>
                </a:lnTo>
                <a:close/>
                <a:moveTo>
                  <a:pt x="3126" y="836"/>
                </a:moveTo>
                <a:lnTo>
                  <a:pt x="3126" y="11592"/>
                </a:lnTo>
                <a:lnTo>
                  <a:pt x="18474" y="11592"/>
                </a:lnTo>
                <a:lnTo>
                  <a:pt x="18474" y="836"/>
                </a:lnTo>
                <a:close/>
                <a:moveTo>
                  <a:pt x="1989" y="0"/>
                </a:moveTo>
                <a:lnTo>
                  <a:pt x="19610" y="0"/>
                </a:lnTo>
                <a:lnTo>
                  <a:pt x="19610" y="12428"/>
                </a:lnTo>
                <a:lnTo>
                  <a:pt x="19614" y="12428"/>
                </a:lnTo>
                <a:lnTo>
                  <a:pt x="21600" y="20495"/>
                </a:lnTo>
                <a:lnTo>
                  <a:pt x="21600" y="21600"/>
                </a:lnTo>
                <a:lnTo>
                  <a:pt x="0" y="21600"/>
                </a:lnTo>
                <a:lnTo>
                  <a:pt x="0" y="20495"/>
                </a:lnTo>
                <a:lnTo>
                  <a:pt x="1986" y="12428"/>
                </a:lnTo>
                <a:lnTo>
                  <a:pt x="1989" y="1242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76" name="Shape 500"/>
          <p:cNvSpPr/>
          <p:nvPr/>
        </p:nvSpPr>
        <p:spPr>
          <a:xfrm>
            <a:off x="7627663" y="2661685"/>
            <a:ext cx="275681" cy="477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017"/>
                </a:moveTo>
                <a:cubicBezTo>
                  <a:pt x="9940" y="19017"/>
                  <a:pt x="9244" y="19419"/>
                  <a:pt x="9244" y="19916"/>
                </a:cubicBezTo>
                <a:cubicBezTo>
                  <a:pt x="9244" y="20413"/>
                  <a:pt x="9940" y="20815"/>
                  <a:pt x="10800" y="20815"/>
                </a:cubicBezTo>
                <a:cubicBezTo>
                  <a:pt x="11660" y="20815"/>
                  <a:pt x="12356" y="20413"/>
                  <a:pt x="12356" y="19916"/>
                </a:cubicBezTo>
                <a:cubicBezTo>
                  <a:pt x="12356" y="19419"/>
                  <a:pt x="11660" y="19017"/>
                  <a:pt x="10800" y="19017"/>
                </a:cubicBezTo>
                <a:close/>
                <a:moveTo>
                  <a:pt x="1661" y="2154"/>
                </a:moveTo>
                <a:lnTo>
                  <a:pt x="1661" y="17996"/>
                </a:lnTo>
                <a:lnTo>
                  <a:pt x="19939" y="17996"/>
                </a:lnTo>
                <a:lnTo>
                  <a:pt x="19939" y="2154"/>
                </a:lnTo>
                <a:close/>
                <a:moveTo>
                  <a:pt x="8308" y="714"/>
                </a:moveTo>
                <a:cubicBezTo>
                  <a:pt x="7964" y="714"/>
                  <a:pt x="7685" y="875"/>
                  <a:pt x="7685" y="1074"/>
                </a:cubicBezTo>
                <a:cubicBezTo>
                  <a:pt x="7685" y="1273"/>
                  <a:pt x="7964" y="1434"/>
                  <a:pt x="8308" y="1434"/>
                </a:cubicBezTo>
                <a:lnTo>
                  <a:pt x="13292" y="1434"/>
                </a:lnTo>
                <a:cubicBezTo>
                  <a:pt x="13636" y="1434"/>
                  <a:pt x="13915" y="1273"/>
                  <a:pt x="13915" y="1074"/>
                </a:cubicBezTo>
                <a:cubicBezTo>
                  <a:pt x="13915" y="875"/>
                  <a:pt x="13636" y="714"/>
                  <a:pt x="13292" y="714"/>
                </a:cubicBezTo>
                <a:close/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931"/>
                  <a:pt x="21600" y="2080"/>
                </a:cubicBezTo>
                <a:lnTo>
                  <a:pt x="21600" y="19520"/>
                </a:lnTo>
                <a:cubicBezTo>
                  <a:pt x="21600" y="20669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20669"/>
                  <a:pt x="0" y="19520"/>
                </a:cubicBezTo>
                <a:lnTo>
                  <a:pt x="0" y="2080"/>
                </a:lnTo>
                <a:cubicBezTo>
                  <a:pt x="0" y="931"/>
                  <a:pt x="1612" y="0"/>
                  <a:pt x="3600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77" name="Shape 501"/>
          <p:cNvSpPr/>
          <p:nvPr/>
        </p:nvSpPr>
        <p:spPr>
          <a:xfrm>
            <a:off x="4737236" y="2661685"/>
            <a:ext cx="339303" cy="477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944" y="20162"/>
                </a:moveTo>
                <a:cubicBezTo>
                  <a:pt x="8664" y="20162"/>
                  <a:pt x="8438" y="20323"/>
                  <a:pt x="8438" y="20522"/>
                </a:cubicBezTo>
                <a:cubicBezTo>
                  <a:pt x="8438" y="20721"/>
                  <a:pt x="8664" y="20882"/>
                  <a:pt x="8944" y="20882"/>
                </a:cubicBezTo>
                <a:lnTo>
                  <a:pt x="12656" y="20882"/>
                </a:lnTo>
                <a:cubicBezTo>
                  <a:pt x="12936" y="20882"/>
                  <a:pt x="13162" y="20721"/>
                  <a:pt x="13162" y="20522"/>
                </a:cubicBezTo>
                <a:cubicBezTo>
                  <a:pt x="13162" y="20323"/>
                  <a:pt x="12936" y="20162"/>
                  <a:pt x="12656" y="20162"/>
                </a:cubicBezTo>
                <a:close/>
                <a:moveTo>
                  <a:pt x="1233" y="1498"/>
                </a:moveTo>
                <a:lnTo>
                  <a:pt x="1233" y="19260"/>
                </a:lnTo>
                <a:lnTo>
                  <a:pt x="20367" y="19260"/>
                </a:lnTo>
                <a:lnTo>
                  <a:pt x="20367" y="1498"/>
                </a:lnTo>
                <a:close/>
                <a:moveTo>
                  <a:pt x="8775" y="490"/>
                </a:moveTo>
                <a:cubicBezTo>
                  <a:pt x="8589" y="490"/>
                  <a:pt x="8438" y="597"/>
                  <a:pt x="8438" y="730"/>
                </a:cubicBezTo>
                <a:cubicBezTo>
                  <a:pt x="8438" y="863"/>
                  <a:pt x="8589" y="970"/>
                  <a:pt x="8775" y="970"/>
                </a:cubicBezTo>
                <a:lnTo>
                  <a:pt x="12825" y="970"/>
                </a:lnTo>
                <a:cubicBezTo>
                  <a:pt x="13011" y="970"/>
                  <a:pt x="13162" y="863"/>
                  <a:pt x="13162" y="730"/>
                </a:cubicBezTo>
                <a:cubicBezTo>
                  <a:pt x="13162" y="597"/>
                  <a:pt x="13011" y="490"/>
                  <a:pt x="12825" y="490"/>
                </a:cubicBezTo>
                <a:close/>
                <a:moveTo>
                  <a:pt x="1456" y="0"/>
                </a:moveTo>
                <a:lnTo>
                  <a:pt x="20144" y="0"/>
                </a:lnTo>
                <a:cubicBezTo>
                  <a:pt x="20948" y="0"/>
                  <a:pt x="21600" y="463"/>
                  <a:pt x="21600" y="1035"/>
                </a:cubicBezTo>
                <a:lnTo>
                  <a:pt x="21600" y="20564"/>
                </a:lnTo>
                <a:cubicBezTo>
                  <a:pt x="21600" y="21136"/>
                  <a:pt x="20948" y="21600"/>
                  <a:pt x="20144" y="21600"/>
                </a:cubicBezTo>
                <a:lnTo>
                  <a:pt x="1456" y="21600"/>
                </a:lnTo>
                <a:cubicBezTo>
                  <a:pt x="652" y="21600"/>
                  <a:pt x="0" y="21136"/>
                  <a:pt x="0" y="20564"/>
                </a:cubicBezTo>
                <a:lnTo>
                  <a:pt x="0" y="1035"/>
                </a:lnTo>
                <a:cubicBezTo>
                  <a:pt x="0" y="463"/>
                  <a:pt x="652" y="0"/>
                  <a:pt x="1456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580" name="Shape 502"/>
          <p:cNvGrpSpPr/>
          <p:nvPr/>
        </p:nvGrpSpPr>
        <p:grpSpPr>
          <a:xfrm>
            <a:off x="4330824" y="3646049"/>
            <a:ext cx="1152128" cy="1126375"/>
            <a:chOff x="0" y="0"/>
            <a:chExt cx="1152127" cy="1126374"/>
          </a:xfrm>
        </p:grpSpPr>
        <p:sp>
          <p:nvSpPr>
            <p:cNvPr id="578" name="Shape 503"/>
            <p:cNvSpPr txBox="1"/>
            <p:nvPr/>
          </p:nvSpPr>
          <p:spPr>
            <a:xfrm>
              <a:off x="0" y="214553"/>
              <a:ext cx="1152128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Replaced with your own text.  </a:t>
              </a:r>
            </a:p>
          </p:txBody>
        </p:sp>
        <p:sp>
          <p:nvSpPr>
            <p:cNvPr id="579" name="Shape 504"/>
            <p:cNvSpPr txBox="1"/>
            <p:nvPr/>
          </p:nvSpPr>
          <p:spPr>
            <a:xfrm>
              <a:off x="0" y="0"/>
              <a:ext cx="115212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583" name="Shape 505"/>
          <p:cNvGrpSpPr/>
          <p:nvPr/>
        </p:nvGrpSpPr>
        <p:grpSpPr>
          <a:xfrm>
            <a:off x="5760130" y="3646049"/>
            <a:ext cx="1152129" cy="1126375"/>
            <a:chOff x="0" y="0"/>
            <a:chExt cx="1152127" cy="1126374"/>
          </a:xfrm>
        </p:grpSpPr>
        <p:sp>
          <p:nvSpPr>
            <p:cNvPr id="581" name="Shape 506"/>
            <p:cNvSpPr txBox="1"/>
            <p:nvPr/>
          </p:nvSpPr>
          <p:spPr>
            <a:xfrm>
              <a:off x="0" y="214553"/>
              <a:ext cx="1152128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Replaced with your own text.  </a:t>
              </a:r>
            </a:p>
          </p:txBody>
        </p:sp>
        <p:sp>
          <p:nvSpPr>
            <p:cNvPr id="582" name="Shape 507"/>
            <p:cNvSpPr txBox="1"/>
            <p:nvPr/>
          </p:nvSpPr>
          <p:spPr>
            <a:xfrm>
              <a:off x="0" y="0"/>
              <a:ext cx="115212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586" name="Shape 508"/>
          <p:cNvGrpSpPr/>
          <p:nvPr/>
        </p:nvGrpSpPr>
        <p:grpSpPr>
          <a:xfrm>
            <a:off x="7189440" y="3646049"/>
            <a:ext cx="1152128" cy="1126375"/>
            <a:chOff x="0" y="0"/>
            <a:chExt cx="1152127" cy="1126374"/>
          </a:xfrm>
        </p:grpSpPr>
        <p:sp>
          <p:nvSpPr>
            <p:cNvPr id="584" name="Shape 509"/>
            <p:cNvSpPr txBox="1"/>
            <p:nvPr/>
          </p:nvSpPr>
          <p:spPr>
            <a:xfrm>
              <a:off x="0" y="214553"/>
              <a:ext cx="1152128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Replaced with your own text.  </a:t>
              </a:r>
            </a:p>
          </p:txBody>
        </p:sp>
        <p:sp>
          <p:nvSpPr>
            <p:cNvPr id="585" name="Shape 510"/>
            <p:cNvSpPr txBox="1"/>
            <p:nvPr/>
          </p:nvSpPr>
          <p:spPr>
            <a:xfrm>
              <a:off x="0" y="0"/>
              <a:ext cx="115212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15"/>
          <p:cNvSpPr/>
          <p:nvPr/>
        </p:nvSpPr>
        <p:spPr>
          <a:xfrm flipV="1">
            <a:off x="3027802" y="2243402"/>
            <a:ext cx="2144971" cy="693148"/>
          </a:xfrm>
          <a:prstGeom prst="line">
            <a:avLst/>
          </a:prstGeom>
          <a:ln w="15875">
            <a:solidFill>
              <a:srgbClr val="A5A5A5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89" name="Shape 516"/>
          <p:cNvSpPr/>
          <p:nvPr/>
        </p:nvSpPr>
        <p:spPr>
          <a:xfrm flipV="1">
            <a:off x="3027802" y="2555381"/>
            <a:ext cx="3459136" cy="381171"/>
          </a:xfrm>
          <a:prstGeom prst="line">
            <a:avLst/>
          </a:prstGeom>
          <a:ln w="15875">
            <a:solidFill>
              <a:srgbClr val="A5A5A5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90" name="Shape 517"/>
          <p:cNvSpPr/>
          <p:nvPr/>
        </p:nvSpPr>
        <p:spPr>
          <a:xfrm>
            <a:off x="3027801" y="2936551"/>
            <a:ext cx="3849229" cy="548442"/>
          </a:xfrm>
          <a:prstGeom prst="line">
            <a:avLst/>
          </a:prstGeom>
          <a:ln w="15875">
            <a:solidFill>
              <a:srgbClr val="A5A5A5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91" name="Shape 518"/>
          <p:cNvSpPr/>
          <p:nvPr/>
        </p:nvSpPr>
        <p:spPr>
          <a:xfrm>
            <a:off x="3027801" y="2936551"/>
            <a:ext cx="2554868" cy="1190326"/>
          </a:xfrm>
          <a:prstGeom prst="line">
            <a:avLst/>
          </a:prstGeom>
          <a:ln w="15875">
            <a:solidFill>
              <a:srgbClr val="A5A5A5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92" name="Shape 519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Infographic </a:t>
            </a:r>
            <a:r>
              <a:rPr>
                <a:solidFill>
                  <a:srgbClr val="3F3F3F"/>
                </a:solidFill>
              </a:rPr>
              <a:t>Layout</a:t>
            </a:r>
          </a:p>
        </p:txBody>
      </p:sp>
      <p:sp>
        <p:nvSpPr>
          <p:cNvPr id="593" name="Shape 520"/>
          <p:cNvSpPr/>
          <p:nvPr/>
        </p:nvSpPr>
        <p:spPr>
          <a:xfrm>
            <a:off x="1773083" y="1765984"/>
            <a:ext cx="2510886" cy="2510886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94" name="Shape 521"/>
          <p:cNvSpPr/>
          <p:nvPr/>
        </p:nvSpPr>
        <p:spPr>
          <a:xfrm>
            <a:off x="715611" y="2125510"/>
            <a:ext cx="1681566" cy="1681565"/>
          </a:xfrm>
          <a:prstGeom prst="ellipse">
            <a:avLst/>
          </a:prstGeom>
          <a:solidFill>
            <a:srgbClr val="FFFFFF"/>
          </a:solidFill>
          <a:ln w="6350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597" name="Shape 522"/>
          <p:cNvGrpSpPr/>
          <p:nvPr/>
        </p:nvGrpSpPr>
        <p:grpSpPr>
          <a:xfrm>
            <a:off x="692860" y="2867538"/>
            <a:ext cx="1727067" cy="1128805"/>
            <a:chOff x="0" y="0"/>
            <a:chExt cx="1727066" cy="1128804"/>
          </a:xfrm>
        </p:grpSpPr>
        <p:sp>
          <p:nvSpPr>
            <p:cNvPr id="595" name="Shape 523"/>
            <p:cNvSpPr txBox="1"/>
            <p:nvPr/>
          </p:nvSpPr>
          <p:spPr>
            <a:xfrm>
              <a:off x="0" y="0"/>
              <a:ext cx="1715400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Add Text</a:t>
              </a:r>
            </a:p>
          </p:txBody>
        </p:sp>
        <p:sp>
          <p:nvSpPr>
            <p:cNvPr id="596" name="Shape 524"/>
            <p:cNvSpPr txBox="1"/>
            <p:nvPr/>
          </p:nvSpPr>
          <p:spPr>
            <a:xfrm>
              <a:off x="11666" y="216983"/>
              <a:ext cx="1715401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/>
            </a:lstStyle>
            <a:p>
              <a:r>
                <a:t>Simple PowerPoint Presentation</a:t>
              </a:r>
            </a:p>
          </p:txBody>
        </p:sp>
      </p:grpSp>
      <p:grpSp>
        <p:nvGrpSpPr>
          <p:cNvPr id="600" name="Shape 525"/>
          <p:cNvGrpSpPr/>
          <p:nvPr/>
        </p:nvGrpSpPr>
        <p:grpSpPr>
          <a:xfrm>
            <a:off x="2239062" y="2933763"/>
            <a:ext cx="1578925" cy="1719278"/>
            <a:chOff x="0" y="-12284"/>
            <a:chExt cx="1578923" cy="1719276"/>
          </a:xfrm>
        </p:grpSpPr>
        <p:sp>
          <p:nvSpPr>
            <p:cNvPr id="598" name="Shape 526"/>
            <p:cNvSpPr txBox="1"/>
            <p:nvPr/>
          </p:nvSpPr>
          <p:spPr>
            <a:xfrm>
              <a:off x="0" y="-12285"/>
              <a:ext cx="1577478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Content  Here</a:t>
              </a:r>
            </a:p>
          </p:txBody>
        </p:sp>
        <p:sp>
          <p:nvSpPr>
            <p:cNvPr id="599" name="Shape 527"/>
            <p:cNvSpPr txBox="1"/>
            <p:nvPr/>
          </p:nvSpPr>
          <p:spPr>
            <a:xfrm>
              <a:off x="7182" y="216052"/>
              <a:ext cx="1571742" cy="1490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/>
            </a:lstStyle>
            <a:p>
              <a:r>
                <a:t>You can simply impress your audience and add a unique zing.</a:t>
              </a:r>
            </a:p>
          </p:txBody>
        </p:sp>
      </p:grpSp>
      <p:sp>
        <p:nvSpPr>
          <p:cNvPr id="601" name="Shape 528"/>
          <p:cNvSpPr/>
          <p:nvPr/>
        </p:nvSpPr>
        <p:spPr>
          <a:xfrm>
            <a:off x="5004048" y="1260000"/>
            <a:ext cx="1152129" cy="1152129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02" name="Shape 529"/>
          <p:cNvSpPr/>
          <p:nvPr/>
        </p:nvSpPr>
        <p:spPr>
          <a:xfrm>
            <a:off x="6314185" y="1548498"/>
            <a:ext cx="1179639" cy="1179639"/>
          </a:xfrm>
          <a:prstGeom prst="ellipse">
            <a:avLst/>
          </a:prstGeom>
          <a:solidFill>
            <a:srgbClr val="FFFFFF"/>
          </a:solidFill>
          <a:ln w="6350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03" name="Shape 530"/>
          <p:cNvSpPr/>
          <p:nvPr/>
        </p:nvSpPr>
        <p:spPr>
          <a:xfrm>
            <a:off x="5582668" y="3624100"/>
            <a:ext cx="1005553" cy="1005553"/>
          </a:xfrm>
          <a:prstGeom prst="ellipse">
            <a:avLst/>
          </a:prstGeom>
          <a:solidFill>
            <a:srgbClr val="FFFFFF"/>
          </a:solidFill>
          <a:ln w="6350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04" name="Shape 531"/>
          <p:cNvSpPr/>
          <p:nvPr/>
        </p:nvSpPr>
        <p:spPr>
          <a:xfrm>
            <a:off x="6877030" y="2693118"/>
            <a:ext cx="1583751" cy="1583751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05" name="Shape 532"/>
          <p:cNvSpPr/>
          <p:nvPr/>
        </p:nvSpPr>
        <p:spPr>
          <a:xfrm>
            <a:off x="2685950" y="2139993"/>
            <a:ext cx="685148" cy="6908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06" name="Shape 533"/>
          <p:cNvSpPr/>
          <p:nvPr/>
        </p:nvSpPr>
        <p:spPr>
          <a:xfrm>
            <a:off x="5370814" y="1675294"/>
            <a:ext cx="418599" cy="321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9015"/>
                </a:moveTo>
                <a:cubicBezTo>
                  <a:pt x="14834" y="9015"/>
                  <a:pt x="16322" y="10952"/>
                  <a:pt x="16322" y="13342"/>
                </a:cubicBezTo>
                <a:cubicBezTo>
                  <a:pt x="16322" y="15731"/>
                  <a:pt x="14834" y="17668"/>
                  <a:pt x="12998" y="17668"/>
                </a:cubicBezTo>
                <a:cubicBezTo>
                  <a:pt x="11163" y="17668"/>
                  <a:pt x="9675" y="15731"/>
                  <a:pt x="9675" y="13342"/>
                </a:cubicBezTo>
                <a:cubicBezTo>
                  <a:pt x="9675" y="10952"/>
                  <a:pt x="11163" y="9015"/>
                  <a:pt x="12998" y="9015"/>
                </a:cubicBezTo>
                <a:close/>
                <a:moveTo>
                  <a:pt x="12998" y="7305"/>
                </a:moveTo>
                <a:cubicBezTo>
                  <a:pt x="10437" y="7305"/>
                  <a:pt x="8362" y="10008"/>
                  <a:pt x="8362" y="13342"/>
                </a:cubicBezTo>
                <a:cubicBezTo>
                  <a:pt x="8362" y="16675"/>
                  <a:pt x="10437" y="19378"/>
                  <a:pt x="12998" y="19378"/>
                </a:cubicBezTo>
                <a:cubicBezTo>
                  <a:pt x="15559" y="19378"/>
                  <a:pt x="17635" y="16675"/>
                  <a:pt x="17635" y="13342"/>
                </a:cubicBezTo>
                <a:cubicBezTo>
                  <a:pt x="17635" y="10008"/>
                  <a:pt x="15559" y="7305"/>
                  <a:pt x="12998" y="7305"/>
                </a:cubicBezTo>
                <a:close/>
                <a:moveTo>
                  <a:pt x="7539" y="5964"/>
                </a:moveTo>
                <a:lnTo>
                  <a:pt x="7539" y="7325"/>
                </a:lnTo>
                <a:lnTo>
                  <a:pt x="9003" y="7325"/>
                </a:lnTo>
                <a:lnTo>
                  <a:pt x="9003" y="5964"/>
                </a:lnTo>
                <a:close/>
                <a:moveTo>
                  <a:pt x="17528" y="5527"/>
                </a:moveTo>
                <a:lnTo>
                  <a:pt x="17528" y="7325"/>
                </a:lnTo>
                <a:lnTo>
                  <a:pt x="20343" y="7325"/>
                </a:lnTo>
                <a:lnTo>
                  <a:pt x="20343" y="5527"/>
                </a:lnTo>
                <a:close/>
                <a:moveTo>
                  <a:pt x="10802" y="955"/>
                </a:moveTo>
                <a:lnTo>
                  <a:pt x="10802" y="3820"/>
                </a:lnTo>
                <a:lnTo>
                  <a:pt x="15195" y="3820"/>
                </a:lnTo>
                <a:lnTo>
                  <a:pt x="15195" y="955"/>
                </a:lnTo>
                <a:close/>
                <a:moveTo>
                  <a:pt x="9845" y="0"/>
                </a:moveTo>
                <a:lnTo>
                  <a:pt x="16151" y="0"/>
                </a:lnTo>
                <a:cubicBezTo>
                  <a:pt x="16493" y="0"/>
                  <a:pt x="16769" y="360"/>
                  <a:pt x="16769" y="804"/>
                </a:cubicBezTo>
                <a:lnTo>
                  <a:pt x="16769" y="3820"/>
                </a:lnTo>
                <a:lnTo>
                  <a:pt x="19880" y="3820"/>
                </a:lnTo>
                <a:cubicBezTo>
                  <a:pt x="20830" y="3820"/>
                  <a:pt x="21600" y="4823"/>
                  <a:pt x="21600" y="6059"/>
                </a:cubicBezTo>
                <a:lnTo>
                  <a:pt x="21600" y="19360"/>
                </a:lnTo>
                <a:cubicBezTo>
                  <a:pt x="21600" y="20597"/>
                  <a:pt x="20830" y="21600"/>
                  <a:pt x="19880" y="21600"/>
                </a:cubicBezTo>
                <a:lnTo>
                  <a:pt x="1720" y="21600"/>
                </a:lnTo>
                <a:cubicBezTo>
                  <a:pt x="770" y="21600"/>
                  <a:pt x="0" y="20597"/>
                  <a:pt x="0" y="19360"/>
                </a:cubicBezTo>
                <a:lnTo>
                  <a:pt x="0" y="6059"/>
                </a:lnTo>
                <a:cubicBezTo>
                  <a:pt x="0" y="4823"/>
                  <a:pt x="770" y="3820"/>
                  <a:pt x="1720" y="3820"/>
                </a:cubicBezTo>
                <a:lnTo>
                  <a:pt x="2081" y="3820"/>
                </a:lnTo>
                <a:lnTo>
                  <a:pt x="2081" y="2763"/>
                </a:lnTo>
                <a:cubicBezTo>
                  <a:pt x="2081" y="2541"/>
                  <a:pt x="2220" y="2361"/>
                  <a:pt x="2390" y="2361"/>
                </a:cubicBezTo>
                <a:lnTo>
                  <a:pt x="5543" y="2361"/>
                </a:lnTo>
                <a:cubicBezTo>
                  <a:pt x="5714" y="2361"/>
                  <a:pt x="5853" y="2541"/>
                  <a:pt x="5853" y="2763"/>
                </a:cubicBezTo>
                <a:lnTo>
                  <a:pt x="5853" y="3820"/>
                </a:lnTo>
                <a:lnTo>
                  <a:pt x="9227" y="3820"/>
                </a:lnTo>
                <a:lnTo>
                  <a:pt x="9227" y="804"/>
                </a:lnTo>
                <a:cubicBezTo>
                  <a:pt x="9227" y="360"/>
                  <a:pt x="9504" y="0"/>
                  <a:pt x="9845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07" name="Shape 534"/>
          <p:cNvSpPr/>
          <p:nvPr/>
        </p:nvSpPr>
        <p:spPr>
          <a:xfrm>
            <a:off x="7471453" y="2920040"/>
            <a:ext cx="394905" cy="3407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79" y="4730"/>
                </a:moveTo>
                <a:cubicBezTo>
                  <a:pt x="4075" y="4730"/>
                  <a:pt x="3667" y="5203"/>
                  <a:pt x="3667" y="5787"/>
                </a:cubicBezTo>
                <a:cubicBezTo>
                  <a:pt x="3667" y="6371"/>
                  <a:pt x="4075" y="6845"/>
                  <a:pt x="4579" y="6845"/>
                </a:cubicBezTo>
                <a:cubicBezTo>
                  <a:pt x="5083" y="6845"/>
                  <a:pt x="5491" y="6371"/>
                  <a:pt x="5491" y="5787"/>
                </a:cubicBezTo>
                <a:cubicBezTo>
                  <a:pt x="5491" y="5203"/>
                  <a:pt x="5083" y="4730"/>
                  <a:pt x="4579" y="4730"/>
                </a:cubicBezTo>
                <a:close/>
                <a:moveTo>
                  <a:pt x="10583" y="2174"/>
                </a:moveTo>
                <a:cubicBezTo>
                  <a:pt x="9547" y="2174"/>
                  <a:pt x="8707" y="3147"/>
                  <a:pt x="8707" y="4348"/>
                </a:cubicBezTo>
                <a:cubicBezTo>
                  <a:pt x="8707" y="5549"/>
                  <a:pt x="9547" y="6522"/>
                  <a:pt x="10583" y="6522"/>
                </a:cubicBezTo>
                <a:cubicBezTo>
                  <a:pt x="11620" y="6522"/>
                  <a:pt x="12460" y="5549"/>
                  <a:pt x="12460" y="4348"/>
                </a:cubicBezTo>
                <a:cubicBezTo>
                  <a:pt x="12460" y="3147"/>
                  <a:pt x="11620" y="2174"/>
                  <a:pt x="10583" y="2174"/>
                </a:cubicBezTo>
                <a:close/>
                <a:moveTo>
                  <a:pt x="10583" y="0"/>
                </a:moveTo>
                <a:cubicBezTo>
                  <a:pt x="12656" y="0"/>
                  <a:pt x="14336" y="1947"/>
                  <a:pt x="14336" y="4348"/>
                </a:cubicBezTo>
                <a:cubicBezTo>
                  <a:pt x="14336" y="6073"/>
                  <a:pt x="13469" y="7563"/>
                  <a:pt x="12207" y="8252"/>
                </a:cubicBezTo>
                <a:lnTo>
                  <a:pt x="14771" y="8252"/>
                </a:lnTo>
                <a:cubicBezTo>
                  <a:pt x="15832" y="8252"/>
                  <a:pt x="16691" y="9248"/>
                  <a:pt x="16691" y="10477"/>
                </a:cubicBezTo>
                <a:lnTo>
                  <a:pt x="16691" y="11394"/>
                </a:lnTo>
                <a:lnTo>
                  <a:pt x="17707" y="11394"/>
                </a:lnTo>
                <a:cubicBezTo>
                  <a:pt x="17949" y="11394"/>
                  <a:pt x="18152" y="11591"/>
                  <a:pt x="18193" y="11856"/>
                </a:cubicBezTo>
                <a:lnTo>
                  <a:pt x="21600" y="8573"/>
                </a:lnTo>
                <a:lnTo>
                  <a:pt x="21600" y="21279"/>
                </a:lnTo>
                <a:lnTo>
                  <a:pt x="18193" y="17996"/>
                </a:lnTo>
                <a:cubicBezTo>
                  <a:pt x="18152" y="18262"/>
                  <a:pt x="17949" y="18458"/>
                  <a:pt x="17707" y="18458"/>
                </a:cubicBezTo>
                <a:lnTo>
                  <a:pt x="16691" y="18458"/>
                </a:lnTo>
                <a:lnTo>
                  <a:pt x="16691" y="19375"/>
                </a:lnTo>
                <a:cubicBezTo>
                  <a:pt x="16691" y="20604"/>
                  <a:pt x="15832" y="21600"/>
                  <a:pt x="14771" y="21600"/>
                </a:cubicBezTo>
                <a:lnTo>
                  <a:pt x="1920" y="21600"/>
                </a:lnTo>
                <a:cubicBezTo>
                  <a:pt x="860" y="21600"/>
                  <a:pt x="0" y="20604"/>
                  <a:pt x="0" y="19375"/>
                </a:cubicBezTo>
                <a:lnTo>
                  <a:pt x="0" y="10477"/>
                </a:lnTo>
                <a:cubicBezTo>
                  <a:pt x="0" y="9248"/>
                  <a:pt x="860" y="8252"/>
                  <a:pt x="1920" y="8252"/>
                </a:cubicBezTo>
                <a:lnTo>
                  <a:pt x="3630" y="8252"/>
                </a:lnTo>
                <a:cubicBezTo>
                  <a:pt x="2814" y="7835"/>
                  <a:pt x="2246" y="6888"/>
                  <a:pt x="2246" y="5787"/>
                </a:cubicBezTo>
                <a:cubicBezTo>
                  <a:pt x="2246" y="4294"/>
                  <a:pt x="3291" y="3084"/>
                  <a:pt x="4579" y="3084"/>
                </a:cubicBezTo>
                <a:cubicBezTo>
                  <a:pt x="5867" y="3084"/>
                  <a:pt x="6912" y="4294"/>
                  <a:pt x="6912" y="5787"/>
                </a:cubicBezTo>
                <a:cubicBezTo>
                  <a:pt x="6912" y="6888"/>
                  <a:pt x="6344" y="7835"/>
                  <a:pt x="5528" y="8252"/>
                </a:cubicBezTo>
                <a:lnTo>
                  <a:pt x="8959" y="8252"/>
                </a:lnTo>
                <a:cubicBezTo>
                  <a:pt x="7697" y="7563"/>
                  <a:pt x="6831" y="6073"/>
                  <a:pt x="6831" y="4348"/>
                </a:cubicBezTo>
                <a:cubicBezTo>
                  <a:pt x="6831" y="1947"/>
                  <a:pt x="8511" y="0"/>
                  <a:pt x="1058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610" name="Shape 535"/>
          <p:cNvGrpSpPr/>
          <p:nvPr/>
        </p:nvGrpSpPr>
        <p:grpSpPr>
          <a:xfrm>
            <a:off x="6805372" y="3358781"/>
            <a:ext cx="1727067" cy="1128805"/>
            <a:chOff x="0" y="0"/>
            <a:chExt cx="1727066" cy="1128804"/>
          </a:xfrm>
        </p:grpSpPr>
        <p:sp>
          <p:nvSpPr>
            <p:cNvPr id="608" name="Shape 536"/>
            <p:cNvSpPr txBox="1"/>
            <p:nvPr/>
          </p:nvSpPr>
          <p:spPr>
            <a:xfrm>
              <a:off x="0" y="0"/>
              <a:ext cx="1715400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Add Text</a:t>
              </a:r>
            </a:p>
          </p:txBody>
        </p:sp>
        <p:sp>
          <p:nvSpPr>
            <p:cNvPr id="609" name="Shape 537"/>
            <p:cNvSpPr txBox="1"/>
            <p:nvPr/>
          </p:nvSpPr>
          <p:spPr>
            <a:xfrm>
              <a:off x="11666" y="216983"/>
              <a:ext cx="1715401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Simple PowerPoint Presentation</a:t>
              </a:r>
            </a:p>
          </p:txBody>
        </p:sp>
      </p:grpSp>
      <p:sp>
        <p:nvSpPr>
          <p:cNvPr id="611" name="Shape 538"/>
          <p:cNvSpPr/>
          <p:nvPr/>
        </p:nvSpPr>
        <p:spPr>
          <a:xfrm>
            <a:off x="5786966" y="3940547"/>
            <a:ext cx="596963" cy="3511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78" y="0"/>
                </a:moveTo>
                <a:cubicBezTo>
                  <a:pt x="10381" y="0"/>
                  <a:pt x="11710" y="1263"/>
                  <a:pt x="12452" y="3279"/>
                </a:cubicBezTo>
                <a:cubicBezTo>
                  <a:pt x="12920" y="2554"/>
                  <a:pt x="13545" y="2158"/>
                  <a:pt x="14226" y="2158"/>
                </a:cubicBezTo>
                <a:cubicBezTo>
                  <a:pt x="15703" y="2158"/>
                  <a:pt x="16923" y="4026"/>
                  <a:pt x="17062" y="6461"/>
                </a:cubicBezTo>
                <a:cubicBezTo>
                  <a:pt x="17088" y="6435"/>
                  <a:pt x="17114" y="6434"/>
                  <a:pt x="17140" y="6434"/>
                </a:cubicBezTo>
                <a:cubicBezTo>
                  <a:pt x="19603" y="6434"/>
                  <a:pt x="21600" y="9829"/>
                  <a:pt x="21600" y="14017"/>
                </a:cubicBezTo>
                <a:cubicBezTo>
                  <a:pt x="21600" y="17971"/>
                  <a:pt x="19820" y="21218"/>
                  <a:pt x="17547" y="21565"/>
                </a:cubicBezTo>
                <a:lnTo>
                  <a:pt x="17547" y="21600"/>
                </a:lnTo>
                <a:lnTo>
                  <a:pt x="4978" y="21600"/>
                </a:lnTo>
                <a:lnTo>
                  <a:pt x="4978" y="21543"/>
                </a:lnTo>
                <a:cubicBezTo>
                  <a:pt x="4808" y="21583"/>
                  <a:pt x="4635" y="21600"/>
                  <a:pt x="4460" y="21600"/>
                </a:cubicBezTo>
                <a:cubicBezTo>
                  <a:pt x="1997" y="21600"/>
                  <a:pt x="0" y="18205"/>
                  <a:pt x="0" y="14017"/>
                </a:cubicBezTo>
                <a:cubicBezTo>
                  <a:pt x="0" y="9829"/>
                  <a:pt x="1997" y="6434"/>
                  <a:pt x="4460" y="6434"/>
                </a:cubicBezTo>
                <a:lnTo>
                  <a:pt x="4551" y="6466"/>
                </a:lnTo>
                <a:cubicBezTo>
                  <a:pt x="4791" y="2797"/>
                  <a:pt x="6643" y="0"/>
                  <a:pt x="8878" y="0"/>
                </a:cubicBez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12" name="Shape 539"/>
          <p:cNvSpPr/>
          <p:nvPr/>
        </p:nvSpPr>
        <p:spPr>
          <a:xfrm rot="2700000">
            <a:off x="1405268" y="2389067"/>
            <a:ext cx="302255" cy="54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12296" y="26"/>
                  <a:pt x="13869" y="651"/>
                  <a:pt x="14004" y="1665"/>
                </a:cubicBezTo>
                <a:cubicBezTo>
                  <a:pt x="14352" y="2941"/>
                  <a:pt x="12417" y="3255"/>
                  <a:pt x="12966" y="4789"/>
                </a:cubicBezTo>
                <a:lnTo>
                  <a:pt x="21600" y="4789"/>
                </a:lnTo>
                <a:lnTo>
                  <a:pt x="21600" y="9598"/>
                </a:lnTo>
                <a:cubicBezTo>
                  <a:pt x="18932" y="9873"/>
                  <a:pt x="18357" y="8821"/>
                  <a:pt x="16095" y="9012"/>
                </a:cubicBezTo>
                <a:cubicBezTo>
                  <a:pt x="14277" y="9088"/>
                  <a:pt x="13156" y="9965"/>
                  <a:pt x="13110" y="10796"/>
                </a:cubicBezTo>
                <a:cubicBezTo>
                  <a:pt x="13141" y="11525"/>
                  <a:pt x="14300" y="12602"/>
                  <a:pt x="16464" y="12611"/>
                </a:cubicBezTo>
                <a:cubicBezTo>
                  <a:pt x="19082" y="12461"/>
                  <a:pt x="18698" y="11744"/>
                  <a:pt x="21600" y="11809"/>
                </a:cubicBezTo>
                <a:lnTo>
                  <a:pt x="21600" y="16837"/>
                </a:lnTo>
                <a:lnTo>
                  <a:pt x="12611" y="16837"/>
                </a:lnTo>
                <a:cubicBezTo>
                  <a:pt x="12479" y="18485"/>
                  <a:pt x="13776" y="18260"/>
                  <a:pt x="14046" y="19729"/>
                </a:cubicBezTo>
                <a:cubicBezTo>
                  <a:pt x="14031" y="20937"/>
                  <a:pt x="12100" y="21583"/>
                  <a:pt x="10793" y="21600"/>
                </a:cubicBezTo>
                <a:cubicBezTo>
                  <a:pt x="9304" y="21574"/>
                  <a:pt x="7731" y="20949"/>
                  <a:pt x="7595" y="19935"/>
                </a:cubicBezTo>
                <a:cubicBezTo>
                  <a:pt x="7250" y="18666"/>
                  <a:pt x="9161" y="18348"/>
                  <a:pt x="8639" y="16837"/>
                </a:cubicBezTo>
                <a:lnTo>
                  <a:pt x="0" y="16837"/>
                </a:lnTo>
                <a:lnTo>
                  <a:pt x="0" y="11893"/>
                </a:lnTo>
                <a:cubicBezTo>
                  <a:pt x="2766" y="11581"/>
                  <a:pt x="3326" y="12666"/>
                  <a:pt x="5619" y="12471"/>
                </a:cubicBezTo>
                <a:cubicBezTo>
                  <a:pt x="7437" y="12396"/>
                  <a:pt x="8558" y="11519"/>
                  <a:pt x="8604" y="10688"/>
                </a:cubicBezTo>
                <a:cubicBezTo>
                  <a:pt x="8574" y="9959"/>
                  <a:pt x="7415" y="8882"/>
                  <a:pt x="5251" y="8873"/>
                </a:cubicBezTo>
                <a:cubicBezTo>
                  <a:pt x="2598" y="9025"/>
                  <a:pt x="3027" y="9758"/>
                  <a:pt x="0" y="9673"/>
                </a:cubicBezTo>
                <a:lnTo>
                  <a:pt x="0" y="4789"/>
                </a:lnTo>
                <a:lnTo>
                  <a:pt x="8988" y="4789"/>
                </a:lnTo>
                <a:cubicBezTo>
                  <a:pt x="9135" y="3112"/>
                  <a:pt x="7825" y="3347"/>
                  <a:pt x="7553" y="1870"/>
                </a:cubicBezTo>
                <a:cubicBezTo>
                  <a:pt x="7569" y="663"/>
                  <a:pt x="9499" y="17"/>
                  <a:pt x="10807" y="0"/>
                </a:cubicBez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13" name="Shape 540"/>
          <p:cNvSpPr/>
          <p:nvPr/>
        </p:nvSpPr>
        <p:spPr>
          <a:xfrm>
            <a:off x="6714270" y="1948082"/>
            <a:ext cx="406438" cy="3804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5" name="Shape 545"/>
          <p:cNvGraphicFramePr/>
          <p:nvPr/>
        </p:nvGraphicFramePr>
        <p:xfrm>
          <a:off x="719998" y="1632286"/>
          <a:ext cx="7704000" cy="1975825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284000"/>
                <a:gridCol w="1284000"/>
                <a:gridCol w="1284000"/>
                <a:gridCol w="1284000"/>
                <a:gridCol w="1284000"/>
                <a:gridCol w="1284000"/>
              </a:tblGrid>
              <a:tr h="316825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Tittle A</a:t>
                      </a:r>
                    </a:p>
                  </a:txBody>
                  <a:tcPr marL="45725" marR="45725" marT="45725" marB="45725" anchor="ctr" horzOverflow="overflow">
                    <a:lnL w="12700">
                      <a:solidFill>
                        <a:srgbClr val="0DD2D9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Tittle B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Tittle C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Tittle D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Tittle 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Tittle F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0DD2D9">
                        <a:alpha val="69803"/>
                      </a:srgbClr>
                    </a:solidFill>
                  </a:tcPr>
                </a:tc>
              </a:tr>
              <a:tr h="331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28575">
                      <a:solidFill>
                        <a:srgbClr val="0D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28575">
                      <a:solidFill>
                        <a:srgbClr val="0D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28575">
                      <a:solidFill>
                        <a:srgbClr val="0D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28575">
                      <a:solidFill>
                        <a:srgbClr val="0D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 w="28575">
                      <a:solidFill>
                        <a:srgbClr val="FFFFFF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28575">
                      <a:solidFill>
                        <a:srgbClr val="0DD2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F3F3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28575">
                      <a:solidFill>
                        <a:srgbClr val="FFFFFF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28575">
                      <a:solidFill>
                        <a:srgbClr val="0DD2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6" name="Shape 546"/>
          <p:cNvSpPr txBox="1"/>
          <p:nvPr/>
        </p:nvSpPr>
        <p:spPr>
          <a:xfrm>
            <a:off x="879253" y="3959821"/>
            <a:ext cx="7380394" cy="91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This text can be replaced with your own text. This text can be replaced with your own text. You can simply impress your audience and add a unique zing and appeal to your Reports and Presentations with our Templates. </a:t>
            </a:r>
          </a:p>
        </p:txBody>
      </p:sp>
      <p:sp>
        <p:nvSpPr>
          <p:cNvPr id="617" name="Shape 547"/>
          <p:cNvSpPr/>
          <p:nvPr/>
        </p:nvSpPr>
        <p:spPr>
          <a:xfrm>
            <a:off x="792198" y="3880973"/>
            <a:ext cx="7596001" cy="1"/>
          </a:xfrm>
          <a:prstGeom prst="line">
            <a:avLst/>
          </a:prstGeom>
          <a:ln w="19050">
            <a:solidFill>
              <a:srgbClr val="BFBFBF"/>
            </a:solidFill>
            <a:prstDash val="dot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18" name="Shape 548"/>
          <p:cNvSpPr/>
          <p:nvPr/>
        </p:nvSpPr>
        <p:spPr>
          <a:xfrm>
            <a:off x="792198" y="4686270"/>
            <a:ext cx="7596001" cy="1"/>
          </a:xfrm>
          <a:prstGeom prst="line">
            <a:avLst/>
          </a:prstGeom>
          <a:ln w="19050">
            <a:solidFill>
              <a:srgbClr val="BFBFBF"/>
            </a:solidFill>
            <a:prstDash val="dot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19" name="Shape 549"/>
          <p:cNvSpPr txBox="1"/>
          <p:nvPr/>
        </p:nvSpPr>
        <p:spPr>
          <a:xfrm>
            <a:off x="729853" y="1288032"/>
            <a:ext cx="1897932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marL="326571" indent="-326571">
              <a:buClr>
                <a:srgbClr val="3F3F3F"/>
              </a:buClr>
              <a:buSzPct val="100000"/>
              <a:buFont typeface="Helvetica"/>
              <a:buChar char="◆"/>
            </a:lvl1pPr>
          </a:lstStyle>
          <a:p>
            <a:r>
              <a:t>Your Text Here</a:t>
            </a:r>
          </a:p>
        </p:txBody>
      </p:sp>
      <p:sp>
        <p:nvSpPr>
          <p:cNvPr id="620" name="Shape 550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Table </a:t>
            </a:r>
            <a:r>
              <a:rPr>
                <a:solidFill>
                  <a:srgbClr val="3F3F3F"/>
                </a:solidFill>
              </a:rPr>
              <a:t>Layout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Shape 555"/>
          <p:cNvSpPr txBox="1"/>
          <p:nvPr/>
        </p:nvSpPr>
        <p:spPr>
          <a:xfrm>
            <a:off x="467543" y="595753"/>
            <a:ext cx="1763767" cy="935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>
              <a:lnSpc>
                <a:spcPct val="110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t>Simple </a:t>
            </a:r>
            <a:r>
              <a:rPr>
                <a:solidFill>
                  <a:srgbClr val="0DD2D9"/>
                </a:solidFill>
              </a:rPr>
              <a:t>Presentation</a:t>
            </a:r>
            <a:r>
              <a:t> Designed</a:t>
            </a:r>
          </a:p>
        </p:txBody>
      </p:sp>
      <p:sp>
        <p:nvSpPr>
          <p:cNvPr id="623" name="Shape 556"/>
          <p:cNvSpPr txBox="1"/>
          <p:nvPr/>
        </p:nvSpPr>
        <p:spPr>
          <a:xfrm>
            <a:off x="467542" y="1674908"/>
            <a:ext cx="1619752" cy="2938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This PowerPoint Template has clean and neutral design that can be adapted to any content and meets various market segments. </a:t>
            </a:r>
          </a:p>
        </p:txBody>
      </p:sp>
      <p:sp>
        <p:nvSpPr>
          <p:cNvPr id="624" name="Shape 557"/>
          <p:cNvSpPr txBox="1"/>
          <p:nvPr/>
        </p:nvSpPr>
        <p:spPr>
          <a:xfrm>
            <a:off x="6912688" y="2213170"/>
            <a:ext cx="1763768" cy="935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 algn="r">
              <a:lnSpc>
                <a:spcPct val="110000"/>
              </a:lnSpc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t>Simple </a:t>
            </a:r>
            <a:r>
              <a:rPr>
                <a:solidFill>
                  <a:srgbClr val="0DD2D9"/>
                </a:solidFill>
              </a:rPr>
              <a:t>Presentation</a:t>
            </a:r>
            <a:r>
              <a:t> Designed</a:t>
            </a:r>
          </a:p>
        </p:txBody>
      </p:sp>
      <p:sp>
        <p:nvSpPr>
          <p:cNvPr id="625" name="Shape 558"/>
          <p:cNvSpPr txBox="1"/>
          <p:nvPr/>
        </p:nvSpPr>
        <p:spPr>
          <a:xfrm>
            <a:off x="7056704" y="3292326"/>
            <a:ext cx="1619751" cy="2938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/>
          </a:lstStyle>
          <a:p>
            <a:r>
              <a:t>This PowerPoint Template has clean and neutral design that can be adapted to any content and meets various market segments. </a:t>
            </a:r>
          </a:p>
        </p:txBody>
      </p:sp>
      <p:grpSp>
        <p:nvGrpSpPr>
          <p:cNvPr id="628" name="Shape 559"/>
          <p:cNvGrpSpPr/>
          <p:nvPr/>
        </p:nvGrpSpPr>
        <p:grpSpPr>
          <a:xfrm>
            <a:off x="2411758" y="-1"/>
            <a:ext cx="2160001" cy="3960002"/>
            <a:chOff x="0" y="0"/>
            <a:chExt cx="2159999" cy="3960000"/>
          </a:xfrm>
        </p:grpSpPr>
        <p:sp>
          <p:nvSpPr>
            <p:cNvPr id="626" name="직사각형"/>
            <p:cNvSpPr/>
            <p:nvPr/>
          </p:nvSpPr>
          <p:spPr>
            <a:xfrm>
              <a:off x="0" y="0"/>
              <a:ext cx="2160000" cy="3960001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627" name="image17.jpeg" descr="image17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8158" t="1184" r="56271" b="1042"/>
            <a:stretch>
              <a:fillRect/>
            </a:stretch>
          </p:blipFill>
          <p:spPr>
            <a:xfrm>
              <a:off x="0" y="-1"/>
              <a:ext cx="2160000" cy="39600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631" name="Shape 560"/>
          <p:cNvGrpSpPr/>
          <p:nvPr/>
        </p:nvGrpSpPr>
        <p:grpSpPr>
          <a:xfrm>
            <a:off x="4572239" y="1183500"/>
            <a:ext cx="2160001" cy="3960001"/>
            <a:chOff x="0" y="0"/>
            <a:chExt cx="2159999" cy="3960000"/>
          </a:xfrm>
        </p:grpSpPr>
        <p:sp>
          <p:nvSpPr>
            <p:cNvPr id="629" name="직사각형"/>
            <p:cNvSpPr/>
            <p:nvPr/>
          </p:nvSpPr>
          <p:spPr>
            <a:xfrm>
              <a:off x="0" y="0"/>
              <a:ext cx="2160000" cy="3960001"/>
            </a:xfrm>
            <a:prstGeom prst="rect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630" name="image16.jpeg" descr="image16.jpe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29536" r="29534"/>
            <a:stretch>
              <a:fillRect/>
            </a:stretch>
          </p:blipFill>
          <p:spPr>
            <a:xfrm>
              <a:off x="0" y="0"/>
              <a:ext cx="2160000" cy="3960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565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Table </a:t>
            </a:r>
            <a:r>
              <a:rPr>
                <a:solidFill>
                  <a:srgbClr val="3F3F3F"/>
                </a:solidFill>
              </a:rPr>
              <a:t>&amp; </a:t>
            </a:r>
            <a:r>
              <a:t>Chart</a:t>
            </a:r>
          </a:p>
        </p:txBody>
      </p:sp>
      <p:sp>
        <p:nvSpPr>
          <p:cNvPr id="634" name="Shape 566"/>
          <p:cNvSpPr txBox="1"/>
          <p:nvPr/>
        </p:nvSpPr>
        <p:spPr>
          <a:xfrm>
            <a:off x="4780791" y="1275604"/>
            <a:ext cx="1663416" cy="586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marL="228600" indent="-228600">
              <a:buClr>
                <a:srgbClr val="3F3F3F"/>
              </a:buClr>
              <a:buSzPct val="100000"/>
              <a:buFont typeface="Helvetica"/>
              <a:buChar char="◆"/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Your Text  Here</a:t>
            </a:r>
          </a:p>
        </p:txBody>
      </p:sp>
      <p:graphicFrame>
        <p:nvGraphicFramePr>
          <p:cNvPr id="635" name="Shape 567"/>
          <p:cNvGraphicFramePr/>
          <p:nvPr/>
        </p:nvGraphicFramePr>
        <p:xfrm>
          <a:off x="4788025" y="1603587"/>
          <a:ext cx="3652949" cy="161625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043699"/>
                <a:gridCol w="869750"/>
                <a:gridCol w="869750"/>
                <a:gridCol w="869750"/>
              </a:tblGrid>
              <a:tr h="32325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endParaRPr/>
                    </a:p>
                  </a:txBody>
                  <a:tcPr marL="45725" marR="45725" marT="45725" marB="45725" anchor="ctr" horzOverflow="overflow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BFBFBF"/>
                    </a:solidFill>
                  </a:tcPr>
                </a:tc>
              </a:tr>
              <a:tr h="3232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36" name="Shape 568"/>
          <p:cNvSpPr txBox="1"/>
          <p:nvPr/>
        </p:nvSpPr>
        <p:spPr>
          <a:xfrm>
            <a:off x="699299" y="1275604"/>
            <a:ext cx="1663415" cy="586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marL="228600" indent="-228600">
              <a:buClr>
                <a:srgbClr val="3F3F3F"/>
              </a:buClr>
              <a:buSzPct val="100000"/>
              <a:buFont typeface="Helvetica"/>
              <a:buChar char="◆"/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Your Text  Here</a:t>
            </a:r>
          </a:p>
        </p:txBody>
      </p:sp>
      <p:graphicFrame>
        <p:nvGraphicFramePr>
          <p:cNvPr id="637" name="Shape 569"/>
          <p:cNvGraphicFramePr/>
          <p:nvPr/>
        </p:nvGraphicFramePr>
        <p:xfrm>
          <a:off x="706532" y="1603587"/>
          <a:ext cx="3652949" cy="161625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043699"/>
                <a:gridCol w="869750"/>
                <a:gridCol w="869750"/>
                <a:gridCol w="869750"/>
              </a:tblGrid>
              <a:tr h="32325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endParaRPr/>
                    </a:p>
                  </a:txBody>
                  <a:tcPr marL="45725" marR="45725" marT="45725" marB="45725" anchor="ctr" horzOverflow="overflow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BFBFBF"/>
                    </a:solidFill>
                  </a:tcPr>
                </a:tc>
              </a:tr>
              <a:tr h="3232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</a:tr>
              <a:tr h="3232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595959"/>
                          </a:solidFill>
                        </a:rPr>
                        <a:t>Text</a:t>
                      </a:r>
                    </a:p>
                  </a:txBody>
                  <a:tcPr marL="45725" marR="45725" marT="45725" marB="45725" anchor="ctr" horzOverflow="overflow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pSp>
        <p:nvGrpSpPr>
          <p:cNvPr id="642" name="Shape 570"/>
          <p:cNvGrpSpPr/>
          <p:nvPr/>
        </p:nvGrpSpPr>
        <p:grpSpPr>
          <a:xfrm>
            <a:off x="683568" y="3507604"/>
            <a:ext cx="854570" cy="1063681"/>
            <a:chOff x="0" y="0"/>
            <a:chExt cx="854568" cy="1063679"/>
          </a:xfrm>
        </p:grpSpPr>
        <p:sp>
          <p:nvSpPr>
            <p:cNvPr id="638" name="Shape 571"/>
            <p:cNvSpPr txBox="1"/>
            <p:nvPr/>
          </p:nvSpPr>
          <p:spPr>
            <a:xfrm>
              <a:off x="3399" y="0"/>
              <a:ext cx="851170" cy="243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/>
              </a:lvl1pPr>
            </a:lstStyle>
            <a:p>
              <a:r>
                <a:t>Contents A </a:t>
              </a:r>
            </a:p>
          </p:txBody>
        </p:sp>
        <p:sp>
          <p:nvSpPr>
            <p:cNvPr id="639" name="Shape 572"/>
            <p:cNvSpPr txBox="1"/>
            <p:nvPr/>
          </p:nvSpPr>
          <p:spPr>
            <a:xfrm>
              <a:off x="0" y="273293"/>
              <a:ext cx="85116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/>
              </a:lvl1pPr>
            </a:lstStyle>
            <a:p>
              <a:r>
                <a:t>Contents B </a:t>
              </a:r>
            </a:p>
          </p:txBody>
        </p:sp>
        <p:sp>
          <p:nvSpPr>
            <p:cNvPr id="640" name="Shape 573"/>
            <p:cNvSpPr txBox="1"/>
            <p:nvPr/>
          </p:nvSpPr>
          <p:spPr>
            <a:xfrm>
              <a:off x="0" y="546586"/>
              <a:ext cx="85116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/>
              </a:lvl1pPr>
            </a:lstStyle>
            <a:p>
              <a:r>
                <a:t>Contents C </a:t>
              </a:r>
            </a:p>
          </p:txBody>
        </p:sp>
        <p:sp>
          <p:nvSpPr>
            <p:cNvPr id="641" name="Shape 574"/>
            <p:cNvSpPr txBox="1"/>
            <p:nvPr/>
          </p:nvSpPr>
          <p:spPr>
            <a:xfrm>
              <a:off x="0" y="819879"/>
              <a:ext cx="85116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000"/>
              </a:lvl1pPr>
            </a:lstStyle>
            <a:p>
              <a:r>
                <a:t>Contents D </a:t>
              </a:r>
            </a:p>
          </p:txBody>
        </p:sp>
      </p:grpSp>
      <p:grpSp>
        <p:nvGrpSpPr>
          <p:cNvPr id="645" name="Shape 575"/>
          <p:cNvGrpSpPr/>
          <p:nvPr/>
        </p:nvGrpSpPr>
        <p:grpSpPr>
          <a:xfrm>
            <a:off x="4644006" y="3589971"/>
            <a:ext cx="3846456" cy="1521249"/>
            <a:chOff x="0" y="0"/>
            <a:chExt cx="3846455" cy="1521247"/>
          </a:xfrm>
        </p:grpSpPr>
        <p:sp>
          <p:nvSpPr>
            <p:cNvPr id="643" name="Shape 576"/>
            <p:cNvSpPr txBox="1"/>
            <p:nvPr/>
          </p:nvSpPr>
          <p:spPr>
            <a:xfrm>
              <a:off x="0" y="319867"/>
              <a:ext cx="3846456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This text can be replaced with your own text. This text can be replaced with your own text. You can simply impress your audience and add a unique zing.</a:t>
              </a:r>
            </a:p>
          </p:txBody>
        </p:sp>
        <p:sp>
          <p:nvSpPr>
            <p:cNvPr id="644" name="Shape 577"/>
            <p:cNvSpPr txBox="1"/>
            <p:nvPr/>
          </p:nvSpPr>
          <p:spPr>
            <a:xfrm>
              <a:off x="0" y="0"/>
              <a:ext cx="3846456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654" name="Shape 578"/>
          <p:cNvGrpSpPr/>
          <p:nvPr/>
        </p:nvGrpSpPr>
        <p:grpSpPr>
          <a:xfrm>
            <a:off x="1619943" y="3583350"/>
            <a:ext cx="2448002" cy="898497"/>
            <a:chOff x="-1" y="-1"/>
            <a:chExt cx="2448001" cy="898496"/>
          </a:xfrm>
        </p:grpSpPr>
        <p:sp>
          <p:nvSpPr>
            <p:cNvPr id="646" name="Shape 579"/>
            <p:cNvSpPr/>
            <p:nvPr/>
          </p:nvSpPr>
          <p:spPr>
            <a:xfrm>
              <a:off x="-1" y="-1"/>
              <a:ext cx="2448001" cy="1080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47" name="Shape 580"/>
            <p:cNvSpPr/>
            <p:nvPr/>
          </p:nvSpPr>
          <p:spPr>
            <a:xfrm>
              <a:off x="-1" y="263498"/>
              <a:ext cx="2448001" cy="1080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48" name="Shape 581"/>
            <p:cNvSpPr/>
            <p:nvPr/>
          </p:nvSpPr>
          <p:spPr>
            <a:xfrm>
              <a:off x="-1" y="526996"/>
              <a:ext cx="2448001" cy="108001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49" name="Shape 582"/>
            <p:cNvSpPr/>
            <p:nvPr/>
          </p:nvSpPr>
          <p:spPr>
            <a:xfrm>
              <a:off x="-1" y="790495"/>
              <a:ext cx="2448001" cy="1080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50" name="Shape 583"/>
            <p:cNvSpPr/>
            <p:nvPr/>
          </p:nvSpPr>
          <p:spPr>
            <a:xfrm>
              <a:off x="-1" y="-1"/>
              <a:ext cx="1511897" cy="108000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51" name="Shape 584"/>
            <p:cNvSpPr/>
            <p:nvPr/>
          </p:nvSpPr>
          <p:spPr>
            <a:xfrm>
              <a:off x="0" y="263498"/>
              <a:ext cx="1655912" cy="108000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52" name="Shape 585"/>
            <p:cNvSpPr/>
            <p:nvPr/>
          </p:nvSpPr>
          <p:spPr>
            <a:xfrm>
              <a:off x="-1" y="526996"/>
              <a:ext cx="863826" cy="108001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53" name="Shape 586"/>
            <p:cNvSpPr/>
            <p:nvPr/>
          </p:nvSpPr>
          <p:spPr>
            <a:xfrm>
              <a:off x="-1" y="790495"/>
              <a:ext cx="1583905" cy="108000"/>
            </a:xfrm>
            <a:prstGeom prst="rect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hape 591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Infographic </a:t>
            </a:r>
            <a:r>
              <a:rPr>
                <a:solidFill>
                  <a:srgbClr val="3F3F3F"/>
                </a:solidFill>
              </a:rPr>
              <a:t>Layout</a:t>
            </a:r>
          </a:p>
        </p:txBody>
      </p:sp>
      <p:grpSp>
        <p:nvGrpSpPr>
          <p:cNvPr id="661" name="Shape 592"/>
          <p:cNvGrpSpPr/>
          <p:nvPr/>
        </p:nvGrpSpPr>
        <p:grpSpPr>
          <a:xfrm>
            <a:off x="1427950" y="1349354"/>
            <a:ext cx="3744416" cy="3306606"/>
            <a:chOff x="0" y="0"/>
            <a:chExt cx="3744415" cy="3306604"/>
          </a:xfrm>
        </p:grpSpPr>
        <p:sp>
          <p:nvSpPr>
            <p:cNvPr id="657" name="Shape 593"/>
            <p:cNvSpPr/>
            <p:nvPr/>
          </p:nvSpPr>
          <p:spPr>
            <a:xfrm>
              <a:off x="952594" y="-1"/>
              <a:ext cx="1839227" cy="1599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08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58" name="Shape 594"/>
            <p:cNvSpPr/>
            <p:nvPr/>
          </p:nvSpPr>
          <p:spPr>
            <a:xfrm>
              <a:off x="0" y="1706727"/>
              <a:ext cx="1839227" cy="1599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08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59" name="Shape 595"/>
            <p:cNvSpPr/>
            <p:nvPr/>
          </p:nvSpPr>
          <p:spPr>
            <a:xfrm>
              <a:off x="1905189" y="1706727"/>
              <a:ext cx="1839227" cy="1599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08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660" name="Shape 596"/>
            <p:cNvSpPr/>
            <p:nvPr/>
          </p:nvSpPr>
          <p:spPr>
            <a:xfrm>
              <a:off x="1013902" y="1682539"/>
              <a:ext cx="1716612" cy="14932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662" name="Shape 597"/>
          <p:cNvSpPr txBox="1"/>
          <p:nvPr/>
        </p:nvSpPr>
        <p:spPr>
          <a:xfrm>
            <a:off x="705935" y="1415942"/>
            <a:ext cx="2293106" cy="564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lnSpc>
                <a:spcPct val="110000"/>
              </a:lnSpc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Simple Presentation Designed</a:t>
            </a:r>
          </a:p>
        </p:txBody>
      </p:sp>
      <p:sp>
        <p:nvSpPr>
          <p:cNvPr id="663" name="Shape 598"/>
          <p:cNvSpPr txBox="1"/>
          <p:nvPr/>
        </p:nvSpPr>
        <p:spPr>
          <a:xfrm>
            <a:off x="705935" y="1958269"/>
            <a:ext cx="1777833" cy="1201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You can simply impress your audience and add a unique zing. </a:t>
            </a:r>
          </a:p>
        </p:txBody>
      </p:sp>
      <p:sp>
        <p:nvSpPr>
          <p:cNvPr id="664" name="Shape 599"/>
          <p:cNvSpPr/>
          <p:nvPr/>
        </p:nvSpPr>
        <p:spPr>
          <a:xfrm>
            <a:off x="4043450" y="3965354"/>
            <a:ext cx="418599" cy="321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9015"/>
                </a:moveTo>
                <a:cubicBezTo>
                  <a:pt x="14834" y="9015"/>
                  <a:pt x="16322" y="10952"/>
                  <a:pt x="16322" y="13342"/>
                </a:cubicBezTo>
                <a:cubicBezTo>
                  <a:pt x="16322" y="15731"/>
                  <a:pt x="14834" y="17668"/>
                  <a:pt x="12998" y="17668"/>
                </a:cubicBezTo>
                <a:cubicBezTo>
                  <a:pt x="11163" y="17668"/>
                  <a:pt x="9675" y="15731"/>
                  <a:pt x="9675" y="13342"/>
                </a:cubicBezTo>
                <a:cubicBezTo>
                  <a:pt x="9675" y="10952"/>
                  <a:pt x="11163" y="9015"/>
                  <a:pt x="12998" y="9015"/>
                </a:cubicBezTo>
                <a:close/>
                <a:moveTo>
                  <a:pt x="12998" y="7305"/>
                </a:moveTo>
                <a:cubicBezTo>
                  <a:pt x="10437" y="7305"/>
                  <a:pt x="8362" y="10008"/>
                  <a:pt x="8362" y="13342"/>
                </a:cubicBezTo>
                <a:cubicBezTo>
                  <a:pt x="8362" y="16675"/>
                  <a:pt x="10437" y="19378"/>
                  <a:pt x="12998" y="19378"/>
                </a:cubicBezTo>
                <a:cubicBezTo>
                  <a:pt x="15559" y="19378"/>
                  <a:pt x="17635" y="16675"/>
                  <a:pt x="17635" y="13342"/>
                </a:cubicBezTo>
                <a:cubicBezTo>
                  <a:pt x="17635" y="10008"/>
                  <a:pt x="15559" y="7305"/>
                  <a:pt x="12998" y="7305"/>
                </a:cubicBezTo>
                <a:close/>
                <a:moveTo>
                  <a:pt x="7539" y="5964"/>
                </a:moveTo>
                <a:lnTo>
                  <a:pt x="7539" y="7325"/>
                </a:lnTo>
                <a:lnTo>
                  <a:pt x="9003" y="7325"/>
                </a:lnTo>
                <a:lnTo>
                  <a:pt x="9003" y="5964"/>
                </a:lnTo>
                <a:close/>
                <a:moveTo>
                  <a:pt x="17528" y="5527"/>
                </a:moveTo>
                <a:lnTo>
                  <a:pt x="17528" y="7325"/>
                </a:lnTo>
                <a:lnTo>
                  <a:pt x="20343" y="7325"/>
                </a:lnTo>
                <a:lnTo>
                  <a:pt x="20343" y="5527"/>
                </a:lnTo>
                <a:close/>
                <a:moveTo>
                  <a:pt x="10802" y="955"/>
                </a:moveTo>
                <a:lnTo>
                  <a:pt x="10802" y="3820"/>
                </a:lnTo>
                <a:lnTo>
                  <a:pt x="15195" y="3820"/>
                </a:lnTo>
                <a:lnTo>
                  <a:pt x="15195" y="955"/>
                </a:lnTo>
                <a:close/>
                <a:moveTo>
                  <a:pt x="9845" y="0"/>
                </a:moveTo>
                <a:lnTo>
                  <a:pt x="16151" y="0"/>
                </a:lnTo>
                <a:cubicBezTo>
                  <a:pt x="16493" y="0"/>
                  <a:pt x="16769" y="360"/>
                  <a:pt x="16769" y="804"/>
                </a:cubicBezTo>
                <a:lnTo>
                  <a:pt x="16769" y="3820"/>
                </a:lnTo>
                <a:lnTo>
                  <a:pt x="19880" y="3820"/>
                </a:lnTo>
                <a:cubicBezTo>
                  <a:pt x="20830" y="3820"/>
                  <a:pt x="21600" y="4823"/>
                  <a:pt x="21600" y="6059"/>
                </a:cubicBezTo>
                <a:lnTo>
                  <a:pt x="21600" y="19360"/>
                </a:lnTo>
                <a:cubicBezTo>
                  <a:pt x="21600" y="20597"/>
                  <a:pt x="20830" y="21600"/>
                  <a:pt x="19880" y="21600"/>
                </a:cubicBezTo>
                <a:lnTo>
                  <a:pt x="1720" y="21600"/>
                </a:lnTo>
                <a:cubicBezTo>
                  <a:pt x="770" y="21600"/>
                  <a:pt x="0" y="20597"/>
                  <a:pt x="0" y="19360"/>
                </a:cubicBezTo>
                <a:lnTo>
                  <a:pt x="0" y="6059"/>
                </a:lnTo>
                <a:cubicBezTo>
                  <a:pt x="0" y="4823"/>
                  <a:pt x="770" y="3820"/>
                  <a:pt x="1720" y="3820"/>
                </a:cubicBezTo>
                <a:lnTo>
                  <a:pt x="2081" y="3820"/>
                </a:lnTo>
                <a:lnTo>
                  <a:pt x="2081" y="2763"/>
                </a:lnTo>
                <a:cubicBezTo>
                  <a:pt x="2081" y="2541"/>
                  <a:pt x="2220" y="2361"/>
                  <a:pt x="2390" y="2361"/>
                </a:cubicBezTo>
                <a:lnTo>
                  <a:pt x="5543" y="2361"/>
                </a:lnTo>
                <a:cubicBezTo>
                  <a:pt x="5714" y="2361"/>
                  <a:pt x="5853" y="2541"/>
                  <a:pt x="5853" y="2763"/>
                </a:cubicBezTo>
                <a:lnTo>
                  <a:pt x="5853" y="3820"/>
                </a:lnTo>
                <a:lnTo>
                  <a:pt x="9227" y="3820"/>
                </a:lnTo>
                <a:lnTo>
                  <a:pt x="9227" y="804"/>
                </a:lnTo>
                <a:cubicBezTo>
                  <a:pt x="9227" y="360"/>
                  <a:pt x="9504" y="0"/>
                  <a:pt x="9845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65" name="Shape 600"/>
          <p:cNvSpPr/>
          <p:nvPr/>
        </p:nvSpPr>
        <p:spPr>
          <a:xfrm>
            <a:off x="2125640" y="3946097"/>
            <a:ext cx="394905" cy="3407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79" y="4730"/>
                </a:moveTo>
                <a:cubicBezTo>
                  <a:pt x="4075" y="4730"/>
                  <a:pt x="3667" y="5203"/>
                  <a:pt x="3667" y="5787"/>
                </a:cubicBezTo>
                <a:cubicBezTo>
                  <a:pt x="3667" y="6371"/>
                  <a:pt x="4075" y="6845"/>
                  <a:pt x="4579" y="6845"/>
                </a:cubicBezTo>
                <a:cubicBezTo>
                  <a:pt x="5083" y="6845"/>
                  <a:pt x="5491" y="6371"/>
                  <a:pt x="5491" y="5787"/>
                </a:cubicBezTo>
                <a:cubicBezTo>
                  <a:pt x="5491" y="5203"/>
                  <a:pt x="5083" y="4730"/>
                  <a:pt x="4579" y="4730"/>
                </a:cubicBezTo>
                <a:close/>
                <a:moveTo>
                  <a:pt x="10583" y="2174"/>
                </a:moveTo>
                <a:cubicBezTo>
                  <a:pt x="9547" y="2174"/>
                  <a:pt x="8707" y="3147"/>
                  <a:pt x="8707" y="4348"/>
                </a:cubicBezTo>
                <a:cubicBezTo>
                  <a:pt x="8707" y="5549"/>
                  <a:pt x="9547" y="6522"/>
                  <a:pt x="10583" y="6522"/>
                </a:cubicBezTo>
                <a:cubicBezTo>
                  <a:pt x="11620" y="6522"/>
                  <a:pt x="12460" y="5549"/>
                  <a:pt x="12460" y="4348"/>
                </a:cubicBezTo>
                <a:cubicBezTo>
                  <a:pt x="12460" y="3147"/>
                  <a:pt x="11620" y="2174"/>
                  <a:pt x="10583" y="2174"/>
                </a:cubicBezTo>
                <a:close/>
                <a:moveTo>
                  <a:pt x="10583" y="0"/>
                </a:moveTo>
                <a:cubicBezTo>
                  <a:pt x="12656" y="0"/>
                  <a:pt x="14336" y="1947"/>
                  <a:pt x="14336" y="4348"/>
                </a:cubicBezTo>
                <a:cubicBezTo>
                  <a:pt x="14336" y="6073"/>
                  <a:pt x="13469" y="7563"/>
                  <a:pt x="12207" y="8252"/>
                </a:cubicBezTo>
                <a:lnTo>
                  <a:pt x="14771" y="8252"/>
                </a:lnTo>
                <a:cubicBezTo>
                  <a:pt x="15832" y="8252"/>
                  <a:pt x="16691" y="9248"/>
                  <a:pt x="16691" y="10477"/>
                </a:cubicBezTo>
                <a:lnTo>
                  <a:pt x="16691" y="11394"/>
                </a:lnTo>
                <a:lnTo>
                  <a:pt x="17707" y="11394"/>
                </a:lnTo>
                <a:cubicBezTo>
                  <a:pt x="17949" y="11394"/>
                  <a:pt x="18152" y="11591"/>
                  <a:pt x="18193" y="11856"/>
                </a:cubicBezTo>
                <a:lnTo>
                  <a:pt x="21600" y="8573"/>
                </a:lnTo>
                <a:lnTo>
                  <a:pt x="21600" y="21279"/>
                </a:lnTo>
                <a:lnTo>
                  <a:pt x="18193" y="17996"/>
                </a:lnTo>
                <a:cubicBezTo>
                  <a:pt x="18152" y="18262"/>
                  <a:pt x="17949" y="18458"/>
                  <a:pt x="17707" y="18458"/>
                </a:cubicBezTo>
                <a:lnTo>
                  <a:pt x="16691" y="18458"/>
                </a:lnTo>
                <a:lnTo>
                  <a:pt x="16691" y="19375"/>
                </a:lnTo>
                <a:cubicBezTo>
                  <a:pt x="16691" y="20604"/>
                  <a:pt x="15832" y="21600"/>
                  <a:pt x="14771" y="21600"/>
                </a:cubicBezTo>
                <a:lnTo>
                  <a:pt x="1920" y="21600"/>
                </a:lnTo>
                <a:cubicBezTo>
                  <a:pt x="860" y="21600"/>
                  <a:pt x="0" y="20604"/>
                  <a:pt x="0" y="19375"/>
                </a:cubicBezTo>
                <a:lnTo>
                  <a:pt x="0" y="10477"/>
                </a:lnTo>
                <a:cubicBezTo>
                  <a:pt x="0" y="9248"/>
                  <a:pt x="860" y="8252"/>
                  <a:pt x="1920" y="8252"/>
                </a:cubicBezTo>
                <a:lnTo>
                  <a:pt x="3630" y="8252"/>
                </a:lnTo>
                <a:cubicBezTo>
                  <a:pt x="2814" y="7835"/>
                  <a:pt x="2246" y="6888"/>
                  <a:pt x="2246" y="5787"/>
                </a:cubicBezTo>
                <a:cubicBezTo>
                  <a:pt x="2246" y="4294"/>
                  <a:pt x="3291" y="3084"/>
                  <a:pt x="4579" y="3084"/>
                </a:cubicBezTo>
                <a:cubicBezTo>
                  <a:pt x="5867" y="3084"/>
                  <a:pt x="6912" y="4294"/>
                  <a:pt x="6912" y="5787"/>
                </a:cubicBezTo>
                <a:cubicBezTo>
                  <a:pt x="6912" y="6888"/>
                  <a:pt x="6344" y="7835"/>
                  <a:pt x="5528" y="8252"/>
                </a:cubicBezTo>
                <a:lnTo>
                  <a:pt x="8959" y="8252"/>
                </a:lnTo>
                <a:cubicBezTo>
                  <a:pt x="7697" y="7563"/>
                  <a:pt x="6831" y="6073"/>
                  <a:pt x="6831" y="4348"/>
                </a:cubicBezTo>
                <a:cubicBezTo>
                  <a:pt x="6831" y="1947"/>
                  <a:pt x="8511" y="0"/>
                  <a:pt x="1058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66" name="Shape 601"/>
          <p:cNvSpPr txBox="1"/>
          <p:nvPr/>
        </p:nvSpPr>
        <p:spPr>
          <a:xfrm>
            <a:off x="4396180" y="2283716"/>
            <a:ext cx="576065" cy="313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01</a:t>
            </a:r>
          </a:p>
        </p:txBody>
      </p:sp>
      <p:sp>
        <p:nvSpPr>
          <p:cNvPr id="667" name="Shape 602"/>
          <p:cNvSpPr txBox="1"/>
          <p:nvPr/>
        </p:nvSpPr>
        <p:spPr>
          <a:xfrm>
            <a:off x="6480983" y="2283716"/>
            <a:ext cx="576065" cy="313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02</a:t>
            </a:r>
          </a:p>
        </p:txBody>
      </p:sp>
      <p:sp>
        <p:nvSpPr>
          <p:cNvPr id="668" name="Shape 603"/>
          <p:cNvSpPr txBox="1"/>
          <p:nvPr/>
        </p:nvSpPr>
        <p:spPr>
          <a:xfrm>
            <a:off x="6480983" y="3507852"/>
            <a:ext cx="576065" cy="313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03</a:t>
            </a:r>
          </a:p>
        </p:txBody>
      </p:sp>
      <p:grpSp>
        <p:nvGrpSpPr>
          <p:cNvPr id="671" name="Shape 604"/>
          <p:cNvGrpSpPr/>
          <p:nvPr/>
        </p:nvGrpSpPr>
        <p:grpSpPr>
          <a:xfrm>
            <a:off x="4895794" y="2283716"/>
            <a:ext cx="1404399" cy="1995056"/>
            <a:chOff x="0" y="0"/>
            <a:chExt cx="1404397" cy="1995054"/>
          </a:xfrm>
        </p:grpSpPr>
        <p:sp>
          <p:nvSpPr>
            <p:cNvPr id="669" name="Shape 605"/>
            <p:cNvSpPr txBox="1"/>
            <p:nvPr/>
          </p:nvSpPr>
          <p:spPr>
            <a:xfrm>
              <a:off x="0" y="214554"/>
              <a:ext cx="1404398" cy="178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 </a:t>
              </a:r>
            </a:p>
          </p:txBody>
        </p:sp>
        <p:sp>
          <p:nvSpPr>
            <p:cNvPr id="670" name="Shape 606"/>
            <p:cNvSpPr txBox="1"/>
            <p:nvPr/>
          </p:nvSpPr>
          <p:spPr>
            <a:xfrm>
              <a:off x="0" y="0"/>
              <a:ext cx="1404398" cy="586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674" name="Shape 607"/>
          <p:cNvGrpSpPr/>
          <p:nvPr/>
        </p:nvGrpSpPr>
        <p:grpSpPr>
          <a:xfrm>
            <a:off x="6980597" y="2283716"/>
            <a:ext cx="1404399" cy="1995056"/>
            <a:chOff x="0" y="0"/>
            <a:chExt cx="1404397" cy="1995054"/>
          </a:xfrm>
        </p:grpSpPr>
        <p:sp>
          <p:nvSpPr>
            <p:cNvPr id="672" name="Shape 608"/>
            <p:cNvSpPr txBox="1"/>
            <p:nvPr/>
          </p:nvSpPr>
          <p:spPr>
            <a:xfrm>
              <a:off x="0" y="214554"/>
              <a:ext cx="1404398" cy="178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 </a:t>
              </a:r>
            </a:p>
          </p:txBody>
        </p:sp>
        <p:sp>
          <p:nvSpPr>
            <p:cNvPr id="673" name="Shape 609"/>
            <p:cNvSpPr txBox="1"/>
            <p:nvPr/>
          </p:nvSpPr>
          <p:spPr>
            <a:xfrm>
              <a:off x="0" y="0"/>
              <a:ext cx="1404398" cy="586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677" name="Shape 610"/>
          <p:cNvGrpSpPr/>
          <p:nvPr/>
        </p:nvGrpSpPr>
        <p:grpSpPr>
          <a:xfrm>
            <a:off x="6980597" y="3507852"/>
            <a:ext cx="1404399" cy="1995056"/>
            <a:chOff x="0" y="0"/>
            <a:chExt cx="1404397" cy="1995054"/>
          </a:xfrm>
        </p:grpSpPr>
        <p:sp>
          <p:nvSpPr>
            <p:cNvPr id="675" name="Shape 611"/>
            <p:cNvSpPr txBox="1"/>
            <p:nvPr/>
          </p:nvSpPr>
          <p:spPr>
            <a:xfrm>
              <a:off x="0" y="214554"/>
              <a:ext cx="1404398" cy="178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 </a:t>
              </a:r>
            </a:p>
          </p:txBody>
        </p:sp>
        <p:sp>
          <p:nvSpPr>
            <p:cNvPr id="676" name="Shape 612"/>
            <p:cNvSpPr txBox="1"/>
            <p:nvPr/>
          </p:nvSpPr>
          <p:spPr>
            <a:xfrm>
              <a:off x="0" y="0"/>
              <a:ext cx="1404398" cy="5863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sp>
        <p:nvSpPr>
          <p:cNvPr id="678" name="Shape 613"/>
          <p:cNvSpPr txBox="1"/>
          <p:nvPr/>
        </p:nvSpPr>
        <p:spPr>
          <a:xfrm>
            <a:off x="4637685" y="1349353"/>
            <a:ext cx="3585584" cy="1201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This PowerPoint Template has clean and neutral design that can be adapted to any content and meets various market segments. </a:t>
            </a:r>
          </a:p>
        </p:txBody>
      </p:sp>
      <p:sp>
        <p:nvSpPr>
          <p:cNvPr id="679" name="Shape 614"/>
          <p:cNvSpPr/>
          <p:nvPr/>
        </p:nvSpPr>
        <p:spPr>
          <a:xfrm>
            <a:off x="3014657" y="3255131"/>
            <a:ext cx="571001" cy="575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80" name="Shape 615"/>
          <p:cNvSpPr/>
          <p:nvPr/>
        </p:nvSpPr>
        <p:spPr>
          <a:xfrm>
            <a:off x="3095209" y="2264850"/>
            <a:ext cx="444052" cy="2918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79" y="4611"/>
                </a:moveTo>
                <a:cubicBezTo>
                  <a:pt x="13456" y="4611"/>
                  <a:pt x="14005" y="5446"/>
                  <a:pt x="14005" y="6477"/>
                </a:cubicBezTo>
                <a:cubicBezTo>
                  <a:pt x="14005" y="7507"/>
                  <a:pt x="13456" y="8342"/>
                  <a:pt x="12779" y="8342"/>
                </a:cubicBezTo>
                <a:cubicBezTo>
                  <a:pt x="12102" y="8342"/>
                  <a:pt x="11553" y="7507"/>
                  <a:pt x="11553" y="6477"/>
                </a:cubicBezTo>
                <a:cubicBezTo>
                  <a:pt x="11553" y="5446"/>
                  <a:pt x="12102" y="4611"/>
                  <a:pt x="12779" y="4611"/>
                </a:cubicBezTo>
                <a:close/>
                <a:moveTo>
                  <a:pt x="7984" y="2766"/>
                </a:moveTo>
                <a:lnTo>
                  <a:pt x="12413" y="14795"/>
                </a:lnTo>
                <a:lnTo>
                  <a:pt x="15087" y="8610"/>
                </a:lnTo>
                <a:lnTo>
                  <a:pt x="19464" y="18732"/>
                </a:lnTo>
                <a:lnTo>
                  <a:pt x="2104" y="18732"/>
                </a:lnTo>
                <a:close/>
                <a:moveTo>
                  <a:pt x="1200" y="1670"/>
                </a:moveTo>
                <a:lnTo>
                  <a:pt x="1200" y="19929"/>
                </a:lnTo>
                <a:lnTo>
                  <a:pt x="20400" y="19929"/>
                </a:lnTo>
                <a:lnTo>
                  <a:pt x="20400" y="1670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620"/>
          <p:cNvSpPr txBox="1"/>
          <p:nvPr/>
        </p:nvSpPr>
        <p:spPr>
          <a:xfrm>
            <a:off x="2699791" y="3291830"/>
            <a:ext cx="1733165" cy="34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/>
            </a:lvl1pPr>
          </a:lstStyle>
          <a:p>
            <a:r>
              <a:t>모바일 이미지 </a:t>
            </a:r>
          </a:p>
        </p:txBody>
      </p:sp>
      <p:sp>
        <p:nvSpPr>
          <p:cNvPr id="683" name="Shape 621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 </a:t>
            </a:r>
            <a:r>
              <a:rPr>
                <a:solidFill>
                  <a:srgbClr val="0DD2D9"/>
                </a:solidFill>
              </a:rPr>
              <a:t>Image</a:t>
            </a:r>
            <a:r>
              <a:t> &amp; </a:t>
            </a:r>
            <a:r>
              <a:rPr>
                <a:solidFill>
                  <a:srgbClr val="0DD2D9"/>
                </a:solidFill>
              </a:rPr>
              <a:t>Content</a:t>
            </a:r>
          </a:p>
        </p:txBody>
      </p:sp>
      <p:sp>
        <p:nvSpPr>
          <p:cNvPr id="684" name="Shape 622"/>
          <p:cNvSpPr/>
          <p:nvPr/>
        </p:nvSpPr>
        <p:spPr>
          <a:xfrm>
            <a:off x="5271132" y="1340866"/>
            <a:ext cx="538037" cy="538037"/>
          </a:xfrm>
          <a:prstGeom prst="ellipse">
            <a:avLst/>
          </a:prstGeom>
          <a:gradFill>
            <a:gsLst>
              <a:gs pos="0">
                <a:srgbClr val="DDDDDD"/>
              </a:gs>
              <a:gs pos="100000">
                <a:srgbClr val="FFFFFF"/>
              </a:gs>
            </a:gsLst>
          </a:gradFill>
          <a:ln w="3175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85" name="Shape 623"/>
          <p:cNvSpPr/>
          <p:nvPr/>
        </p:nvSpPr>
        <p:spPr>
          <a:xfrm>
            <a:off x="5271132" y="2249842"/>
            <a:ext cx="538037" cy="538037"/>
          </a:xfrm>
          <a:prstGeom prst="ellipse">
            <a:avLst/>
          </a:prstGeom>
          <a:gradFill>
            <a:gsLst>
              <a:gs pos="0">
                <a:srgbClr val="DDDDDD"/>
              </a:gs>
              <a:gs pos="100000">
                <a:srgbClr val="FFFFFF"/>
              </a:gs>
            </a:gsLst>
          </a:gradFill>
          <a:ln w="3175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86" name="Shape 624"/>
          <p:cNvSpPr/>
          <p:nvPr/>
        </p:nvSpPr>
        <p:spPr>
          <a:xfrm>
            <a:off x="5271132" y="3158820"/>
            <a:ext cx="538037" cy="538037"/>
          </a:xfrm>
          <a:prstGeom prst="ellipse">
            <a:avLst/>
          </a:prstGeom>
          <a:gradFill>
            <a:gsLst>
              <a:gs pos="0">
                <a:srgbClr val="DDDDDD"/>
              </a:gs>
              <a:gs pos="100000">
                <a:srgbClr val="FFFFFF"/>
              </a:gs>
            </a:gsLst>
          </a:gradFill>
          <a:ln w="3175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87" name="Shape 625"/>
          <p:cNvSpPr/>
          <p:nvPr/>
        </p:nvSpPr>
        <p:spPr>
          <a:xfrm>
            <a:off x="5271132" y="4067797"/>
            <a:ext cx="538037" cy="538037"/>
          </a:xfrm>
          <a:prstGeom prst="ellipse">
            <a:avLst/>
          </a:prstGeom>
          <a:gradFill>
            <a:gsLst>
              <a:gs pos="0">
                <a:srgbClr val="DDDDDD"/>
              </a:gs>
              <a:gs pos="100000">
                <a:srgbClr val="FFFFFF"/>
              </a:gs>
            </a:gsLst>
          </a:gradFill>
          <a:ln w="3175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88" name="Shape 626"/>
          <p:cNvSpPr txBox="1"/>
          <p:nvPr/>
        </p:nvSpPr>
        <p:spPr>
          <a:xfrm>
            <a:off x="5896778" y="1286720"/>
            <a:ext cx="2527142" cy="1201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You can simply impress your audience and add a unique zing and appeal to your Presentations. </a:t>
            </a:r>
          </a:p>
        </p:txBody>
      </p:sp>
      <p:sp>
        <p:nvSpPr>
          <p:cNvPr id="689" name="Shape 627"/>
          <p:cNvSpPr txBox="1"/>
          <p:nvPr/>
        </p:nvSpPr>
        <p:spPr>
          <a:xfrm>
            <a:off x="5896778" y="2195696"/>
            <a:ext cx="2527142" cy="1201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You can simply impress your audience and add a unique zing and appeal to your Presentations. </a:t>
            </a:r>
          </a:p>
        </p:txBody>
      </p:sp>
      <p:sp>
        <p:nvSpPr>
          <p:cNvPr id="690" name="Shape 628"/>
          <p:cNvSpPr txBox="1"/>
          <p:nvPr/>
        </p:nvSpPr>
        <p:spPr>
          <a:xfrm>
            <a:off x="5896778" y="3104674"/>
            <a:ext cx="2527142" cy="1201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You can simply impress your audience and add a unique zing and appeal to your Presentations. </a:t>
            </a:r>
          </a:p>
        </p:txBody>
      </p:sp>
      <p:sp>
        <p:nvSpPr>
          <p:cNvPr id="691" name="Shape 629"/>
          <p:cNvSpPr txBox="1"/>
          <p:nvPr/>
        </p:nvSpPr>
        <p:spPr>
          <a:xfrm>
            <a:off x="5896778" y="4013651"/>
            <a:ext cx="2527142" cy="1201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You can simply impress your audience and add a unique zing and appeal to your Presentations. </a:t>
            </a:r>
          </a:p>
        </p:txBody>
      </p:sp>
      <p:sp>
        <p:nvSpPr>
          <p:cNvPr id="692" name="Shape 630"/>
          <p:cNvSpPr/>
          <p:nvPr/>
        </p:nvSpPr>
        <p:spPr>
          <a:xfrm>
            <a:off x="5377510" y="1445884"/>
            <a:ext cx="325283" cy="327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93" name="Shape 631"/>
          <p:cNvSpPr/>
          <p:nvPr/>
        </p:nvSpPr>
        <p:spPr>
          <a:xfrm>
            <a:off x="5393997" y="2382048"/>
            <a:ext cx="292306" cy="273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94" name="Shape 632"/>
          <p:cNvSpPr/>
          <p:nvPr/>
        </p:nvSpPr>
        <p:spPr>
          <a:xfrm>
            <a:off x="5377536" y="4211904"/>
            <a:ext cx="325231" cy="249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9015"/>
                </a:moveTo>
                <a:cubicBezTo>
                  <a:pt x="14834" y="9015"/>
                  <a:pt x="16322" y="10952"/>
                  <a:pt x="16322" y="13342"/>
                </a:cubicBezTo>
                <a:cubicBezTo>
                  <a:pt x="16322" y="15731"/>
                  <a:pt x="14834" y="17668"/>
                  <a:pt x="12998" y="17668"/>
                </a:cubicBezTo>
                <a:cubicBezTo>
                  <a:pt x="11163" y="17668"/>
                  <a:pt x="9675" y="15731"/>
                  <a:pt x="9675" y="13342"/>
                </a:cubicBezTo>
                <a:cubicBezTo>
                  <a:pt x="9675" y="10952"/>
                  <a:pt x="11163" y="9015"/>
                  <a:pt x="12998" y="9015"/>
                </a:cubicBezTo>
                <a:close/>
                <a:moveTo>
                  <a:pt x="12998" y="7305"/>
                </a:moveTo>
                <a:cubicBezTo>
                  <a:pt x="10437" y="7305"/>
                  <a:pt x="8362" y="10008"/>
                  <a:pt x="8362" y="13342"/>
                </a:cubicBezTo>
                <a:cubicBezTo>
                  <a:pt x="8362" y="16675"/>
                  <a:pt x="10437" y="19378"/>
                  <a:pt x="12998" y="19378"/>
                </a:cubicBezTo>
                <a:cubicBezTo>
                  <a:pt x="15559" y="19378"/>
                  <a:pt x="17635" y="16675"/>
                  <a:pt x="17635" y="13342"/>
                </a:cubicBezTo>
                <a:cubicBezTo>
                  <a:pt x="17635" y="10008"/>
                  <a:pt x="15559" y="7305"/>
                  <a:pt x="12998" y="7305"/>
                </a:cubicBezTo>
                <a:close/>
                <a:moveTo>
                  <a:pt x="7539" y="5964"/>
                </a:moveTo>
                <a:lnTo>
                  <a:pt x="7539" y="7325"/>
                </a:lnTo>
                <a:lnTo>
                  <a:pt x="9003" y="7325"/>
                </a:lnTo>
                <a:lnTo>
                  <a:pt x="9003" y="5964"/>
                </a:lnTo>
                <a:close/>
                <a:moveTo>
                  <a:pt x="17528" y="5527"/>
                </a:moveTo>
                <a:lnTo>
                  <a:pt x="17528" y="7325"/>
                </a:lnTo>
                <a:lnTo>
                  <a:pt x="20343" y="7325"/>
                </a:lnTo>
                <a:lnTo>
                  <a:pt x="20343" y="5527"/>
                </a:lnTo>
                <a:close/>
                <a:moveTo>
                  <a:pt x="10802" y="955"/>
                </a:moveTo>
                <a:lnTo>
                  <a:pt x="10802" y="3820"/>
                </a:lnTo>
                <a:lnTo>
                  <a:pt x="15195" y="3820"/>
                </a:lnTo>
                <a:lnTo>
                  <a:pt x="15195" y="955"/>
                </a:lnTo>
                <a:close/>
                <a:moveTo>
                  <a:pt x="9845" y="0"/>
                </a:moveTo>
                <a:lnTo>
                  <a:pt x="16151" y="0"/>
                </a:lnTo>
                <a:cubicBezTo>
                  <a:pt x="16493" y="0"/>
                  <a:pt x="16769" y="360"/>
                  <a:pt x="16769" y="804"/>
                </a:cubicBezTo>
                <a:lnTo>
                  <a:pt x="16769" y="3820"/>
                </a:lnTo>
                <a:lnTo>
                  <a:pt x="19880" y="3820"/>
                </a:lnTo>
                <a:cubicBezTo>
                  <a:pt x="20830" y="3820"/>
                  <a:pt x="21600" y="4823"/>
                  <a:pt x="21600" y="6059"/>
                </a:cubicBezTo>
                <a:lnTo>
                  <a:pt x="21600" y="19360"/>
                </a:lnTo>
                <a:cubicBezTo>
                  <a:pt x="21600" y="20597"/>
                  <a:pt x="20830" y="21600"/>
                  <a:pt x="19880" y="21600"/>
                </a:cubicBezTo>
                <a:lnTo>
                  <a:pt x="1720" y="21600"/>
                </a:lnTo>
                <a:cubicBezTo>
                  <a:pt x="770" y="21600"/>
                  <a:pt x="0" y="20597"/>
                  <a:pt x="0" y="19360"/>
                </a:cubicBezTo>
                <a:lnTo>
                  <a:pt x="0" y="6059"/>
                </a:lnTo>
                <a:cubicBezTo>
                  <a:pt x="0" y="4823"/>
                  <a:pt x="770" y="3820"/>
                  <a:pt x="1720" y="3820"/>
                </a:cubicBezTo>
                <a:lnTo>
                  <a:pt x="2081" y="3820"/>
                </a:lnTo>
                <a:lnTo>
                  <a:pt x="2081" y="2763"/>
                </a:lnTo>
                <a:cubicBezTo>
                  <a:pt x="2081" y="2541"/>
                  <a:pt x="2220" y="2361"/>
                  <a:pt x="2390" y="2361"/>
                </a:cubicBezTo>
                <a:lnTo>
                  <a:pt x="5543" y="2361"/>
                </a:lnTo>
                <a:cubicBezTo>
                  <a:pt x="5714" y="2361"/>
                  <a:pt x="5853" y="2541"/>
                  <a:pt x="5853" y="2763"/>
                </a:cubicBezTo>
                <a:lnTo>
                  <a:pt x="5853" y="3820"/>
                </a:lnTo>
                <a:lnTo>
                  <a:pt x="9227" y="3820"/>
                </a:lnTo>
                <a:lnTo>
                  <a:pt x="9227" y="804"/>
                </a:lnTo>
                <a:cubicBezTo>
                  <a:pt x="9227" y="360"/>
                  <a:pt x="9504" y="0"/>
                  <a:pt x="9845" y="0"/>
                </a:cubicBez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95" name="Shape 633"/>
          <p:cNvSpPr/>
          <p:nvPr/>
        </p:nvSpPr>
        <p:spPr>
          <a:xfrm>
            <a:off x="5394057" y="3295448"/>
            <a:ext cx="306820" cy="2647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79" y="4730"/>
                </a:moveTo>
                <a:cubicBezTo>
                  <a:pt x="4075" y="4730"/>
                  <a:pt x="3667" y="5203"/>
                  <a:pt x="3667" y="5787"/>
                </a:cubicBezTo>
                <a:cubicBezTo>
                  <a:pt x="3667" y="6371"/>
                  <a:pt x="4075" y="6845"/>
                  <a:pt x="4579" y="6845"/>
                </a:cubicBezTo>
                <a:cubicBezTo>
                  <a:pt x="5083" y="6845"/>
                  <a:pt x="5491" y="6371"/>
                  <a:pt x="5491" y="5787"/>
                </a:cubicBezTo>
                <a:cubicBezTo>
                  <a:pt x="5491" y="5203"/>
                  <a:pt x="5083" y="4730"/>
                  <a:pt x="4579" y="4730"/>
                </a:cubicBezTo>
                <a:close/>
                <a:moveTo>
                  <a:pt x="10583" y="2174"/>
                </a:moveTo>
                <a:cubicBezTo>
                  <a:pt x="9547" y="2174"/>
                  <a:pt x="8707" y="3147"/>
                  <a:pt x="8707" y="4348"/>
                </a:cubicBezTo>
                <a:cubicBezTo>
                  <a:pt x="8707" y="5549"/>
                  <a:pt x="9547" y="6522"/>
                  <a:pt x="10583" y="6522"/>
                </a:cubicBezTo>
                <a:cubicBezTo>
                  <a:pt x="11620" y="6522"/>
                  <a:pt x="12460" y="5549"/>
                  <a:pt x="12460" y="4348"/>
                </a:cubicBezTo>
                <a:cubicBezTo>
                  <a:pt x="12460" y="3147"/>
                  <a:pt x="11620" y="2174"/>
                  <a:pt x="10583" y="2174"/>
                </a:cubicBezTo>
                <a:close/>
                <a:moveTo>
                  <a:pt x="10583" y="0"/>
                </a:moveTo>
                <a:cubicBezTo>
                  <a:pt x="12656" y="0"/>
                  <a:pt x="14336" y="1947"/>
                  <a:pt x="14336" y="4348"/>
                </a:cubicBezTo>
                <a:cubicBezTo>
                  <a:pt x="14336" y="6073"/>
                  <a:pt x="13469" y="7563"/>
                  <a:pt x="12207" y="8252"/>
                </a:cubicBezTo>
                <a:lnTo>
                  <a:pt x="14771" y="8252"/>
                </a:lnTo>
                <a:cubicBezTo>
                  <a:pt x="15832" y="8252"/>
                  <a:pt x="16691" y="9248"/>
                  <a:pt x="16691" y="10477"/>
                </a:cubicBezTo>
                <a:lnTo>
                  <a:pt x="16691" y="11394"/>
                </a:lnTo>
                <a:lnTo>
                  <a:pt x="17707" y="11394"/>
                </a:lnTo>
                <a:cubicBezTo>
                  <a:pt x="17949" y="11394"/>
                  <a:pt x="18152" y="11591"/>
                  <a:pt x="18193" y="11856"/>
                </a:cubicBezTo>
                <a:lnTo>
                  <a:pt x="21600" y="8573"/>
                </a:lnTo>
                <a:lnTo>
                  <a:pt x="21600" y="21279"/>
                </a:lnTo>
                <a:lnTo>
                  <a:pt x="18193" y="17996"/>
                </a:lnTo>
                <a:cubicBezTo>
                  <a:pt x="18152" y="18262"/>
                  <a:pt x="17949" y="18458"/>
                  <a:pt x="17707" y="18458"/>
                </a:cubicBezTo>
                <a:lnTo>
                  <a:pt x="16691" y="18458"/>
                </a:lnTo>
                <a:lnTo>
                  <a:pt x="16691" y="19375"/>
                </a:lnTo>
                <a:cubicBezTo>
                  <a:pt x="16691" y="20604"/>
                  <a:pt x="15832" y="21600"/>
                  <a:pt x="14771" y="21600"/>
                </a:cubicBezTo>
                <a:lnTo>
                  <a:pt x="1920" y="21600"/>
                </a:lnTo>
                <a:cubicBezTo>
                  <a:pt x="860" y="21600"/>
                  <a:pt x="0" y="20604"/>
                  <a:pt x="0" y="19375"/>
                </a:cubicBezTo>
                <a:lnTo>
                  <a:pt x="0" y="10477"/>
                </a:lnTo>
                <a:cubicBezTo>
                  <a:pt x="0" y="9248"/>
                  <a:pt x="860" y="8252"/>
                  <a:pt x="1920" y="8252"/>
                </a:cubicBezTo>
                <a:lnTo>
                  <a:pt x="3630" y="8252"/>
                </a:lnTo>
                <a:cubicBezTo>
                  <a:pt x="2814" y="7835"/>
                  <a:pt x="2246" y="6888"/>
                  <a:pt x="2246" y="5787"/>
                </a:cubicBezTo>
                <a:cubicBezTo>
                  <a:pt x="2246" y="4294"/>
                  <a:pt x="3291" y="3084"/>
                  <a:pt x="4579" y="3084"/>
                </a:cubicBezTo>
                <a:cubicBezTo>
                  <a:pt x="5867" y="3084"/>
                  <a:pt x="6912" y="4294"/>
                  <a:pt x="6912" y="5787"/>
                </a:cubicBezTo>
                <a:cubicBezTo>
                  <a:pt x="6912" y="6888"/>
                  <a:pt x="6344" y="7835"/>
                  <a:pt x="5528" y="8252"/>
                </a:cubicBezTo>
                <a:lnTo>
                  <a:pt x="8959" y="8252"/>
                </a:lnTo>
                <a:cubicBezTo>
                  <a:pt x="7697" y="7563"/>
                  <a:pt x="6831" y="6073"/>
                  <a:pt x="6831" y="4348"/>
                </a:cubicBezTo>
                <a:cubicBezTo>
                  <a:pt x="6831" y="1947"/>
                  <a:pt x="8511" y="0"/>
                  <a:pt x="10583" y="0"/>
                </a:cubicBez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696" name="Shape 634"/>
          <p:cNvSpPr txBox="1"/>
          <p:nvPr/>
        </p:nvSpPr>
        <p:spPr>
          <a:xfrm>
            <a:off x="1282491" y="4083917"/>
            <a:ext cx="3096343" cy="859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You can simply impress your audience and add a unique zing.</a:t>
            </a:r>
          </a:p>
        </p:txBody>
      </p:sp>
      <p:grpSp>
        <p:nvGrpSpPr>
          <p:cNvPr id="699" name="Shape 635"/>
          <p:cNvGrpSpPr/>
          <p:nvPr/>
        </p:nvGrpSpPr>
        <p:grpSpPr>
          <a:xfrm>
            <a:off x="1442653" y="1739257"/>
            <a:ext cx="2772001" cy="1944001"/>
            <a:chOff x="0" y="0"/>
            <a:chExt cx="2772000" cy="1943999"/>
          </a:xfrm>
        </p:grpSpPr>
        <p:sp>
          <p:nvSpPr>
            <p:cNvPr id="697" name="직사각형"/>
            <p:cNvSpPr/>
            <p:nvPr/>
          </p:nvSpPr>
          <p:spPr>
            <a:xfrm>
              <a:off x="0" y="0"/>
              <a:ext cx="2772000" cy="1944000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698" name="image15.jpeg" descr="image15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2499" r="2499"/>
            <a:stretch>
              <a:fillRect/>
            </a:stretch>
          </p:blipFill>
          <p:spPr>
            <a:xfrm>
              <a:off x="-1" y="0"/>
              <a:ext cx="2772001" cy="1944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640"/>
          <p:cNvSpPr/>
          <p:nvPr/>
        </p:nvSpPr>
        <p:spPr>
          <a:xfrm>
            <a:off x="899590" y="1325258"/>
            <a:ext cx="3738095" cy="33423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92" y="9858"/>
                </a:lnTo>
                <a:lnTo>
                  <a:pt x="1092" y="10423"/>
                </a:lnTo>
                <a:lnTo>
                  <a:pt x="10463" y="10423"/>
                </a:lnTo>
                <a:lnTo>
                  <a:pt x="10463" y="1221"/>
                </a:lnTo>
                <a:lnTo>
                  <a:pt x="9958" y="1221"/>
                </a:lnTo>
                <a:lnTo>
                  <a:pt x="10800" y="0"/>
                </a:lnTo>
                <a:lnTo>
                  <a:pt x="11642" y="1221"/>
                </a:lnTo>
                <a:lnTo>
                  <a:pt x="11137" y="1221"/>
                </a:lnTo>
                <a:lnTo>
                  <a:pt x="11137" y="10423"/>
                </a:lnTo>
                <a:lnTo>
                  <a:pt x="20508" y="10423"/>
                </a:lnTo>
                <a:lnTo>
                  <a:pt x="20508" y="9858"/>
                </a:lnTo>
                <a:lnTo>
                  <a:pt x="21600" y="10800"/>
                </a:lnTo>
                <a:lnTo>
                  <a:pt x="20508" y="11742"/>
                </a:lnTo>
                <a:lnTo>
                  <a:pt x="20508" y="11177"/>
                </a:lnTo>
                <a:lnTo>
                  <a:pt x="11137" y="11177"/>
                </a:lnTo>
                <a:lnTo>
                  <a:pt x="11137" y="20379"/>
                </a:lnTo>
                <a:lnTo>
                  <a:pt x="11642" y="20379"/>
                </a:lnTo>
                <a:lnTo>
                  <a:pt x="10800" y="21600"/>
                </a:lnTo>
                <a:lnTo>
                  <a:pt x="9958" y="20379"/>
                </a:lnTo>
                <a:lnTo>
                  <a:pt x="10463" y="20379"/>
                </a:lnTo>
                <a:lnTo>
                  <a:pt x="10463" y="11177"/>
                </a:lnTo>
                <a:lnTo>
                  <a:pt x="1092" y="11177"/>
                </a:lnTo>
                <a:lnTo>
                  <a:pt x="1092" y="11742"/>
                </a:lnTo>
                <a:close/>
              </a:path>
            </a:pathLst>
          </a:cu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02" name="Shape 641"/>
          <p:cNvSpPr/>
          <p:nvPr/>
        </p:nvSpPr>
        <p:spPr>
          <a:xfrm>
            <a:off x="2909723" y="1666125"/>
            <a:ext cx="1440000" cy="1188000"/>
          </a:xfrm>
          <a:prstGeom prst="rect">
            <a:avLst/>
          </a:prstGeom>
          <a:solidFill>
            <a:srgbClr val="FFFFFF"/>
          </a:solidFill>
          <a:ln w="31750">
            <a:solidFill>
              <a:srgbClr val="3F3F3F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03" name="Shape 642"/>
          <p:cNvSpPr/>
          <p:nvPr/>
        </p:nvSpPr>
        <p:spPr>
          <a:xfrm>
            <a:off x="1187624" y="1666125"/>
            <a:ext cx="1440000" cy="1188000"/>
          </a:xfrm>
          <a:prstGeom prst="rect">
            <a:avLst/>
          </a:prstGeom>
          <a:solidFill>
            <a:srgbClr val="FFFFFF"/>
          </a:solidFill>
          <a:ln w="3175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04" name="Shape 643"/>
          <p:cNvSpPr/>
          <p:nvPr/>
        </p:nvSpPr>
        <p:spPr>
          <a:xfrm>
            <a:off x="1187624" y="3147814"/>
            <a:ext cx="1440000" cy="1188000"/>
          </a:xfrm>
          <a:prstGeom prst="rect">
            <a:avLst/>
          </a:prstGeom>
          <a:solidFill>
            <a:srgbClr val="FFFFFF"/>
          </a:solidFill>
          <a:ln w="31750">
            <a:solidFill>
              <a:srgbClr val="3F3F3F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05" name="Shape 644"/>
          <p:cNvSpPr/>
          <p:nvPr/>
        </p:nvSpPr>
        <p:spPr>
          <a:xfrm>
            <a:off x="2909723" y="3147814"/>
            <a:ext cx="1440000" cy="1188000"/>
          </a:xfrm>
          <a:prstGeom prst="rect">
            <a:avLst/>
          </a:prstGeom>
          <a:solidFill>
            <a:srgbClr val="FFFFFF"/>
          </a:solidFill>
          <a:ln w="3175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06" name="Shape 645"/>
          <p:cNvSpPr txBox="1"/>
          <p:nvPr/>
        </p:nvSpPr>
        <p:spPr>
          <a:xfrm>
            <a:off x="1421448" y="2121624"/>
            <a:ext cx="972350" cy="586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  Here</a:t>
            </a:r>
          </a:p>
        </p:txBody>
      </p:sp>
      <p:sp>
        <p:nvSpPr>
          <p:cNvPr id="707" name="Shape 646"/>
          <p:cNvSpPr txBox="1"/>
          <p:nvPr/>
        </p:nvSpPr>
        <p:spPr>
          <a:xfrm>
            <a:off x="3143549" y="2121624"/>
            <a:ext cx="972349" cy="586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  Here</a:t>
            </a:r>
          </a:p>
        </p:txBody>
      </p:sp>
      <p:sp>
        <p:nvSpPr>
          <p:cNvPr id="708" name="Shape 647"/>
          <p:cNvSpPr txBox="1"/>
          <p:nvPr/>
        </p:nvSpPr>
        <p:spPr>
          <a:xfrm>
            <a:off x="3143549" y="3603314"/>
            <a:ext cx="972349" cy="586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  Here</a:t>
            </a:r>
          </a:p>
        </p:txBody>
      </p:sp>
      <p:sp>
        <p:nvSpPr>
          <p:cNvPr id="709" name="Shape 648"/>
          <p:cNvSpPr txBox="1"/>
          <p:nvPr/>
        </p:nvSpPr>
        <p:spPr>
          <a:xfrm>
            <a:off x="1421448" y="3603311"/>
            <a:ext cx="972350" cy="586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Text  Here</a:t>
            </a:r>
          </a:p>
        </p:txBody>
      </p:sp>
      <p:grpSp>
        <p:nvGrpSpPr>
          <p:cNvPr id="712" name="Shape 649"/>
          <p:cNvGrpSpPr/>
          <p:nvPr/>
        </p:nvGrpSpPr>
        <p:grpSpPr>
          <a:xfrm>
            <a:off x="5076054" y="2811764"/>
            <a:ext cx="1296144" cy="369334"/>
            <a:chOff x="0" y="0"/>
            <a:chExt cx="1296142" cy="369332"/>
          </a:xfrm>
        </p:grpSpPr>
        <p:sp>
          <p:nvSpPr>
            <p:cNvPr id="710" name="직사각형"/>
            <p:cNvSpPr/>
            <p:nvPr/>
          </p:nvSpPr>
          <p:spPr>
            <a:xfrm>
              <a:off x="0" y="-1"/>
              <a:ext cx="1296143" cy="369334"/>
            </a:xfrm>
            <a:prstGeom prst="rect">
              <a:avLst/>
            </a:prstGeom>
            <a:solidFill>
              <a:srgbClr val="FFFFFF"/>
            </a:solidFill>
            <a:ln w="3175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11" name="Text  Here"/>
            <p:cNvSpPr txBox="1"/>
            <p:nvPr/>
          </p:nvSpPr>
          <p:spPr>
            <a:xfrm>
              <a:off x="0" y="27989"/>
              <a:ext cx="1296143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715" name="Shape 650"/>
          <p:cNvGrpSpPr/>
          <p:nvPr/>
        </p:nvGrpSpPr>
        <p:grpSpPr>
          <a:xfrm>
            <a:off x="6948264" y="2811764"/>
            <a:ext cx="1296144" cy="369334"/>
            <a:chOff x="0" y="0"/>
            <a:chExt cx="1296142" cy="369332"/>
          </a:xfrm>
        </p:grpSpPr>
        <p:sp>
          <p:nvSpPr>
            <p:cNvPr id="713" name="직사각형"/>
            <p:cNvSpPr/>
            <p:nvPr/>
          </p:nvSpPr>
          <p:spPr>
            <a:xfrm>
              <a:off x="0" y="-1"/>
              <a:ext cx="1296143" cy="369334"/>
            </a:xfrm>
            <a:prstGeom prst="rect">
              <a:avLst/>
            </a:prstGeom>
            <a:solidFill>
              <a:srgbClr val="FFFFFF"/>
            </a:solidFill>
            <a:ln w="31750" cap="flat">
              <a:solidFill>
                <a:srgbClr val="3F3F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14" name="Text  Here"/>
            <p:cNvSpPr txBox="1"/>
            <p:nvPr/>
          </p:nvSpPr>
          <p:spPr>
            <a:xfrm>
              <a:off x="0" y="27989"/>
              <a:ext cx="1296143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718" name="Shape 651"/>
          <p:cNvGrpSpPr/>
          <p:nvPr/>
        </p:nvGrpSpPr>
        <p:grpSpPr>
          <a:xfrm>
            <a:off x="4932040" y="1771710"/>
            <a:ext cx="1584176" cy="1078116"/>
            <a:chOff x="0" y="0"/>
            <a:chExt cx="1584175" cy="1078115"/>
          </a:xfrm>
        </p:grpSpPr>
        <p:sp>
          <p:nvSpPr>
            <p:cNvPr id="716" name="Shape 652"/>
            <p:cNvSpPr txBox="1"/>
            <p:nvPr/>
          </p:nvSpPr>
          <p:spPr>
            <a:xfrm>
              <a:off x="0" y="214555"/>
              <a:ext cx="1584176" cy="8635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10000"/>
                </a:lnSpc>
              </a:lvl1pPr>
            </a:lstStyle>
            <a:p>
              <a:r>
                <a:t>Simple Presentation Designed</a:t>
              </a:r>
            </a:p>
          </p:txBody>
        </p:sp>
        <p:sp>
          <p:nvSpPr>
            <p:cNvPr id="717" name="Shape 653"/>
            <p:cNvSpPr txBox="1"/>
            <p:nvPr/>
          </p:nvSpPr>
          <p:spPr>
            <a:xfrm>
              <a:off x="0" y="0"/>
              <a:ext cx="1584176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721" name="Shape 654"/>
          <p:cNvGrpSpPr/>
          <p:nvPr/>
        </p:nvGrpSpPr>
        <p:grpSpPr>
          <a:xfrm>
            <a:off x="6804248" y="1771710"/>
            <a:ext cx="1584176" cy="1078116"/>
            <a:chOff x="0" y="0"/>
            <a:chExt cx="1584175" cy="1078115"/>
          </a:xfrm>
        </p:grpSpPr>
        <p:sp>
          <p:nvSpPr>
            <p:cNvPr id="719" name="Shape 655"/>
            <p:cNvSpPr txBox="1"/>
            <p:nvPr/>
          </p:nvSpPr>
          <p:spPr>
            <a:xfrm>
              <a:off x="0" y="214555"/>
              <a:ext cx="1584176" cy="8635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10000"/>
                </a:lnSpc>
              </a:lvl1pPr>
            </a:lstStyle>
            <a:p>
              <a:r>
                <a:t>Simple Presentation Designed</a:t>
              </a:r>
            </a:p>
          </p:txBody>
        </p:sp>
        <p:sp>
          <p:nvSpPr>
            <p:cNvPr id="720" name="Shape 656"/>
            <p:cNvSpPr txBox="1"/>
            <p:nvPr/>
          </p:nvSpPr>
          <p:spPr>
            <a:xfrm>
              <a:off x="0" y="0"/>
              <a:ext cx="1584176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sp>
        <p:nvSpPr>
          <p:cNvPr id="722" name="Shape 657"/>
          <p:cNvSpPr txBox="1"/>
          <p:nvPr/>
        </p:nvSpPr>
        <p:spPr>
          <a:xfrm>
            <a:off x="4834575" y="3541243"/>
            <a:ext cx="3585584" cy="1201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This PowerPoint Template has clean and neutral design that can be adapted to any content and meets various market segments. </a:t>
            </a:r>
          </a:p>
        </p:txBody>
      </p:sp>
      <p:sp>
        <p:nvSpPr>
          <p:cNvPr id="723" name="Shape 658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Infographic </a:t>
            </a:r>
            <a:r>
              <a:rPr>
                <a:solidFill>
                  <a:srgbClr val="3F3F3F"/>
                </a:solidFill>
              </a:rPr>
              <a:t>Layout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663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</a:t>
            </a:r>
            <a:r>
              <a:rPr>
                <a:solidFill>
                  <a:srgbClr val="0DD2D9"/>
                </a:solidFill>
              </a:rPr>
              <a:t>Table</a:t>
            </a:r>
            <a:r>
              <a:t> Layout</a:t>
            </a:r>
          </a:p>
        </p:txBody>
      </p:sp>
      <p:graphicFrame>
        <p:nvGraphicFramePr>
          <p:cNvPr id="726" name="Shape 664"/>
          <p:cNvGraphicFramePr/>
          <p:nvPr/>
        </p:nvGraphicFramePr>
        <p:xfrm>
          <a:off x="780926" y="1260000"/>
          <a:ext cx="7713496" cy="3463792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928374"/>
                <a:gridCol w="1928374"/>
                <a:gridCol w="1928374"/>
                <a:gridCol w="1928374"/>
              </a:tblGrid>
              <a:tr h="432974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7F7F7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7F7F7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7F7F7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7F7F7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329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Text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</a:tr>
              <a:tr h="4329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4329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4329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4329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4329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Content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Content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Content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Add Content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</a:tr>
              <a:tr h="4329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0D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  Here</a:t>
                      </a:r>
                    </a:p>
                  </a:txBody>
                  <a:tcPr marL="45725" marR="45725" marT="45725" marB="45725" anchor="ctr" horzOverflow="overflow">
                    <a:lnL w="76200">
                      <a:solidFill>
                        <a:srgbClr val="FFFFFF"/>
                      </a:solidFill>
                    </a:lnL>
                    <a:lnR w="76200">
                      <a:solidFill>
                        <a:srgbClr val="FFFFFF"/>
                      </a:solidFill>
                    </a:lnR>
                    <a:lnT w="76200">
                      <a:solidFill>
                        <a:srgbClr val="FFFFFF"/>
                      </a:solidFill>
                    </a:lnT>
                    <a:lnB w="76200">
                      <a:solidFill>
                        <a:srgbClr val="FFFFFF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Shape 669"/>
          <p:cNvGrpSpPr/>
          <p:nvPr/>
        </p:nvGrpSpPr>
        <p:grpSpPr>
          <a:xfrm>
            <a:off x="1007007" y="1468079"/>
            <a:ext cx="1143175" cy="1802548"/>
            <a:chOff x="0" y="0"/>
            <a:chExt cx="1143174" cy="1802546"/>
          </a:xfrm>
        </p:grpSpPr>
        <p:sp>
          <p:nvSpPr>
            <p:cNvPr id="728" name="직사각형"/>
            <p:cNvSpPr/>
            <p:nvPr/>
          </p:nvSpPr>
          <p:spPr>
            <a:xfrm>
              <a:off x="0" y="0"/>
              <a:ext cx="1143175" cy="1802547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729" name="image21.jpeg" descr="image21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39537" t="667" r="18817" b="760"/>
            <a:stretch>
              <a:fillRect/>
            </a:stretch>
          </p:blipFill>
          <p:spPr>
            <a:xfrm>
              <a:off x="0" y="-1"/>
              <a:ext cx="1143175" cy="18025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33" name="Shape 670"/>
          <p:cNvGrpSpPr/>
          <p:nvPr/>
        </p:nvGrpSpPr>
        <p:grpSpPr>
          <a:xfrm>
            <a:off x="2996838" y="2291782"/>
            <a:ext cx="1143175" cy="1802549"/>
            <a:chOff x="0" y="0"/>
            <a:chExt cx="1143174" cy="1802547"/>
          </a:xfrm>
        </p:grpSpPr>
        <p:sp>
          <p:nvSpPr>
            <p:cNvPr id="731" name="직사각형"/>
            <p:cNvSpPr/>
            <p:nvPr/>
          </p:nvSpPr>
          <p:spPr>
            <a:xfrm>
              <a:off x="0" y="0"/>
              <a:ext cx="1143175" cy="1802547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732" name="image19.jpeg" descr="image19.jpe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1961" t="916" r="7277" b="528"/>
            <a:stretch>
              <a:fillRect/>
            </a:stretch>
          </p:blipFill>
          <p:spPr>
            <a:xfrm>
              <a:off x="0" y="-1"/>
              <a:ext cx="1143175" cy="1802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36" name="Shape 671"/>
          <p:cNvGrpSpPr/>
          <p:nvPr/>
        </p:nvGrpSpPr>
        <p:grpSpPr>
          <a:xfrm>
            <a:off x="4986668" y="1586548"/>
            <a:ext cx="1143175" cy="1802547"/>
            <a:chOff x="0" y="0"/>
            <a:chExt cx="1143174" cy="1802546"/>
          </a:xfrm>
        </p:grpSpPr>
        <p:sp>
          <p:nvSpPr>
            <p:cNvPr id="734" name="직사각형"/>
            <p:cNvSpPr/>
            <p:nvPr/>
          </p:nvSpPr>
          <p:spPr>
            <a:xfrm>
              <a:off x="0" y="0"/>
              <a:ext cx="1143175" cy="1802547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735" name="image20.jpeg" descr="image20.jpe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28007" r="28006"/>
            <a:stretch>
              <a:fillRect/>
            </a:stretch>
          </p:blipFill>
          <p:spPr>
            <a:xfrm>
              <a:off x="0" y="0"/>
              <a:ext cx="1143175" cy="18025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39" name="Shape 672"/>
          <p:cNvGrpSpPr/>
          <p:nvPr/>
        </p:nvGrpSpPr>
        <p:grpSpPr>
          <a:xfrm>
            <a:off x="6976498" y="2548200"/>
            <a:ext cx="1143175" cy="1802548"/>
            <a:chOff x="0" y="0"/>
            <a:chExt cx="1143174" cy="1802546"/>
          </a:xfrm>
        </p:grpSpPr>
        <p:sp>
          <p:nvSpPr>
            <p:cNvPr id="737" name="직사각형"/>
            <p:cNvSpPr/>
            <p:nvPr/>
          </p:nvSpPr>
          <p:spPr>
            <a:xfrm>
              <a:off x="0" y="0"/>
              <a:ext cx="1143175" cy="1802547"/>
            </a:xfrm>
            <a:prstGeom prst="rect">
              <a:avLst/>
            </a:pr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738" name="image18.jpeg" descr="image18.jpeg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28894" r="28893"/>
            <a:stretch>
              <a:fillRect/>
            </a:stretch>
          </p:blipFill>
          <p:spPr>
            <a:xfrm>
              <a:off x="0" y="0"/>
              <a:ext cx="1143175" cy="18025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40" name="Shape 673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</a:t>
            </a:r>
            <a:r>
              <a:rPr>
                <a:solidFill>
                  <a:srgbClr val="0DD2D9"/>
                </a:solidFill>
              </a:rPr>
              <a:t>Image</a:t>
            </a:r>
            <a:r>
              <a:t> &amp; </a:t>
            </a:r>
            <a:r>
              <a:rPr>
                <a:solidFill>
                  <a:srgbClr val="0DD2D9"/>
                </a:solidFill>
              </a:rPr>
              <a:t>Content</a:t>
            </a:r>
            <a:r>
              <a:t> </a:t>
            </a:r>
          </a:p>
        </p:txBody>
      </p:sp>
      <p:grpSp>
        <p:nvGrpSpPr>
          <p:cNvPr id="743" name="Shape 674"/>
          <p:cNvGrpSpPr/>
          <p:nvPr/>
        </p:nvGrpSpPr>
        <p:grpSpPr>
          <a:xfrm>
            <a:off x="1084867" y="3951509"/>
            <a:ext cx="1224135" cy="1126375"/>
            <a:chOff x="0" y="0"/>
            <a:chExt cx="1224134" cy="1126374"/>
          </a:xfrm>
        </p:grpSpPr>
        <p:sp>
          <p:nvSpPr>
            <p:cNvPr id="741" name="Shape 675"/>
            <p:cNvSpPr txBox="1"/>
            <p:nvPr/>
          </p:nvSpPr>
          <p:spPr>
            <a:xfrm>
              <a:off x="0" y="214553"/>
              <a:ext cx="1224135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Replaced with your own text.  </a:t>
              </a:r>
            </a:p>
          </p:txBody>
        </p:sp>
        <p:sp>
          <p:nvSpPr>
            <p:cNvPr id="742" name="Shape 676"/>
            <p:cNvSpPr txBox="1"/>
            <p:nvPr/>
          </p:nvSpPr>
          <p:spPr>
            <a:xfrm>
              <a:off x="0" y="0"/>
              <a:ext cx="1224135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746" name="Shape 677"/>
          <p:cNvGrpSpPr/>
          <p:nvPr/>
        </p:nvGrpSpPr>
        <p:grpSpPr>
          <a:xfrm>
            <a:off x="3074085" y="1272208"/>
            <a:ext cx="1224136" cy="1126375"/>
            <a:chOff x="0" y="0"/>
            <a:chExt cx="1224134" cy="1126374"/>
          </a:xfrm>
        </p:grpSpPr>
        <p:sp>
          <p:nvSpPr>
            <p:cNvPr id="744" name="Shape 678"/>
            <p:cNvSpPr txBox="1"/>
            <p:nvPr/>
          </p:nvSpPr>
          <p:spPr>
            <a:xfrm>
              <a:off x="0" y="214553"/>
              <a:ext cx="1224135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Replaced with your own text.  </a:t>
              </a:r>
            </a:p>
          </p:txBody>
        </p:sp>
        <p:sp>
          <p:nvSpPr>
            <p:cNvPr id="745" name="Shape 679"/>
            <p:cNvSpPr txBox="1"/>
            <p:nvPr/>
          </p:nvSpPr>
          <p:spPr>
            <a:xfrm>
              <a:off x="0" y="0"/>
              <a:ext cx="1224135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749" name="Shape 680"/>
          <p:cNvGrpSpPr/>
          <p:nvPr/>
        </p:nvGrpSpPr>
        <p:grpSpPr>
          <a:xfrm>
            <a:off x="7052525" y="1535939"/>
            <a:ext cx="1224136" cy="1126375"/>
            <a:chOff x="0" y="0"/>
            <a:chExt cx="1224134" cy="1126374"/>
          </a:xfrm>
        </p:grpSpPr>
        <p:sp>
          <p:nvSpPr>
            <p:cNvPr id="747" name="Shape 681"/>
            <p:cNvSpPr txBox="1"/>
            <p:nvPr/>
          </p:nvSpPr>
          <p:spPr>
            <a:xfrm>
              <a:off x="0" y="214553"/>
              <a:ext cx="1224135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Replaced with your own text.  </a:t>
              </a:r>
            </a:p>
          </p:txBody>
        </p:sp>
        <p:sp>
          <p:nvSpPr>
            <p:cNvPr id="748" name="Shape 682"/>
            <p:cNvSpPr txBox="1"/>
            <p:nvPr/>
          </p:nvSpPr>
          <p:spPr>
            <a:xfrm>
              <a:off x="0" y="0"/>
              <a:ext cx="1224135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752" name="Shape 683"/>
          <p:cNvGrpSpPr/>
          <p:nvPr/>
        </p:nvGrpSpPr>
        <p:grpSpPr>
          <a:xfrm>
            <a:off x="5063304" y="3761061"/>
            <a:ext cx="1224136" cy="1126375"/>
            <a:chOff x="0" y="0"/>
            <a:chExt cx="1224134" cy="1126374"/>
          </a:xfrm>
        </p:grpSpPr>
        <p:sp>
          <p:nvSpPr>
            <p:cNvPr id="750" name="Shape 684"/>
            <p:cNvSpPr txBox="1"/>
            <p:nvPr/>
          </p:nvSpPr>
          <p:spPr>
            <a:xfrm>
              <a:off x="0" y="214553"/>
              <a:ext cx="1224135" cy="9118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Replaced with your own text.  </a:t>
              </a:r>
            </a:p>
          </p:txBody>
        </p:sp>
        <p:sp>
          <p:nvSpPr>
            <p:cNvPr id="751" name="Shape 685"/>
            <p:cNvSpPr txBox="1"/>
            <p:nvPr/>
          </p:nvSpPr>
          <p:spPr>
            <a:xfrm>
              <a:off x="0" y="0"/>
              <a:ext cx="1224135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755" name="Shape 686"/>
          <p:cNvGrpSpPr/>
          <p:nvPr/>
        </p:nvGrpSpPr>
        <p:grpSpPr>
          <a:xfrm>
            <a:off x="2769109" y="1378546"/>
            <a:ext cx="305047" cy="305047"/>
            <a:chOff x="0" y="0"/>
            <a:chExt cx="305046" cy="305046"/>
          </a:xfrm>
        </p:grpSpPr>
        <p:sp>
          <p:nvSpPr>
            <p:cNvPr id="753" name="Shape 687"/>
            <p:cNvSpPr/>
            <p:nvPr/>
          </p:nvSpPr>
          <p:spPr>
            <a:xfrm>
              <a:off x="-1" y="-1"/>
              <a:ext cx="305048" cy="305048"/>
            </a:xfrm>
            <a:prstGeom prst="ellipse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54" name="Shape 688"/>
            <p:cNvSpPr/>
            <p:nvPr/>
          </p:nvSpPr>
          <p:spPr>
            <a:xfrm rot="2700000">
              <a:off x="86452" y="66242"/>
              <a:ext cx="172561" cy="172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496" y="0"/>
                  </a:lnTo>
                  <a:lnTo>
                    <a:pt x="7496" y="14479"/>
                  </a:lnTo>
                  <a:lnTo>
                    <a:pt x="21600" y="14479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758" name="Shape 689"/>
          <p:cNvGrpSpPr/>
          <p:nvPr/>
        </p:nvGrpSpPr>
        <p:grpSpPr>
          <a:xfrm>
            <a:off x="6747685" y="1626936"/>
            <a:ext cx="305047" cy="305047"/>
            <a:chOff x="0" y="0"/>
            <a:chExt cx="305046" cy="305046"/>
          </a:xfrm>
        </p:grpSpPr>
        <p:sp>
          <p:nvSpPr>
            <p:cNvPr id="756" name="Shape 690"/>
            <p:cNvSpPr/>
            <p:nvPr/>
          </p:nvSpPr>
          <p:spPr>
            <a:xfrm>
              <a:off x="-1" y="-1"/>
              <a:ext cx="305048" cy="305048"/>
            </a:xfrm>
            <a:prstGeom prst="ellipse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57" name="Shape 691"/>
            <p:cNvSpPr/>
            <p:nvPr/>
          </p:nvSpPr>
          <p:spPr>
            <a:xfrm rot="2700000">
              <a:off x="86452" y="66242"/>
              <a:ext cx="172561" cy="172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496" y="0"/>
                  </a:lnTo>
                  <a:lnTo>
                    <a:pt x="7496" y="14479"/>
                  </a:lnTo>
                  <a:lnTo>
                    <a:pt x="21600" y="14479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761" name="Shape 692"/>
          <p:cNvGrpSpPr/>
          <p:nvPr/>
        </p:nvGrpSpPr>
        <p:grpSpPr>
          <a:xfrm>
            <a:off x="4758397" y="3761061"/>
            <a:ext cx="305047" cy="305047"/>
            <a:chOff x="0" y="0"/>
            <a:chExt cx="305046" cy="305046"/>
          </a:xfrm>
        </p:grpSpPr>
        <p:sp>
          <p:nvSpPr>
            <p:cNvPr id="759" name="Shape 693"/>
            <p:cNvSpPr/>
            <p:nvPr/>
          </p:nvSpPr>
          <p:spPr>
            <a:xfrm>
              <a:off x="-1" y="-1"/>
              <a:ext cx="305048" cy="305048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60" name="Shape 694"/>
            <p:cNvSpPr/>
            <p:nvPr/>
          </p:nvSpPr>
          <p:spPr>
            <a:xfrm rot="2700000">
              <a:off x="86452" y="66242"/>
              <a:ext cx="172561" cy="172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496" y="0"/>
                  </a:lnTo>
                  <a:lnTo>
                    <a:pt x="7496" y="14479"/>
                  </a:lnTo>
                  <a:lnTo>
                    <a:pt x="21600" y="14479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764" name="Shape 695"/>
          <p:cNvGrpSpPr/>
          <p:nvPr/>
        </p:nvGrpSpPr>
        <p:grpSpPr>
          <a:xfrm>
            <a:off x="779822" y="3951509"/>
            <a:ext cx="305047" cy="305047"/>
            <a:chOff x="0" y="0"/>
            <a:chExt cx="305046" cy="305046"/>
          </a:xfrm>
        </p:grpSpPr>
        <p:sp>
          <p:nvSpPr>
            <p:cNvPr id="762" name="Shape 696"/>
            <p:cNvSpPr/>
            <p:nvPr/>
          </p:nvSpPr>
          <p:spPr>
            <a:xfrm>
              <a:off x="-1" y="-1"/>
              <a:ext cx="305048" cy="305048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63" name="Shape 697"/>
            <p:cNvSpPr/>
            <p:nvPr/>
          </p:nvSpPr>
          <p:spPr>
            <a:xfrm rot="2700000">
              <a:off x="86452" y="66242"/>
              <a:ext cx="172561" cy="172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496" y="0"/>
                  </a:lnTo>
                  <a:lnTo>
                    <a:pt x="7496" y="14479"/>
                  </a:lnTo>
                  <a:lnTo>
                    <a:pt x="21600" y="14479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02"/>
          <p:cNvSpPr/>
          <p:nvPr/>
        </p:nvSpPr>
        <p:spPr>
          <a:xfrm>
            <a:off x="2932409" y="1321735"/>
            <a:ext cx="3237361" cy="3237361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3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67" name="Shape 703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Infographic </a:t>
            </a:r>
            <a:r>
              <a:rPr>
                <a:solidFill>
                  <a:srgbClr val="3F3F3F"/>
                </a:solidFill>
              </a:rPr>
              <a:t>Layout</a:t>
            </a:r>
          </a:p>
        </p:txBody>
      </p:sp>
      <p:grpSp>
        <p:nvGrpSpPr>
          <p:cNvPr id="770" name="Shape 704"/>
          <p:cNvGrpSpPr/>
          <p:nvPr/>
        </p:nvGrpSpPr>
        <p:grpSpPr>
          <a:xfrm>
            <a:off x="3808788" y="2174205"/>
            <a:ext cx="1493953" cy="1493953"/>
            <a:chOff x="0" y="0"/>
            <a:chExt cx="1493952" cy="1493952"/>
          </a:xfrm>
        </p:grpSpPr>
        <p:sp>
          <p:nvSpPr>
            <p:cNvPr id="768" name="Shape 705"/>
            <p:cNvSpPr/>
            <p:nvPr/>
          </p:nvSpPr>
          <p:spPr>
            <a:xfrm>
              <a:off x="-1" y="-1"/>
              <a:ext cx="1493954" cy="1493954"/>
            </a:xfrm>
            <a:prstGeom prst="ellipse">
              <a:avLst/>
            </a:prstGeom>
            <a:solidFill>
              <a:srgbClr val="FFFFFF"/>
            </a:solidFill>
            <a:ln w="5080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69" name="Shape 706"/>
            <p:cNvSpPr/>
            <p:nvPr/>
          </p:nvSpPr>
          <p:spPr>
            <a:xfrm>
              <a:off x="120109" y="120107"/>
              <a:ext cx="1253735" cy="1253735"/>
            </a:xfrm>
            <a:prstGeom prst="ellipse">
              <a:avLst/>
            </a:prstGeom>
            <a:solidFill>
              <a:srgbClr val="0DD2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771" name="Shape 707"/>
          <p:cNvSpPr/>
          <p:nvPr/>
        </p:nvSpPr>
        <p:spPr>
          <a:xfrm rot="16200000">
            <a:off x="4159627" y="2521878"/>
            <a:ext cx="798081" cy="798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80" y="15884"/>
                </a:moveTo>
                <a:cubicBezTo>
                  <a:pt x="3843" y="15290"/>
                  <a:pt x="2613" y="14466"/>
                  <a:pt x="1560" y="13428"/>
                </a:cubicBezTo>
                <a:cubicBezTo>
                  <a:pt x="2014" y="15070"/>
                  <a:pt x="2902" y="16530"/>
                  <a:pt x="4095" y="17679"/>
                </a:cubicBezTo>
                <a:cubicBezTo>
                  <a:pt x="4528" y="17115"/>
                  <a:pt x="4886" y="16511"/>
                  <a:pt x="5180" y="15884"/>
                </a:cubicBezTo>
                <a:close/>
                <a:moveTo>
                  <a:pt x="5313" y="5847"/>
                </a:moveTo>
                <a:cubicBezTo>
                  <a:pt x="5001" y="5156"/>
                  <a:pt x="4619" y="4489"/>
                  <a:pt x="4148" y="3870"/>
                </a:cubicBezTo>
                <a:cubicBezTo>
                  <a:pt x="2843" y="5109"/>
                  <a:pt x="1893" y="6717"/>
                  <a:pt x="1461" y="8525"/>
                </a:cubicBezTo>
                <a:cubicBezTo>
                  <a:pt x="2568" y="7387"/>
                  <a:pt x="3878" y="6484"/>
                  <a:pt x="5313" y="5847"/>
                </a:cubicBezTo>
                <a:close/>
                <a:moveTo>
                  <a:pt x="6344" y="11338"/>
                </a:moveTo>
                <a:lnTo>
                  <a:pt x="1539" y="11338"/>
                </a:lnTo>
                <a:cubicBezTo>
                  <a:pt x="2665" y="12759"/>
                  <a:pt x="4107" y="13864"/>
                  <a:pt x="5725" y="14590"/>
                </a:cubicBezTo>
                <a:cubicBezTo>
                  <a:pt x="6088" y="13535"/>
                  <a:pt x="6298" y="12439"/>
                  <a:pt x="6344" y="11338"/>
                </a:cubicBezTo>
                <a:close/>
                <a:moveTo>
                  <a:pt x="6346" y="10118"/>
                </a:moveTo>
                <a:cubicBezTo>
                  <a:pt x="6299" y="9118"/>
                  <a:pt x="6118" y="8125"/>
                  <a:pt x="5809" y="7162"/>
                </a:cubicBezTo>
                <a:cubicBezTo>
                  <a:pt x="4318" y="7840"/>
                  <a:pt x="2980" y="8841"/>
                  <a:pt x="1909" y="10118"/>
                </a:cubicBezTo>
                <a:close/>
                <a:moveTo>
                  <a:pt x="9966" y="17043"/>
                </a:moveTo>
                <a:cubicBezTo>
                  <a:pt x="8700" y="16996"/>
                  <a:pt x="7462" y="16753"/>
                  <a:pt x="6290" y="16339"/>
                </a:cubicBezTo>
                <a:cubicBezTo>
                  <a:pt x="5946" y="17082"/>
                  <a:pt x="5521" y="17796"/>
                  <a:pt x="5006" y="18461"/>
                </a:cubicBezTo>
                <a:cubicBezTo>
                  <a:pt x="6405" y="19527"/>
                  <a:pt x="8111" y="20210"/>
                  <a:pt x="9966" y="20366"/>
                </a:cubicBezTo>
                <a:close/>
                <a:moveTo>
                  <a:pt x="9966" y="11338"/>
                </a:moveTo>
                <a:lnTo>
                  <a:pt x="7542" y="11338"/>
                </a:lnTo>
                <a:cubicBezTo>
                  <a:pt x="7495" y="12591"/>
                  <a:pt x="7256" y="13838"/>
                  <a:pt x="6835" y="15037"/>
                </a:cubicBezTo>
                <a:cubicBezTo>
                  <a:pt x="7835" y="15385"/>
                  <a:pt x="8889" y="15591"/>
                  <a:pt x="9966" y="15639"/>
                </a:cubicBezTo>
                <a:close/>
                <a:moveTo>
                  <a:pt x="9966" y="6092"/>
                </a:moveTo>
                <a:cubicBezTo>
                  <a:pt x="8917" y="6151"/>
                  <a:pt x="7894" y="6361"/>
                  <a:pt x="6923" y="6709"/>
                </a:cubicBezTo>
                <a:cubicBezTo>
                  <a:pt x="7286" y="7817"/>
                  <a:pt x="7496" y="8965"/>
                  <a:pt x="7543" y="10118"/>
                </a:cubicBezTo>
                <a:lnTo>
                  <a:pt x="9966" y="10118"/>
                </a:lnTo>
                <a:close/>
                <a:moveTo>
                  <a:pt x="9966" y="1234"/>
                </a:moveTo>
                <a:cubicBezTo>
                  <a:pt x="8136" y="1388"/>
                  <a:pt x="6452" y="2054"/>
                  <a:pt x="5062" y="3095"/>
                </a:cubicBezTo>
                <a:cubicBezTo>
                  <a:pt x="5616" y="3814"/>
                  <a:pt x="6063" y="4590"/>
                  <a:pt x="6424" y="5394"/>
                </a:cubicBezTo>
                <a:cubicBezTo>
                  <a:pt x="7553" y="4988"/>
                  <a:pt x="8745" y="4746"/>
                  <a:pt x="9966" y="4686"/>
                </a:cubicBezTo>
                <a:close/>
                <a:moveTo>
                  <a:pt x="14579" y="6723"/>
                </a:moveTo>
                <a:cubicBezTo>
                  <a:pt x="13499" y="6339"/>
                  <a:pt x="12356" y="6116"/>
                  <a:pt x="11187" y="6080"/>
                </a:cubicBezTo>
                <a:lnTo>
                  <a:pt x="11187" y="10118"/>
                </a:lnTo>
                <a:lnTo>
                  <a:pt x="13994" y="10118"/>
                </a:lnTo>
                <a:cubicBezTo>
                  <a:pt x="14030" y="8971"/>
                  <a:pt x="14228" y="7829"/>
                  <a:pt x="14579" y="6723"/>
                </a:cubicBezTo>
                <a:close/>
                <a:moveTo>
                  <a:pt x="14706" y="14902"/>
                </a:moveTo>
                <a:cubicBezTo>
                  <a:pt x="14298" y="13747"/>
                  <a:pt x="14061" y="12547"/>
                  <a:pt x="14004" y="11338"/>
                </a:cubicBezTo>
                <a:lnTo>
                  <a:pt x="11187" y="11338"/>
                </a:lnTo>
                <a:lnTo>
                  <a:pt x="11187" y="15635"/>
                </a:lnTo>
                <a:cubicBezTo>
                  <a:pt x="12405" y="15582"/>
                  <a:pt x="13591" y="15328"/>
                  <a:pt x="14706" y="14902"/>
                </a:cubicBezTo>
                <a:close/>
                <a:moveTo>
                  <a:pt x="16426" y="3028"/>
                </a:moveTo>
                <a:cubicBezTo>
                  <a:pt x="14947" y="1946"/>
                  <a:pt x="13142" y="1287"/>
                  <a:pt x="11187" y="1212"/>
                </a:cubicBezTo>
                <a:lnTo>
                  <a:pt x="11187" y="4675"/>
                </a:lnTo>
                <a:cubicBezTo>
                  <a:pt x="12524" y="4711"/>
                  <a:pt x="13830" y="4964"/>
                  <a:pt x="15065" y="5403"/>
                </a:cubicBezTo>
                <a:cubicBezTo>
                  <a:pt x="15427" y="4576"/>
                  <a:pt x="15879" y="3779"/>
                  <a:pt x="16426" y="3028"/>
                </a:cubicBezTo>
                <a:close/>
                <a:moveTo>
                  <a:pt x="16594" y="18446"/>
                </a:moveTo>
                <a:cubicBezTo>
                  <a:pt x="16044" y="17745"/>
                  <a:pt x="15593" y="16991"/>
                  <a:pt x="15231" y="16205"/>
                </a:cubicBezTo>
                <a:cubicBezTo>
                  <a:pt x="13951" y="16698"/>
                  <a:pt x="12587" y="16988"/>
                  <a:pt x="11187" y="17041"/>
                </a:cubicBezTo>
                <a:lnTo>
                  <a:pt x="11187" y="20388"/>
                </a:lnTo>
                <a:cubicBezTo>
                  <a:pt x="13217" y="20310"/>
                  <a:pt x="15085" y="19602"/>
                  <a:pt x="16594" y="18446"/>
                </a:cubicBezTo>
                <a:close/>
                <a:moveTo>
                  <a:pt x="19521" y="10118"/>
                </a:moveTo>
                <a:cubicBezTo>
                  <a:pt x="18465" y="8858"/>
                  <a:pt x="17151" y="7868"/>
                  <a:pt x="15690" y="7187"/>
                </a:cubicBezTo>
                <a:cubicBezTo>
                  <a:pt x="15396" y="8143"/>
                  <a:pt x="15227" y="9128"/>
                  <a:pt x="15190" y="10118"/>
                </a:cubicBezTo>
                <a:close/>
                <a:moveTo>
                  <a:pt x="19601" y="11338"/>
                </a:moveTo>
                <a:lnTo>
                  <a:pt x="15201" y="11338"/>
                </a:lnTo>
                <a:cubicBezTo>
                  <a:pt x="15255" y="12381"/>
                  <a:pt x="15457" y="13417"/>
                  <a:pt x="15799" y="14417"/>
                </a:cubicBezTo>
                <a:cubicBezTo>
                  <a:pt x="17262" y="13688"/>
                  <a:pt x="18567" y="12647"/>
                  <a:pt x="19601" y="11338"/>
                </a:cubicBezTo>
                <a:close/>
                <a:moveTo>
                  <a:pt x="20159" y="8703"/>
                </a:moveTo>
                <a:cubicBezTo>
                  <a:pt x="19746" y="6789"/>
                  <a:pt x="18751" y="5091"/>
                  <a:pt x="17368" y="3802"/>
                </a:cubicBezTo>
                <a:cubicBezTo>
                  <a:pt x="16880" y="4448"/>
                  <a:pt x="16487" y="5145"/>
                  <a:pt x="16169" y="5866"/>
                </a:cubicBezTo>
                <a:cubicBezTo>
                  <a:pt x="17661" y="6539"/>
                  <a:pt x="19018" y="7499"/>
                  <a:pt x="20159" y="8703"/>
                </a:cubicBezTo>
                <a:close/>
                <a:moveTo>
                  <a:pt x="20168" y="12857"/>
                </a:moveTo>
                <a:cubicBezTo>
                  <a:pt x="19071" y="14054"/>
                  <a:pt x="17765" y="15021"/>
                  <a:pt x="16325" y="15719"/>
                </a:cubicBezTo>
                <a:cubicBezTo>
                  <a:pt x="16641" y="16402"/>
                  <a:pt x="17032" y="17059"/>
                  <a:pt x="17508" y="17669"/>
                </a:cubicBezTo>
                <a:cubicBezTo>
                  <a:pt x="18826" y="16385"/>
                  <a:pt x="19773" y="14723"/>
                  <a:pt x="20168" y="12857"/>
                </a:cubicBezTo>
                <a:close/>
                <a:moveTo>
                  <a:pt x="21600" y="10800"/>
                </a:moveTo>
                <a:cubicBezTo>
                  <a:pt x="21600" y="16765"/>
                  <a:pt x="16761" y="21600"/>
                  <a:pt x="10793" y="21600"/>
                </a:cubicBezTo>
                <a:cubicBezTo>
                  <a:pt x="5005" y="21600"/>
                  <a:pt x="280" y="17053"/>
                  <a:pt x="13" y="11338"/>
                </a:cubicBezTo>
                <a:lnTo>
                  <a:pt x="0" y="11338"/>
                </a:lnTo>
                <a:lnTo>
                  <a:pt x="0" y="10118"/>
                </a:lnTo>
                <a:lnTo>
                  <a:pt x="19" y="10118"/>
                </a:lnTo>
                <a:cubicBezTo>
                  <a:pt x="342" y="4745"/>
                  <a:pt x="4609" y="437"/>
                  <a:pt x="9966" y="42"/>
                </a:cubicBezTo>
                <a:lnTo>
                  <a:pt x="9966" y="0"/>
                </a:lnTo>
                <a:lnTo>
                  <a:pt x="11187" y="0"/>
                </a:lnTo>
                <a:lnTo>
                  <a:pt x="11187" y="20"/>
                </a:lnTo>
                <a:cubicBezTo>
                  <a:pt x="16973" y="214"/>
                  <a:pt x="21600" y="4967"/>
                  <a:pt x="21600" y="1080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2" name="Shape 708"/>
          <p:cNvSpPr/>
          <p:nvPr/>
        </p:nvSpPr>
        <p:spPr>
          <a:xfrm>
            <a:off x="5176942" y="3888146"/>
            <a:ext cx="693415" cy="693415"/>
          </a:xfrm>
          <a:prstGeom prst="ellipse">
            <a:avLst/>
          </a:pr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3" name="Shape 709"/>
          <p:cNvSpPr/>
          <p:nvPr/>
        </p:nvSpPr>
        <p:spPr>
          <a:xfrm>
            <a:off x="3259390" y="3888146"/>
            <a:ext cx="693415" cy="69341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4" name="Shape 710"/>
          <p:cNvSpPr/>
          <p:nvPr/>
        </p:nvSpPr>
        <p:spPr>
          <a:xfrm>
            <a:off x="2555775" y="2569330"/>
            <a:ext cx="693415" cy="693415"/>
          </a:xfrm>
          <a:prstGeom prst="ellipse">
            <a:avLst/>
          </a:pr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5" name="Shape 711"/>
          <p:cNvSpPr/>
          <p:nvPr/>
        </p:nvSpPr>
        <p:spPr>
          <a:xfrm>
            <a:off x="3259390" y="1250516"/>
            <a:ext cx="693415" cy="69341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6" name="Shape 712"/>
          <p:cNvSpPr/>
          <p:nvPr/>
        </p:nvSpPr>
        <p:spPr>
          <a:xfrm>
            <a:off x="5176942" y="1250516"/>
            <a:ext cx="693415" cy="693415"/>
          </a:xfrm>
          <a:prstGeom prst="ellipse">
            <a:avLst/>
          </a:prstGeom>
          <a:solidFill>
            <a:srgbClr val="BFBFB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7" name="Shape 713"/>
          <p:cNvSpPr/>
          <p:nvPr/>
        </p:nvSpPr>
        <p:spPr>
          <a:xfrm>
            <a:off x="5868144" y="2569330"/>
            <a:ext cx="693415" cy="69341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8" name="Shape 714"/>
          <p:cNvSpPr/>
          <p:nvPr/>
        </p:nvSpPr>
        <p:spPr>
          <a:xfrm>
            <a:off x="3396176" y="1386140"/>
            <a:ext cx="418667" cy="4221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79" name="Shape 715"/>
          <p:cNvSpPr/>
          <p:nvPr/>
        </p:nvSpPr>
        <p:spPr>
          <a:xfrm>
            <a:off x="3396798" y="4074081"/>
            <a:ext cx="418599" cy="321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9015"/>
                </a:moveTo>
                <a:cubicBezTo>
                  <a:pt x="14834" y="9015"/>
                  <a:pt x="16322" y="10952"/>
                  <a:pt x="16322" y="13342"/>
                </a:cubicBezTo>
                <a:cubicBezTo>
                  <a:pt x="16322" y="15731"/>
                  <a:pt x="14834" y="17668"/>
                  <a:pt x="12998" y="17668"/>
                </a:cubicBezTo>
                <a:cubicBezTo>
                  <a:pt x="11163" y="17668"/>
                  <a:pt x="9675" y="15731"/>
                  <a:pt x="9675" y="13342"/>
                </a:cubicBezTo>
                <a:cubicBezTo>
                  <a:pt x="9675" y="10952"/>
                  <a:pt x="11163" y="9015"/>
                  <a:pt x="12998" y="9015"/>
                </a:cubicBezTo>
                <a:close/>
                <a:moveTo>
                  <a:pt x="12998" y="7305"/>
                </a:moveTo>
                <a:cubicBezTo>
                  <a:pt x="10437" y="7305"/>
                  <a:pt x="8362" y="10008"/>
                  <a:pt x="8362" y="13342"/>
                </a:cubicBezTo>
                <a:cubicBezTo>
                  <a:pt x="8362" y="16675"/>
                  <a:pt x="10437" y="19378"/>
                  <a:pt x="12998" y="19378"/>
                </a:cubicBezTo>
                <a:cubicBezTo>
                  <a:pt x="15559" y="19378"/>
                  <a:pt x="17635" y="16675"/>
                  <a:pt x="17635" y="13342"/>
                </a:cubicBezTo>
                <a:cubicBezTo>
                  <a:pt x="17635" y="10008"/>
                  <a:pt x="15559" y="7305"/>
                  <a:pt x="12998" y="7305"/>
                </a:cubicBezTo>
                <a:close/>
                <a:moveTo>
                  <a:pt x="7539" y="5964"/>
                </a:moveTo>
                <a:lnTo>
                  <a:pt x="7539" y="7325"/>
                </a:lnTo>
                <a:lnTo>
                  <a:pt x="9003" y="7325"/>
                </a:lnTo>
                <a:lnTo>
                  <a:pt x="9003" y="5964"/>
                </a:lnTo>
                <a:close/>
                <a:moveTo>
                  <a:pt x="17528" y="5527"/>
                </a:moveTo>
                <a:lnTo>
                  <a:pt x="17528" y="7325"/>
                </a:lnTo>
                <a:lnTo>
                  <a:pt x="20343" y="7325"/>
                </a:lnTo>
                <a:lnTo>
                  <a:pt x="20343" y="5527"/>
                </a:lnTo>
                <a:close/>
                <a:moveTo>
                  <a:pt x="10802" y="955"/>
                </a:moveTo>
                <a:lnTo>
                  <a:pt x="10802" y="3820"/>
                </a:lnTo>
                <a:lnTo>
                  <a:pt x="15195" y="3820"/>
                </a:lnTo>
                <a:lnTo>
                  <a:pt x="15195" y="955"/>
                </a:lnTo>
                <a:close/>
                <a:moveTo>
                  <a:pt x="9845" y="0"/>
                </a:moveTo>
                <a:lnTo>
                  <a:pt x="16151" y="0"/>
                </a:lnTo>
                <a:cubicBezTo>
                  <a:pt x="16493" y="0"/>
                  <a:pt x="16769" y="360"/>
                  <a:pt x="16769" y="804"/>
                </a:cubicBezTo>
                <a:lnTo>
                  <a:pt x="16769" y="3820"/>
                </a:lnTo>
                <a:lnTo>
                  <a:pt x="19880" y="3820"/>
                </a:lnTo>
                <a:cubicBezTo>
                  <a:pt x="20830" y="3820"/>
                  <a:pt x="21600" y="4823"/>
                  <a:pt x="21600" y="6059"/>
                </a:cubicBezTo>
                <a:lnTo>
                  <a:pt x="21600" y="19360"/>
                </a:lnTo>
                <a:cubicBezTo>
                  <a:pt x="21600" y="20597"/>
                  <a:pt x="20830" y="21600"/>
                  <a:pt x="19880" y="21600"/>
                </a:cubicBezTo>
                <a:lnTo>
                  <a:pt x="1720" y="21600"/>
                </a:lnTo>
                <a:cubicBezTo>
                  <a:pt x="770" y="21600"/>
                  <a:pt x="0" y="20597"/>
                  <a:pt x="0" y="19360"/>
                </a:cubicBezTo>
                <a:lnTo>
                  <a:pt x="0" y="6059"/>
                </a:lnTo>
                <a:cubicBezTo>
                  <a:pt x="0" y="4823"/>
                  <a:pt x="770" y="3820"/>
                  <a:pt x="1720" y="3820"/>
                </a:cubicBezTo>
                <a:lnTo>
                  <a:pt x="2081" y="3820"/>
                </a:lnTo>
                <a:lnTo>
                  <a:pt x="2081" y="2763"/>
                </a:lnTo>
                <a:cubicBezTo>
                  <a:pt x="2081" y="2541"/>
                  <a:pt x="2220" y="2361"/>
                  <a:pt x="2390" y="2361"/>
                </a:cubicBezTo>
                <a:lnTo>
                  <a:pt x="5543" y="2361"/>
                </a:lnTo>
                <a:cubicBezTo>
                  <a:pt x="5714" y="2361"/>
                  <a:pt x="5853" y="2541"/>
                  <a:pt x="5853" y="2763"/>
                </a:cubicBezTo>
                <a:lnTo>
                  <a:pt x="5853" y="3820"/>
                </a:lnTo>
                <a:lnTo>
                  <a:pt x="9227" y="3820"/>
                </a:lnTo>
                <a:lnTo>
                  <a:pt x="9227" y="804"/>
                </a:lnTo>
                <a:cubicBezTo>
                  <a:pt x="9227" y="360"/>
                  <a:pt x="9504" y="0"/>
                  <a:pt x="9845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80" name="Shape 716"/>
          <p:cNvSpPr/>
          <p:nvPr/>
        </p:nvSpPr>
        <p:spPr>
          <a:xfrm>
            <a:off x="2705031" y="2745638"/>
            <a:ext cx="394905" cy="3407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79" y="4730"/>
                </a:moveTo>
                <a:cubicBezTo>
                  <a:pt x="4075" y="4730"/>
                  <a:pt x="3667" y="5203"/>
                  <a:pt x="3667" y="5787"/>
                </a:cubicBezTo>
                <a:cubicBezTo>
                  <a:pt x="3667" y="6371"/>
                  <a:pt x="4075" y="6845"/>
                  <a:pt x="4579" y="6845"/>
                </a:cubicBezTo>
                <a:cubicBezTo>
                  <a:pt x="5083" y="6845"/>
                  <a:pt x="5491" y="6371"/>
                  <a:pt x="5491" y="5787"/>
                </a:cubicBezTo>
                <a:cubicBezTo>
                  <a:pt x="5491" y="5203"/>
                  <a:pt x="5083" y="4730"/>
                  <a:pt x="4579" y="4730"/>
                </a:cubicBezTo>
                <a:close/>
                <a:moveTo>
                  <a:pt x="10583" y="2174"/>
                </a:moveTo>
                <a:cubicBezTo>
                  <a:pt x="9547" y="2174"/>
                  <a:pt x="8707" y="3147"/>
                  <a:pt x="8707" y="4348"/>
                </a:cubicBezTo>
                <a:cubicBezTo>
                  <a:pt x="8707" y="5549"/>
                  <a:pt x="9547" y="6522"/>
                  <a:pt x="10583" y="6522"/>
                </a:cubicBezTo>
                <a:cubicBezTo>
                  <a:pt x="11620" y="6522"/>
                  <a:pt x="12460" y="5549"/>
                  <a:pt x="12460" y="4348"/>
                </a:cubicBezTo>
                <a:cubicBezTo>
                  <a:pt x="12460" y="3147"/>
                  <a:pt x="11620" y="2174"/>
                  <a:pt x="10583" y="2174"/>
                </a:cubicBezTo>
                <a:close/>
                <a:moveTo>
                  <a:pt x="10583" y="0"/>
                </a:moveTo>
                <a:cubicBezTo>
                  <a:pt x="12656" y="0"/>
                  <a:pt x="14336" y="1947"/>
                  <a:pt x="14336" y="4348"/>
                </a:cubicBezTo>
                <a:cubicBezTo>
                  <a:pt x="14336" y="6073"/>
                  <a:pt x="13469" y="7563"/>
                  <a:pt x="12207" y="8252"/>
                </a:cubicBezTo>
                <a:lnTo>
                  <a:pt x="14771" y="8252"/>
                </a:lnTo>
                <a:cubicBezTo>
                  <a:pt x="15832" y="8252"/>
                  <a:pt x="16691" y="9248"/>
                  <a:pt x="16691" y="10477"/>
                </a:cubicBezTo>
                <a:lnTo>
                  <a:pt x="16691" y="11394"/>
                </a:lnTo>
                <a:lnTo>
                  <a:pt x="17707" y="11394"/>
                </a:lnTo>
                <a:cubicBezTo>
                  <a:pt x="17949" y="11394"/>
                  <a:pt x="18152" y="11591"/>
                  <a:pt x="18193" y="11856"/>
                </a:cubicBezTo>
                <a:lnTo>
                  <a:pt x="21600" y="8573"/>
                </a:lnTo>
                <a:lnTo>
                  <a:pt x="21600" y="21279"/>
                </a:lnTo>
                <a:lnTo>
                  <a:pt x="18193" y="17996"/>
                </a:lnTo>
                <a:cubicBezTo>
                  <a:pt x="18152" y="18262"/>
                  <a:pt x="17949" y="18458"/>
                  <a:pt x="17707" y="18458"/>
                </a:cubicBezTo>
                <a:lnTo>
                  <a:pt x="16691" y="18458"/>
                </a:lnTo>
                <a:lnTo>
                  <a:pt x="16691" y="19375"/>
                </a:lnTo>
                <a:cubicBezTo>
                  <a:pt x="16691" y="20604"/>
                  <a:pt x="15832" y="21600"/>
                  <a:pt x="14771" y="21600"/>
                </a:cubicBezTo>
                <a:lnTo>
                  <a:pt x="1920" y="21600"/>
                </a:lnTo>
                <a:cubicBezTo>
                  <a:pt x="860" y="21600"/>
                  <a:pt x="0" y="20604"/>
                  <a:pt x="0" y="19375"/>
                </a:cubicBezTo>
                <a:lnTo>
                  <a:pt x="0" y="10477"/>
                </a:lnTo>
                <a:cubicBezTo>
                  <a:pt x="0" y="9248"/>
                  <a:pt x="860" y="8252"/>
                  <a:pt x="1920" y="8252"/>
                </a:cubicBezTo>
                <a:lnTo>
                  <a:pt x="3630" y="8252"/>
                </a:lnTo>
                <a:cubicBezTo>
                  <a:pt x="2814" y="7835"/>
                  <a:pt x="2246" y="6888"/>
                  <a:pt x="2246" y="5787"/>
                </a:cubicBezTo>
                <a:cubicBezTo>
                  <a:pt x="2246" y="4294"/>
                  <a:pt x="3291" y="3084"/>
                  <a:pt x="4579" y="3084"/>
                </a:cubicBezTo>
                <a:cubicBezTo>
                  <a:pt x="5867" y="3084"/>
                  <a:pt x="6912" y="4294"/>
                  <a:pt x="6912" y="5787"/>
                </a:cubicBezTo>
                <a:cubicBezTo>
                  <a:pt x="6912" y="6888"/>
                  <a:pt x="6344" y="7835"/>
                  <a:pt x="5528" y="8252"/>
                </a:cubicBezTo>
                <a:lnTo>
                  <a:pt x="8959" y="8252"/>
                </a:lnTo>
                <a:cubicBezTo>
                  <a:pt x="7697" y="7563"/>
                  <a:pt x="6831" y="6073"/>
                  <a:pt x="6831" y="4348"/>
                </a:cubicBezTo>
                <a:cubicBezTo>
                  <a:pt x="6831" y="1947"/>
                  <a:pt x="8511" y="0"/>
                  <a:pt x="1058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81" name="Shape 717"/>
          <p:cNvSpPr/>
          <p:nvPr/>
        </p:nvSpPr>
        <p:spPr>
          <a:xfrm>
            <a:off x="6026758" y="2739963"/>
            <a:ext cx="376185" cy="3521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782" name="Shape 718"/>
          <p:cNvSpPr/>
          <p:nvPr/>
        </p:nvSpPr>
        <p:spPr>
          <a:xfrm>
            <a:off x="5408278" y="4035194"/>
            <a:ext cx="230740" cy="399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017"/>
                </a:moveTo>
                <a:cubicBezTo>
                  <a:pt x="9940" y="19017"/>
                  <a:pt x="9244" y="19419"/>
                  <a:pt x="9244" y="19916"/>
                </a:cubicBezTo>
                <a:cubicBezTo>
                  <a:pt x="9244" y="20413"/>
                  <a:pt x="9940" y="20815"/>
                  <a:pt x="10800" y="20815"/>
                </a:cubicBezTo>
                <a:cubicBezTo>
                  <a:pt x="11660" y="20815"/>
                  <a:pt x="12356" y="20413"/>
                  <a:pt x="12356" y="19916"/>
                </a:cubicBezTo>
                <a:cubicBezTo>
                  <a:pt x="12356" y="19419"/>
                  <a:pt x="11660" y="19017"/>
                  <a:pt x="10800" y="19017"/>
                </a:cubicBezTo>
                <a:close/>
                <a:moveTo>
                  <a:pt x="1661" y="2154"/>
                </a:moveTo>
                <a:lnTo>
                  <a:pt x="1661" y="17996"/>
                </a:lnTo>
                <a:lnTo>
                  <a:pt x="19939" y="17996"/>
                </a:lnTo>
                <a:lnTo>
                  <a:pt x="19939" y="2154"/>
                </a:lnTo>
                <a:close/>
                <a:moveTo>
                  <a:pt x="8308" y="714"/>
                </a:moveTo>
                <a:cubicBezTo>
                  <a:pt x="7964" y="714"/>
                  <a:pt x="7685" y="875"/>
                  <a:pt x="7685" y="1074"/>
                </a:cubicBezTo>
                <a:cubicBezTo>
                  <a:pt x="7685" y="1273"/>
                  <a:pt x="7964" y="1434"/>
                  <a:pt x="8308" y="1434"/>
                </a:cubicBezTo>
                <a:lnTo>
                  <a:pt x="13292" y="1434"/>
                </a:lnTo>
                <a:cubicBezTo>
                  <a:pt x="13636" y="1434"/>
                  <a:pt x="13915" y="1273"/>
                  <a:pt x="13915" y="1074"/>
                </a:cubicBezTo>
                <a:cubicBezTo>
                  <a:pt x="13915" y="875"/>
                  <a:pt x="13636" y="714"/>
                  <a:pt x="13292" y="714"/>
                </a:cubicBezTo>
                <a:close/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931"/>
                  <a:pt x="21600" y="2080"/>
                </a:cubicBezTo>
                <a:lnTo>
                  <a:pt x="21600" y="19520"/>
                </a:lnTo>
                <a:cubicBezTo>
                  <a:pt x="21600" y="20668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20668"/>
                  <a:pt x="0" y="19520"/>
                </a:cubicBezTo>
                <a:lnTo>
                  <a:pt x="0" y="2080"/>
                </a:lnTo>
                <a:cubicBezTo>
                  <a:pt x="0" y="931"/>
                  <a:pt x="1612" y="0"/>
                  <a:pt x="3600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785" name="Shape 719"/>
          <p:cNvGrpSpPr/>
          <p:nvPr/>
        </p:nvGrpSpPr>
        <p:grpSpPr>
          <a:xfrm>
            <a:off x="1008844" y="1135558"/>
            <a:ext cx="2091092" cy="1478379"/>
            <a:chOff x="0" y="0"/>
            <a:chExt cx="2091090" cy="1478378"/>
          </a:xfrm>
        </p:grpSpPr>
        <p:sp>
          <p:nvSpPr>
            <p:cNvPr id="783" name="Shape 720"/>
            <p:cNvSpPr txBox="1"/>
            <p:nvPr/>
          </p:nvSpPr>
          <p:spPr>
            <a:xfrm>
              <a:off x="0" y="276998"/>
              <a:ext cx="2091090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r"/>
            </a:lstStyle>
            <a:p>
              <a:r>
                <a:t>You can simply impress your audience and add a unique zing.    </a:t>
              </a:r>
            </a:p>
          </p:txBody>
        </p:sp>
        <p:sp>
          <p:nvSpPr>
            <p:cNvPr id="784" name="Shape 721"/>
            <p:cNvSpPr txBox="1"/>
            <p:nvPr/>
          </p:nvSpPr>
          <p:spPr>
            <a:xfrm>
              <a:off x="0" y="0"/>
              <a:ext cx="2091091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788" name="Shape 722"/>
          <p:cNvGrpSpPr/>
          <p:nvPr/>
        </p:nvGrpSpPr>
        <p:grpSpPr>
          <a:xfrm>
            <a:off x="323527" y="2466386"/>
            <a:ext cx="2091091" cy="1478379"/>
            <a:chOff x="0" y="0"/>
            <a:chExt cx="2091090" cy="1478378"/>
          </a:xfrm>
        </p:grpSpPr>
        <p:sp>
          <p:nvSpPr>
            <p:cNvPr id="786" name="Shape 723"/>
            <p:cNvSpPr txBox="1"/>
            <p:nvPr/>
          </p:nvSpPr>
          <p:spPr>
            <a:xfrm>
              <a:off x="0" y="276998"/>
              <a:ext cx="2091090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r"/>
            </a:lstStyle>
            <a:p>
              <a:r>
                <a:t>You can simply impress your audience and add a unique zing.    </a:t>
              </a:r>
            </a:p>
          </p:txBody>
        </p:sp>
        <p:sp>
          <p:nvSpPr>
            <p:cNvPr id="787" name="Shape 724"/>
            <p:cNvSpPr txBox="1"/>
            <p:nvPr/>
          </p:nvSpPr>
          <p:spPr>
            <a:xfrm>
              <a:off x="0" y="0"/>
              <a:ext cx="2091091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791" name="Shape 725"/>
          <p:cNvGrpSpPr/>
          <p:nvPr/>
        </p:nvGrpSpPr>
        <p:grpSpPr>
          <a:xfrm>
            <a:off x="1008844" y="3773187"/>
            <a:ext cx="2091092" cy="1478379"/>
            <a:chOff x="0" y="0"/>
            <a:chExt cx="2091090" cy="1478378"/>
          </a:xfrm>
        </p:grpSpPr>
        <p:sp>
          <p:nvSpPr>
            <p:cNvPr id="789" name="Shape 726"/>
            <p:cNvSpPr txBox="1"/>
            <p:nvPr/>
          </p:nvSpPr>
          <p:spPr>
            <a:xfrm>
              <a:off x="0" y="276998"/>
              <a:ext cx="2091090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r"/>
            </a:lstStyle>
            <a:p>
              <a:r>
                <a:t>You can simply impress your audience and add a unique zing.    </a:t>
              </a:r>
            </a:p>
          </p:txBody>
        </p:sp>
        <p:sp>
          <p:nvSpPr>
            <p:cNvPr id="790" name="Shape 727"/>
            <p:cNvSpPr txBox="1"/>
            <p:nvPr/>
          </p:nvSpPr>
          <p:spPr>
            <a:xfrm>
              <a:off x="0" y="0"/>
              <a:ext cx="2091091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 algn="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794" name="Shape 728"/>
          <p:cNvGrpSpPr/>
          <p:nvPr/>
        </p:nvGrpSpPr>
        <p:grpSpPr>
          <a:xfrm>
            <a:off x="6121410" y="1131590"/>
            <a:ext cx="2091092" cy="1478379"/>
            <a:chOff x="0" y="0"/>
            <a:chExt cx="2091090" cy="1478378"/>
          </a:xfrm>
        </p:grpSpPr>
        <p:sp>
          <p:nvSpPr>
            <p:cNvPr id="792" name="Shape 729"/>
            <p:cNvSpPr txBox="1"/>
            <p:nvPr/>
          </p:nvSpPr>
          <p:spPr>
            <a:xfrm>
              <a:off x="0" y="276998"/>
              <a:ext cx="2091090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   </a:t>
              </a:r>
            </a:p>
          </p:txBody>
        </p:sp>
        <p:sp>
          <p:nvSpPr>
            <p:cNvPr id="793" name="Shape 730"/>
            <p:cNvSpPr txBox="1"/>
            <p:nvPr/>
          </p:nvSpPr>
          <p:spPr>
            <a:xfrm>
              <a:off x="0" y="0"/>
              <a:ext cx="2091091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797" name="Shape 731"/>
          <p:cNvGrpSpPr/>
          <p:nvPr/>
        </p:nvGrpSpPr>
        <p:grpSpPr>
          <a:xfrm>
            <a:off x="6660230" y="2462416"/>
            <a:ext cx="2091092" cy="1478380"/>
            <a:chOff x="0" y="0"/>
            <a:chExt cx="2091090" cy="1478378"/>
          </a:xfrm>
        </p:grpSpPr>
        <p:sp>
          <p:nvSpPr>
            <p:cNvPr id="795" name="Shape 732"/>
            <p:cNvSpPr txBox="1"/>
            <p:nvPr/>
          </p:nvSpPr>
          <p:spPr>
            <a:xfrm>
              <a:off x="0" y="276998"/>
              <a:ext cx="2091090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   </a:t>
              </a:r>
            </a:p>
          </p:txBody>
        </p:sp>
        <p:sp>
          <p:nvSpPr>
            <p:cNvPr id="796" name="Shape 733"/>
            <p:cNvSpPr txBox="1"/>
            <p:nvPr/>
          </p:nvSpPr>
          <p:spPr>
            <a:xfrm>
              <a:off x="0" y="0"/>
              <a:ext cx="2091091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grpSp>
        <p:nvGrpSpPr>
          <p:cNvPr id="800" name="Shape 734"/>
          <p:cNvGrpSpPr/>
          <p:nvPr/>
        </p:nvGrpSpPr>
        <p:grpSpPr>
          <a:xfrm>
            <a:off x="6121410" y="3769219"/>
            <a:ext cx="2091092" cy="1478380"/>
            <a:chOff x="0" y="0"/>
            <a:chExt cx="2091090" cy="1478378"/>
          </a:xfrm>
        </p:grpSpPr>
        <p:sp>
          <p:nvSpPr>
            <p:cNvPr id="798" name="Shape 735"/>
            <p:cNvSpPr txBox="1"/>
            <p:nvPr/>
          </p:nvSpPr>
          <p:spPr>
            <a:xfrm>
              <a:off x="0" y="276998"/>
              <a:ext cx="2091090" cy="1201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You can simply impress your audience and add a unique zing.    </a:t>
              </a:r>
            </a:p>
          </p:txBody>
        </p:sp>
        <p:sp>
          <p:nvSpPr>
            <p:cNvPr id="799" name="Shape 736"/>
            <p:cNvSpPr txBox="1"/>
            <p:nvPr/>
          </p:nvSpPr>
          <p:spPr>
            <a:xfrm>
              <a:off x="0" y="0"/>
              <a:ext cx="2091091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  <p:sp>
        <p:nvSpPr>
          <p:cNvPr id="801" name="Shape 737"/>
          <p:cNvSpPr/>
          <p:nvPr/>
        </p:nvSpPr>
        <p:spPr>
          <a:xfrm>
            <a:off x="5300488" y="1454501"/>
            <a:ext cx="446317" cy="2625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79" y="0"/>
                </a:moveTo>
                <a:cubicBezTo>
                  <a:pt x="10381" y="0"/>
                  <a:pt x="11710" y="1263"/>
                  <a:pt x="12452" y="3279"/>
                </a:cubicBezTo>
                <a:cubicBezTo>
                  <a:pt x="12920" y="2554"/>
                  <a:pt x="13545" y="2158"/>
                  <a:pt x="14226" y="2158"/>
                </a:cubicBezTo>
                <a:cubicBezTo>
                  <a:pt x="15703" y="2158"/>
                  <a:pt x="16923" y="4026"/>
                  <a:pt x="17062" y="6461"/>
                </a:cubicBezTo>
                <a:cubicBezTo>
                  <a:pt x="17088" y="6435"/>
                  <a:pt x="17114" y="6434"/>
                  <a:pt x="17140" y="6434"/>
                </a:cubicBezTo>
                <a:cubicBezTo>
                  <a:pt x="19603" y="6434"/>
                  <a:pt x="21600" y="9829"/>
                  <a:pt x="21600" y="14017"/>
                </a:cubicBezTo>
                <a:cubicBezTo>
                  <a:pt x="21600" y="17971"/>
                  <a:pt x="19820" y="21218"/>
                  <a:pt x="17547" y="21565"/>
                </a:cubicBezTo>
                <a:lnTo>
                  <a:pt x="17547" y="21600"/>
                </a:lnTo>
                <a:lnTo>
                  <a:pt x="4978" y="21600"/>
                </a:lnTo>
                <a:lnTo>
                  <a:pt x="4978" y="21543"/>
                </a:lnTo>
                <a:cubicBezTo>
                  <a:pt x="4808" y="21583"/>
                  <a:pt x="4635" y="21600"/>
                  <a:pt x="4460" y="21600"/>
                </a:cubicBezTo>
                <a:cubicBezTo>
                  <a:pt x="1997" y="21600"/>
                  <a:pt x="0" y="18205"/>
                  <a:pt x="0" y="14017"/>
                </a:cubicBezTo>
                <a:cubicBezTo>
                  <a:pt x="0" y="9829"/>
                  <a:pt x="1997" y="6434"/>
                  <a:pt x="4460" y="6434"/>
                </a:cubicBezTo>
                <a:lnTo>
                  <a:pt x="4551" y="6466"/>
                </a:lnTo>
                <a:cubicBezTo>
                  <a:pt x="4791" y="2797"/>
                  <a:pt x="6643" y="0"/>
                  <a:pt x="8879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" name="Shape 742"/>
          <p:cNvGrpSpPr/>
          <p:nvPr/>
        </p:nvGrpSpPr>
        <p:grpSpPr>
          <a:xfrm>
            <a:off x="2208808" y="1295539"/>
            <a:ext cx="6111970" cy="3551010"/>
            <a:chOff x="0" y="0"/>
            <a:chExt cx="6111969" cy="3551008"/>
          </a:xfrm>
        </p:grpSpPr>
        <p:sp>
          <p:nvSpPr>
            <p:cNvPr id="803" name="Shape 743"/>
            <p:cNvSpPr/>
            <p:nvPr/>
          </p:nvSpPr>
          <p:spPr>
            <a:xfrm>
              <a:off x="136862" y="1463568"/>
              <a:ext cx="5808605" cy="2061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15" y="20928"/>
                  </a:moveTo>
                  <a:lnTo>
                    <a:pt x="5979" y="21032"/>
                  </a:lnTo>
                  <a:lnTo>
                    <a:pt x="6043" y="21200"/>
                  </a:lnTo>
                  <a:lnTo>
                    <a:pt x="6107" y="21355"/>
                  </a:lnTo>
                  <a:lnTo>
                    <a:pt x="6181" y="21471"/>
                  </a:lnTo>
                  <a:lnTo>
                    <a:pt x="6181" y="21574"/>
                  </a:lnTo>
                  <a:lnTo>
                    <a:pt x="6139" y="21574"/>
                  </a:lnTo>
                  <a:lnTo>
                    <a:pt x="6098" y="21600"/>
                  </a:lnTo>
                  <a:lnTo>
                    <a:pt x="6034" y="21600"/>
                  </a:lnTo>
                  <a:lnTo>
                    <a:pt x="5979" y="21561"/>
                  </a:lnTo>
                  <a:lnTo>
                    <a:pt x="5947" y="21536"/>
                  </a:lnTo>
                  <a:lnTo>
                    <a:pt x="5933" y="21355"/>
                  </a:lnTo>
                  <a:lnTo>
                    <a:pt x="5915" y="21122"/>
                  </a:lnTo>
                  <a:lnTo>
                    <a:pt x="5915" y="20928"/>
                  </a:lnTo>
                  <a:close/>
                  <a:moveTo>
                    <a:pt x="6428" y="20541"/>
                  </a:moveTo>
                  <a:lnTo>
                    <a:pt x="6492" y="20580"/>
                  </a:lnTo>
                  <a:lnTo>
                    <a:pt x="6566" y="20657"/>
                  </a:lnTo>
                  <a:lnTo>
                    <a:pt x="6621" y="20722"/>
                  </a:lnTo>
                  <a:lnTo>
                    <a:pt x="6602" y="20722"/>
                  </a:lnTo>
                  <a:lnTo>
                    <a:pt x="6547" y="20812"/>
                  </a:lnTo>
                  <a:lnTo>
                    <a:pt x="6492" y="20877"/>
                  </a:lnTo>
                  <a:lnTo>
                    <a:pt x="6428" y="20928"/>
                  </a:lnTo>
                  <a:lnTo>
                    <a:pt x="6428" y="20838"/>
                  </a:lnTo>
                  <a:lnTo>
                    <a:pt x="6437" y="20812"/>
                  </a:lnTo>
                  <a:lnTo>
                    <a:pt x="6451" y="20786"/>
                  </a:lnTo>
                  <a:lnTo>
                    <a:pt x="6460" y="20760"/>
                  </a:lnTo>
                  <a:lnTo>
                    <a:pt x="6460" y="20748"/>
                  </a:lnTo>
                  <a:lnTo>
                    <a:pt x="6469" y="20722"/>
                  </a:lnTo>
                  <a:lnTo>
                    <a:pt x="6474" y="20670"/>
                  </a:lnTo>
                  <a:lnTo>
                    <a:pt x="6460" y="20670"/>
                  </a:lnTo>
                  <a:lnTo>
                    <a:pt x="6419" y="20786"/>
                  </a:lnTo>
                  <a:lnTo>
                    <a:pt x="6382" y="20851"/>
                  </a:lnTo>
                  <a:lnTo>
                    <a:pt x="6341" y="20877"/>
                  </a:lnTo>
                  <a:lnTo>
                    <a:pt x="6286" y="20928"/>
                  </a:lnTo>
                  <a:lnTo>
                    <a:pt x="6286" y="20722"/>
                  </a:lnTo>
                  <a:lnTo>
                    <a:pt x="6332" y="20670"/>
                  </a:lnTo>
                  <a:lnTo>
                    <a:pt x="6382" y="20605"/>
                  </a:lnTo>
                  <a:lnTo>
                    <a:pt x="6428" y="20541"/>
                  </a:lnTo>
                  <a:close/>
                  <a:moveTo>
                    <a:pt x="6300" y="17996"/>
                  </a:moveTo>
                  <a:lnTo>
                    <a:pt x="6318" y="18035"/>
                  </a:lnTo>
                  <a:lnTo>
                    <a:pt x="6332" y="18060"/>
                  </a:lnTo>
                  <a:lnTo>
                    <a:pt x="6341" y="18086"/>
                  </a:lnTo>
                  <a:lnTo>
                    <a:pt x="6350" y="18125"/>
                  </a:lnTo>
                  <a:lnTo>
                    <a:pt x="6350" y="18177"/>
                  </a:lnTo>
                  <a:lnTo>
                    <a:pt x="6355" y="18241"/>
                  </a:lnTo>
                  <a:lnTo>
                    <a:pt x="6318" y="18241"/>
                  </a:lnTo>
                  <a:lnTo>
                    <a:pt x="6309" y="18190"/>
                  </a:lnTo>
                  <a:lnTo>
                    <a:pt x="6300" y="18151"/>
                  </a:lnTo>
                  <a:lnTo>
                    <a:pt x="6300" y="18125"/>
                  </a:lnTo>
                  <a:lnTo>
                    <a:pt x="6291" y="18099"/>
                  </a:lnTo>
                  <a:lnTo>
                    <a:pt x="6300" y="18060"/>
                  </a:lnTo>
                  <a:lnTo>
                    <a:pt x="6300" y="17996"/>
                  </a:lnTo>
                  <a:close/>
                  <a:moveTo>
                    <a:pt x="19665" y="17699"/>
                  </a:moveTo>
                  <a:lnTo>
                    <a:pt x="19688" y="17880"/>
                  </a:lnTo>
                  <a:lnTo>
                    <a:pt x="19697" y="18086"/>
                  </a:lnTo>
                  <a:lnTo>
                    <a:pt x="19679" y="18280"/>
                  </a:lnTo>
                  <a:lnTo>
                    <a:pt x="19642" y="18396"/>
                  </a:lnTo>
                  <a:lnTo>
                    <a:pt x="19601" y="18461"/>
                  </a:lnTo>
                  <a:lnTo>
                    <a:pt x="19546" y="18538"/>
                  </a:lnTo>
                  <a:lnTo>
                    <a:pt x="19523" y="18267"/>
                  </a:lnTo>
                  <a:lnTo>
                    <a:pt x="19491" y="17996"/>
                  </a:lnTo>
                  <a:lnTo>
                    <a:pt x="19459" y="17750"/>
                  </a:lnTo>
                  <a:lnTo>
                    <a:pt x="19523" y="17750"/>
                  </a:lnTo>
                  <a:lnTo>
                    <a:pt x="19578" y="17841"/>
                  </a:lnTo>
                  <a:lnTo>
                    <a:pt x="19624" y="17815"/>
                  </a:lnTo>
                  <a:lnTo>
                    <a:pt x="19665" y="17699"/>
                  </a:lnTo>
                  <a:close/>
                  <a:moveTo>
                    <a:pt x="20986" y="17660"/>
                  </a:moveTo>
                  <a:lnTo>
                    <a:pt x="21000" y="17673"/>
                  </a:lnTo>
                  <a:lnTo>
                    <a:pt x="21018" y="17699"/>
                  </a:lnTo>
                  <a:lnTo>
                    <a:pt x="21027" y="17724"/>
                  </a:lnTo>
                  <a:lnTo>
                    <a:pt x="21032" y="17750"/>
                  </a:lnTo>
                  <a:lnTo>
                    <a:pt x="21041" y="17763"/>
                  </a:lnTo>
                  <a:lnTo>
                    <a:pt x="21059" y="17815"/>
                  </a:lnTo>
                  <a:lnTo>
                    <a:pt x="21059" y="17789"/>
                  </a:lnTo>
                  <a:lnTo>
                    <a:pt x="21064" y="17763"/>
                  </a:lnTo>
                  <a:lnTo>
                    <a:pt x="21073" y="17724"/>
                  </a:lnTo>
                  <a:lnTo>
                    <a:pt x="21073" y="17699"/>
                  </a:lnTo>
                  <a:lnTo>
                    <a:pt x="21091" y="17699"/>
                  </a:lnTo>
                  <a:lnTo>
                    <a:pt x="21091" y="17750"/>
                  </a:lnTo>
                  <a:lnTo>
                    <a:pt x="21096" y="17789"/>
                  </a:lnTo>
                  <a:lnTo>
                    <a:pt x="21105" y="17854"/>
                  </a:lnTo>
                  <a:lnTo>
                    <a:pt x="21105" y="17996"/>
                  </a:lnTo>
                  <a:lnTo>
                    <a:pt x="21050" y="18177"/>
                  </a:lnTo>
                  <a:lnTo>
                    <a:pt x="21000" y="18396"/>
                  </a:lnTo>
                  <a:lnTo>
                    <a:pt x="21018" y="18538"/>
                  </a:lnTo>
                  <a:lnTo>
                    <a:pt x="21009" y="18577"/>
                  </a:lnTo>
                  <a:lnTo>
                    <a:pt x="20986" y="18629"/>
                  </a:lnTo>
                  <a:lnTo>
                    <a:pt x="20963" y="18642"/>
                  </a:lnTo>
                  <a:lnTo>
                    <a:pt x="20940" y="18668"/>
                  </a:lnTo>
                  <a:lnTo>
                    <a:pt x="20912" y="18719"/>
                  </a:lnTo>
                  <a:lnTo>
                    <a:pt x="20899" y="18732"/>
                  </a:lnTo>
                  <a:lnTo>
                    <a:pt x="20880" y="18810"/>
                  </a:lnTo>
                  <a:lnTo>
                    <a:pt x="20880" y="18874"/>
                  </a:lnTo>
                  <a:lnTo>
                    <a:pt x="20876" y="18939"/>
                  </a:lnTo>
                  <a:lnTo>
                    <a:pt x="20876" y="19003"/>
                  </a:lnTo>
                  <a:lnTo>
                    <a:pt x="20866" y="19094"/>
                  </a:lnTo>
                  <a:lnTo>
                    <a:pt x="20848" y="19145"/>
                  </a:lnTo>
                  <a:lnTo>
                    <a:pt x="20825" y="19184"/>
                  </a:lnTo>
                  <a:lnTo>
                    <a:pt x="20802" y="19236"/>
                  </a:lnTo>
                  <a:lnTo>
                    <a:pt x="20779" y="19275"/>
                  </a:lnTo>
                  <a:lnTo>
                    <a:pt x="20752" y="19339"/>
                  </a:lnTo>
                  <a:lnTo>
                    <a:pt x="20720" y="19339"/>
                  </a:lnTo>
                  <a:lnTo>
                    <a:pt x="20683" y="19262"/>
                  </a:lnTo>
                  <a:lnTo>
                    <a:pt x="20642" y="19184"/>
                  </a:lnTo>
                  <a:lnTo>
                    <a:pt x="20610" y="19120"/>
                  </a:lnTo>
                  <a:lnTo>
                    <a:pt x="20578" y="18991"/>
                  </a:lnTo>
                  <a:lnTo>
                    <a:pt x="20601" y="18939"/>
                  </a:lnTo>
                  <a:lnTo>
                    <a:pt x="20610" y="18874"/>
                  </a:lnTo>
                  <a:lnTo>
                    <a:pt x="20619" y="18823"/>
                  </a:lnTo>
                  <a:lnTo>
                    <a:pt x="20623" y="18758"/>
                  </a:lnTo>
                  <a:lnTo>
                    <a:pt x="20633" y="18693"/>
                  </a:lnTo>
                  <a:lnTo>
                    <a:pt x="20651" y="18642"/>
                  </a:lnTo>
                  <a:lnTo>
                    <a:pt x="20697" y="18603"/>
                  </a:lnTo>
                  <a:lnTo>
                    <a:pt x="20747" y="18577"/>
                  </a:lnTo>
                  <a:lnTo>
                    <a:pt x="20793" y="18538"/>
                  </a:lnTo>
                  <a:lnTo>
                    <a:pt x="20816" y="18461"/>
                  </a:lnTo>
                  <a:lnTo>
                    <a:pt x="20857" y="18306"/>
                  </a:lnTo>
                  <a:lnTo>
                    <a:pt x="20889" y="18125"/>
                  </a:lnTo>
                  <a:lnTo>
                    <a:pt x="20931" y="17944"/>
                  </a:lnTo>
                  <a:lnTo>
                    <a:pt x="20963" y="17763"/>
                  </a:lnTo>
                  <a:lnTo>
                    <a:pt x="20986" y="17660"/>
                  </a:lnTo>
                  <a:close/>
                  <a:moveTo>
                    <a:pt x="20954" y="16006"/>
                  </a:moveTo>
                  <a:lnTo>
                    <a:pt x="20986" y="16006"/>
                  </a:lnTo>
                  <a:lnTo>
                    <a:pt x="21059" y="16213"/>
                  </a:lnTo>
                  <a:lnTo>
                    <a:pt x="21123" y="16394"/>
                  </a:lnTo>
                  <a:lnTo>
                    <a:pt x="21187" y="16600"/>
                  </a:lnTo>
                  <a:lnTo>
                    <a:pt x="21233" y="16859"/>
                  </a:lnTo>
                  <a:lnTo>
                    <a:pt x="21320" y="16859"/>
                  </a:lnTo>
                  <a:lnTo>
                    <a:pt x="21339" y="16820"/>
                  </a:lnTo>
                  <a:lnTo>
                    <a:pt x="21348" y="16781"/>
                  </a:lnTo>
                  <a:lnTo>
                    <a:pt x="21352" y="16704"/>
                  </a:lnTo>
                  <a:lnTo>
                    <a:pt x="21371" y="16704"/>
                  </a:lnTo>
                  <a:lnTo>
                    <a:pt x="21371" y="17001"/>
                  </a:lnTo>
                  <a:lnTo>
                    <a:pt x="21352" y="17130"/>
                  </a:lnTo>
                  <a:lnTo>
                    <a:pt x="21348" y="17208"/>
                  </a:lnTo>
                  <a:lnTo>
                    <a:pt x="21339" y="17246"/>
                  </a:lnTo>
                  <a:lnTo>
                    <a:pt x="21284" y="17246"/>
                  </a:lnTo>
                  <a:lnTo>
                    <a:pt x="21284" y="17401"/>
                  </a:lnTo>
                  <a:lnTo>
                    <a:pt x="21233" y="17544"/>
                  </a:lnTo>
                  <a:lnTo>
                    <a:pt x="21192" y="17673"/>
                  </a:lnTo>
                  <a:lnTo>
                    <a:pt x="21146" y="17815"/>
                  </a:lnTo>
                  <a:lnTo>
                    <a:pt x="21146" y="17750"/>
                  </a:lnTo>
                  <a:lnTo>
                    <a:pt x="21137" y="17699"/>
                  </a:lnTo>
                  <a:lnTo>
                    <a:pt x="21137" y="17582"/>
                  </a:lnTo>
                  <a:lnTo>
                    <a:pt x="21146" y="17544"/>
                  </a:lnTo>
                  <a:lnTo>
                    <a:pt x="21146" y="17453"/>
                  </a:lnTo>
                  <a:lnTo>
                    <a:pt x="21137" y="17427"/>
                  </a:lnTo>
                  <a:lnTo>
                    <a:pt x="21123" y="17401"/>
                  </a:lnTo>
                  <a:lnTo>
                    <a:pt x="21105" y="17389"/>
                  </a:lnTo>
                  <a:lnTo>
                    <a:pt x="21091" y="17363"/>
                  </a:lnTo>
                  <a:lnTo>
                    <a:pt x="21073" y="17337"/>
                  </a:lnTo>
                  <a:lnTo>
                    <a:pt x="21059" y="17311"/>
                  </a:lnTo>
                  <a:lnTo>
                    <a:pt x="21050" y="17298"/>
                  </a:lnTo>
                  <a:lnTo>
                    <a:pt x="21050" y="17272"/>
                  </a:lnTo>
                  <a:lnTo>
                    <a:pt x="21059" y="17246"/>
                  </a:lnTo>
                  <a:lnTo>
                    <a:pt x="21073" y="17182"/>
                  </a:lnTo>
                  <a:lnTo>
                    <a:pt x="21096" y="17130"/>
                  </a:lnTo>
                  <a:lnTo>
                    <a:pt x="21123" y="17066"/>
                  </a:lnTo>
                  <a:lnTo>
                    <a:pt x="21146" y="17001"/>
                  </a:lnTo>
                  <a:lnTo>
                    <a:pt x="21114" y="16911"/>
                  </a:lnTo>
                  <a:lnTo>
                    <a:pt x="21082" y="16756"/>
                  </a:lnTo>
                  <a:lnTo>
                    <a:pt x="21032" y="16523"/>
                  </a:lnTo>
                  <a:lnTo>
                    <a:pt x="20995" y="16329"/>
                  </a:lnTo>
                  <a:lnTo>
                    <a:pt x="20972" y="16148"/>
                  </a:lnTo>
                  <a:lnTo>
                    <a:pt x="20954" y="16006"/>
                  </a:lnTo>
                  <a:close/>
                  <a:moveTo>
                    <a:pt x="20665" y="13642"/>
                  </a:moveTo>
                  <a:lnTo>
                    <a:pt x="20706" y="13642"/>
                  </a:lnTo>
                  <a:lnTo>
                    <a:pt x="20779" y="13797"/>
                  </a:lnTo>
                  <a:lnTo>
                    <a:pt x="20866" y="13939"/>
                  </a:lnTo>
                  <a:lnTo>
                    <a:pt x="20866" y="14068"/>
                  </a:lnTo>
                  <a:lnTo>
                    <a:pt x="20811" y="14068"/>
                  </a:lnTo>
                  <a:lnTo>
                    <a:pt x="20729" y="13888"/>
                  </a:lnTo>
                  <a:lnTo>
                    <a:pt x="20697" y="13771"/>
                  </a:lnTo>
                  <a:lnTo>
                    <a:pt x="20665" y="13642"/>
                  </a:lnTo>
                  <a:close/>
                  <a:moveTo>
                    <a:pt x="21513" y="12854"/>
                  </a:moveTo>
                  <a:lnTo>
                    <a:pt x="21531" y="12854"/>
                  </a:lnTo>
                  <a:lnTo>
                    <a:pt x="21545" y="12880"/>
                  </a:lnTo>
                  <a:lnTo>
                    <a:pt x="21554" y="12893"/>
                  </a:lnTo>
                  <a:lnTo>
                    <a:pt x="21554" y="12919"/>
                  </a:lnTo>
                  <a:lnTo>
                    <a:pt x="21563" y="12944"/>
                  </a:lnTo>
                  <a:lnTo>
                    <a:pt x="21568" y="12983"/>
                  </a:lnTo>
                  <a:lnTo>
                    <a:pt x="21586" y="13061"/>
                  </a:lnTo>
                  <a:lnTo>
                    <a:pt x="21596" y="13138"/>
                  </a:lnTo>
                  <a:lnTo>
                    <a:pt x="21600" y="13229"/>
                  </a:lnTo>
                  <a:lnTo>
                    <a:pt x="21568" y="13229"/>
                  </a:lnTo>
                  <a:lnTo>
                    <a:pt x="21568" y="13138"/>
                  </a:lnTo>
                  <a:lnTo>
                    <a:pt x="21545" y="13100"/>
                  </a:lnTo>
                  <a:lnTo>
                    <a:pt x="21536" y="13035"/>
                  </a:lnTo>
                  <a:lnTo>
                    <a:pt x="21531" y="12983"/>
                  </a:lnTo>
                  <a:lnTo>
                    <a:pt x="21522" y="12919"/>
                  </a:lnTo>
                  <a:lnTo>
                    <a:pt x="21513" y="12854"/>
                  </a:lnTo>
                  <a:close/>
                  <a:moveTo>
                    <a:pt x="20779" y="12583"/>
                  </a:moveTo>
                  <a:lnTo>
                    <a:pt x="20793" y="12583"/>
                  </a:lnTo>
                  <a:lnTo>
                    <a:pt x="20802" y="12609"/>
                  </a:lnTo>
                  <a:lnTo>
                    <a:pt x="20802" y="12622"/>
                  </a:lnTo>
                  <a:lnTo>
                    <a:pt x="20816" y="12622"/>
                  </a:lnTo>
                  <a:lnTo>
                    <a:pt x="20825" y="12647"/>
                  </a:lnTo>
                  <a:lnTo>
                    <a:pt x="20834" y="12712"/>
                  </a:lnTo>
                  <a:lnTo>
                    <a:pt x="20834" y="12789"/>
                  </a:lnTo>
                  <a:lnTo>
                    <a:pt x="20844" y="12828"/>
                  </a:lnTo>
                  <a:lnTo>
                    <a:pt x="20848" y="12880"/>
                  </a:lnTo>
                  <a:lnTo>
                    <a:pt x="20857" y="12919"/>
                  </a:lnTo>
                  <a:lnTo>
                    <a:pt x="20866" y="12983"/>
                  </a:lnTo>
                  <a:lnTo>
                    <a:pt x="20811" y="12983"/>
                  </a:lnTo>
                  <a:lnTo>
                    <a:pt x="20802" y="12880"/>
                  </a:lnTo>
                  <a:lnTo>
                    <a:pt x="20784" y="12802"/>
                  </a:lnTo>
                  <a:lnTo>
                    <a:pt x="20779" y="12712"/>
                  </a:lnTo>
                  <a:lnTo>
                    <a:pt x="20779" y="12583"/>
                  </a:lnTo>
                  <a:close/>
                  <a:moveTo>
                    <a:pt x="13329" y="12492"/>
                  </a:moveTo>
                  <a:lnTo>
                    <a:pt x="13329" y="12583"/>
                  </a:lnTo>
                  <a:lnTo>
                    <a:pt x="13365" y="12828"/>
                  </a:lnTo>
                  <a:lnTo>
                    <a:pt x="13365" y="13100"/>
                  </a:lnTo>
                  <a:lnTo>
                    <a:pt x="13342" y="13345"/>
                  </a:lnTo>
                  <a:lnTo>
                    <a:pt x="13301" y="13590"/>
                  </a:lnTo>
                  <a:lnTo>
                    <a:pt x="13255" y="13823"/>
                  </a:lnTo>
                  <a:lnTo>
                    <a:pt x="13214" y="14043"/>
                  </a:lnTo>
                  <a:lnTo>
                    <a:pt x="13182" y="14224"/>
                  </a:lnTo>
                  <a:lnTo>
                    <a:pt x="13168" y="14456"/>
                  </a:lnTo>
                  <a:lnTo>
                    <a:pt x="13159" y="14650"/>
                  </a:lnTo>
                  <a:lnTo>
                    <a:pt x="13150" y="14818"/>
                  </a:lnTo>
                  <a:lnTo>
                    <a:pt x="13118" y="14947"/>
                  </a:lnTo>
                  <a:lnTo>
                    <a:pt x="13063" y="15063"/>
                  </a:lnTo>
                  <a:lnTo>
                    <a:pt x="13063" y="15012"/>
                  </a:lnTo>
                  <a:lnTo>
                    <a:pt x="13031" y="14999"/>
                  </a:lnTo>
                  <a:lnTo>
                    <a:pt x="13008" y="14973"/>
                  </a:lnTo>
                  <a:lnTo>
                    <a:pt x="12985" y="14921"/>
                  </a:lnTo>
                  <a:lnTo>
                    <a:pt x="12966" y="14856"/>
                  </a:lnTo>
                  <a:lnTo>
                    <a:pt x="12957" y="14766"/>
                  </a:lnTo>
                  <a:lnTo>
                    <a:pt x="12925" y="14585"/>
                  </a:lnTo>
                  <a:lnTo>
                    <a:pt x="12921" y="14404"/>
                  </a:lnTo>
                  <a:lnTo>
                    <a:pt x="12944" y="14249"/>
                  </a:lnTo>
                  <a:lnTo>
                    <a:pt x="12966" y="14068"/>
                  </a:lnTo>
                  <a:lnTo>
                    <a:pt x="12989" y="13888"/>
                  </a:lnTo>
                  <a:lnTo>
                    <a:pt x="12989" y="13771"/>
                  </a:lnTo>
                  <a:lnTo>
                    <a:pt x="12985" y="13590"/>
                  </a:lnTo>
                  <a:lnTo>
                    <a:pt x="12976" y="13410"/>
                  </a:lnTo>
                  <a:lnTo>
                    <a:pt x="12976" y="13229"/>
                  </a:lnTo>
                  <a:lnTo>
                    <a:pt x="13063" y="13229"/>
                  </a:lnTo>
                  <a:lnTo>
                    <a:pt x="13086" y="13125"/>
                  </a:lnTo>
                  <a:lnTo>
                    <a:pt x="13136" y="12983"/>
                  </a:lnTo>
                  <a:lnTo>
                    <a:pt x="13182" y="12828"/>
                  </a:lnTo>
                  <a:lnTo>
                    <a:pt x="13237" y="12673"/>
                  </a:lnTo>
                  <a:lnTo>
                    <a:pt x="13287" y="12557"/>
                  </a:lnTo>
                  <a:lnTo>
                    <a:pt x="13329" y="12492"/>
                  </a:lnTo>
                  <a:close/>
                  <a:moveTo>
                    <a:pt x="20426" y="11795"/>
                  </a:moveTo>
                  <a:lnTo>
                    <a:pt x="20490" y="11859"/>
                  </a:lnTo>
                  <a:lnTo>
                    <a:pt x="20490" y="11950"/>
                  </a:lnTo>
                  <a:lnTo>
                    <a:pt x="20440" y="11950"/>
                  </a:lnTo>
                  <a:lnTo>
                    <a:pt x="20440" y="11898"/>
                  </a:lnTo>
                  <a:lnTo>
                    <a:pt x="20436" y="11885"/>
                  </a:lnTo>
                  <a:lnTo>
                    <a:pt x="20436" y="11859"/>
                  </a:lnTo>
                  <a:lnTo>
                    <a:pt x="20426" y="11859"/>
                  </a:lnTo>
                  <a:lnTo>
                    <a:pt x="20426" y="11795"/>
                  </a:lnTo>
                  <a:close/>
                  <a:moveTo>
                    <a:pt x="19280" y="11743"/>
                  </a:moveTo>
                  <a:lnTo>
                    <a:pt x="19298" y="11743"/>
                  </a:lnTo>
                  <a:lnTo>
                    <a:pt x="19303" y="11859"/>
                  </a:lnTo>
                  <a:lnTo>
                    <a:pt x="19312" y="12014"/>
                  </a:lnTo>
                  <a:lnTo>
                    <a:pt x="19335" y="12195"/>
                  </a:lnTo>
                  <a:lnTo>
                    <a:pt x="19353" y="12350"/>
                  </a:lnTo>
                  <a:lnTo>
                    <a:pt x="19367" y="12441"/>
                  </a:lnTo>
                  <a:lnTo>
                    <a:pt x="19376" y="12467"/>
                  </a:lnTo>
                  <a:lnTo>
                    <a:pt x="19399" y="12492"/>
                  </a:lnTo>
                  <a:lnTo>
                    <a:pt x="19418" y="12492"/>
                  </a:lnTo>
                  <a:lnTo>
                    <a:pt x="19441" y="12518"/>
                  </a:lnTo>
                  <a:lnTo>
                    <a:pt x="19459" y="12518"/>
                  </a:lnTo>
                  <a:lnTo>
                    <a:pt x="19473" y="12531"/>
                  </a:lnTo>
                  <a:lnTo>
                    <a:pt x="19473" y="12609"/>
                  </a:lnTo>
                  <a:lnTo>
                    <a:pt x="19491" y="12764"/>
                  </a:lnTo>
                  <a:lnTo>
                    <a:pt x="19505" y="12944"/>
                  </a:lnTo>
                  <a:lnTo>
                    <a:pt x="19528" y="13164"/>
                  </a:lnTo>
                  <a:lnTo>
                    <a:pt x="19546" y="13319"/>
                  </a:lnTo>
                  <a:lnTo>
                    <a:pt x="19560" y="13435"/>
                  </a:lnTo>
                  <a:lnTo>
                    <a:pt x="19601" y="13435"/>
                  </a:lnTo>
                  <a:lnTo>
                    <a:pt x="19624" y="13461"/>
                  </a:lnTo>
                  <a:lnTo>
                    <a:pt x="19651" y="13487"/>
                  </a:lnTo>
                  <a:lnTo>
                    <a:pt x="19665" y="13526"/>
                  </a:lnTo>
                  <a:lnTo>
                    <a:pt x="19679" y="13590"/>
                  </a:lnTo>
                  <a:lnTo>
                    <a:pt x="19720" y="13758"/>
                  </a:lnTo>
                  <a:lnTo>
                    <a:pt x="19739" y="13978"/>
                  </a:lnTo>
                  <a:lnTo>
                    <a:pt x="19826" y="13978"/>
                  </a:lnTo>
                  <a:lnTo>
                    <a:pt x="19858" y="14211"/>
                  </a:lnTo>
                  <a:lnTo>
                    <a:pt x="19904" y="14366"/>
                  </a:lnTo>
                  <a:lnTo>
                    <a:pt x="19945" y="14521"/>
                  </a:lnTo>
                  <a:lnTo>
                    <a:pt x="19986" y="14727"/>
                  </a:lnTo>
                  <a:lnTo>
                    <a:pt x="20000" y="15063"/>
                  </a:lnTo>
                  <a:lnTo>
                    <a:pt x="19995" y="15335"/>
                  </a:lnTo>
                  <a:lnTo>
                    <a:pt x="19968" y="15606"/>
                  </a:lnTo>
                  <a:lnTo>
                    <a:pt x="19931" y="15851"/>
                  </a:lnTo>
                  <a:lnTo>
                    <a:pt x="19890" y="16123"/>
                  </a:lnTo>
                  <a:lnTo>
                    <a:pt x="19839" y="16420"/>
                  </a:lnTo>
                  <a:lnTo>
                    <a:pt x="19826" y="16600"/>
                  </a:lnTo>
                  <a:lnTo>
                    <a:pt x="19803" y="16781"/>
                  </a:lnTo>
                  <a:lnTo>
                    <a:pt x="19784" y="16975"/>
                  </a:lnTo>
                  <a:lnTo>
                    <a:pt x="19761" y="17130"/>
                  </a:lnTo>
                  <a:lnTo>
                    <a:pt x="19720" y="17246"/>
                  </a:lnTo>
                  <a:lnTo>
                    <a:pt x="19674" y="17311"/>
                  </a:lnTo>
                  <a:lnTo>
                    <a:pt x="19619" y="17389"/>
                  </a:lnTo>
                  <a:lnTo>
                    <a:pt x="19560" y="17453"/>
                  </a:lnTo>
                  <a:lnTo>
                    <a:pt x="19523" y="17492"/>
                  </a:lnTo>
                  <a:lnTo>
                    <a:pt x="19473" y="17389"/>
                  </a:lnTo>
                  <a:lnTo>
                    <a:pt x="19418" y="17246"/>
                  </a:lnTo>
                  <a:lnTo>
                    <a:pt x="19376" y="17337"/>
                  </a:lnTo>
                  <a:lnTo>
                    <a:pt x="19331" y="17389"/>
                  </a:lnTo>
                  <a:lnTo>
                    <a:pt x="19271" y="17363"/>
                  </a:lnTo>
                  <a:lnTo>
                    <a:pt x="19211" y="17337"/>
                  </a:lnTo>
                  <a:lnTo>
                    <a:pt x="19138" y="17311"/>
                  </a:lnTo>
                  <a:lnTo>
                    <a:pt x="19106" y="16859"/>
                  </a:lnTo>
                  <a:lnTo>
                    <a:pt x="19083" y="16846"/>
                  </a:lnTo>
                  <a:lnTo>
                    <a:pt x="19055" y="16820"/>
                  </a:lnTo>
                  <a:lnTo>
                    <a:pt x="19032" y="16794"/>
                  </a:lnTo>
                  <a:lnTo>
                    <a:pt x="19019" y="16756"/>
                  </a:lnTo>
                  <a:lnTo>
                    <a:pt x="19000" y="16730"/>
                  </a:lnTo>
                  <a:lnTo>
                    <a:pt x="18991" y="16704"/>
                  </a:lnTo>
                  <a:lnTo>
                    <a:pt x="18991" y="16691"/>
                  </a:lnTo>
                  <a:lnTo>
                    <a:pt x="19000" y="16665"/>
                  </a:lnTo>
                  <a:lnTo>
                    <a:pt x="19000" y="16613"/>
                  </a:lnTo>
                  <a:lnTo>
                    <a:pt x="18991" y="16600"/>
                  </a:lnTo>
                  <a:lnTo>
                    <a:pt x="18987" y="16575"/>
                  </a:lnTo>
                  <a:lnTo>
                    <a:pt x="18959" y="16549"/>
                  </a:lnTo>
                  <a:lnTo>
                    <a:pt x="18955" y="16575"/>
                  </a:lnTo>
                  <a:lnTo>
                    <a:pt x="18955" y="16600"/>
                  </a:lnTo>
                  <a:lnTo>
                    <a:pt x="18945" y="16613"/>
                  </a:lnTo>
                  <a:lnTo>
                    <a:pt x="18927" y="16613"/>
                  </a:lnTo>
                  <a:lnTo>
                    <a:pt x="18927" y="16549"/>
                  </a:lnTo>
                  <a:lnTo>
                    <a:pt x="18904" y="16549"/>
                  </a:lnTo>
                  <a:lnTo>
                    <a:pt x="18904" y="16510"/>
                  </a:lnTo>
                  <a:lnTo>
                    <a:pt x="18936" y="16458"/>
                  </a:lnTo>
                  <a:lnTo>
                    <a:pt x="18959" y="16394"/>
                  </a:lnTo>
                  <a:lnTo>
                    <a:pt x="18977" y="16329"/>
                  </a:lnTo>
                  <a:lnTo>
                    <a:pt x="18959" y="16329"/>
                  </a:lnTo>
                  <a:lnTo>
                    <a:pt x="18959" y="16252"/>
                  </a:lnTo>
                  <a:lnTo>
                    <a:pt x="18922" y="16368"/>
                  </a:lnTo>
                  <a:lnTo>
                    <a:pt x="18881" y="16433"/>
                  </a:lnTo>
                  <a:lnTo>
                    <a:pt x="18817" y="16510"/>
                  </a:lnTo>
                  <a:lnTo>
                    <a:pt x="18794" y="16368"/>
                  </a:lnTo>
                  <a:lnTo>
                    <a:pt x="18762" y="16239"/>
                  </a:lnTo>
                  <a:lnTo>
                    <a:pt x="18721" y="16123"/>
                  </a:lnTo>
                  <a:lnTo>
                    <a:pt x="18666" y="16032"/>
                  </a:lnTo>
                  <a:lnTo>
                    <a:pt x="18592" y="16006"/>
                  </a:lnTo>
                  <a:lnTo>
                    <a:pt x="18546" y="15968"/>
                  </a:lnTo>
                  <a:lnTo>
                    <a:pt x="18482" y="15942"/>
                  </a:lnTo>
                  <a:lnTo>
                    <a:pt x="18391" y="15968"/>
                  </a:lnTo>
                  <a:lnTo>
                    <a:pt x="18303" y="15980"/>
                  </a:lnTo>
                  <a:lnTo>
                    <a:pt x="18216" y="16032"/>
                  </a:lnTo>
                  <a:lnTo>
                    <a:pt x="18138" y="16071"/>
                  </a:lnTo>
                  <a:lnTo>
                    <a:pt x="18079" y="16123"/>
                  </a:lnTo>
                  <a:lnTo>
                    <a:pt x="18047" y="16420"/>
                  </a:lnTo>
                  <a:lnTo>
                    <a:pt x="17969" y="16420"/>
                  </a:lnTo>
                  <a:lnTo>
                    <a:pt x="17895" y="16394"/>
                  </a:lnTo>
                  <a:lnTo>
                    <a:pt x="17817" y="16420"/>
                  </a:lnTo>
                  <a:lnTo>
                    <a:pt x="17762" y="16458"/>
                  </a:lnTo>
                  <a:lnTo>
                    <a:pt x="17703" y="16523"/>
                  </a:lnTo>
                  <a:lnTo>
                    <a:pt x="17657" y="16600"/>
                  </a:lnTo>
                  <a:lnTo>
                    <a:pt x="17602" y="16613"/>
                  </a:lnTo>
                  <a:lnTo>
                    <a:pt x="17538" y="16613"/>
                  </a:lnTo>
                  <a:lnTo>
                    <a:pt x="17519" y="16523"/>
                  </a:lnTo>
                  <a:lnTo>
                    <a:pt x="17506" y="16458"/>
                  </a:lnTo>
                  <a:lnTo>
                    <a:pt x="17478" y="16394"/>
                  </a:lnTo>
                  <a:lnTo>
                    <a:pt x="17464" y="16329"/>
                  </a:lnTo>
                  <a:lnTo>
                    <a:pt x="17506" y="16161"/>
                  </a:lnTo>
                  <a:lnTo>
                    <a:pt x="17510" y="15968"/>
                  </a:lnTo>
                  <a:lnTo>
                    <a:pt x="17506" y="15735"/>
                  </a:lnTo>
                  <a:lnTo>
                    <a:pt x="17473" y="15515"/>
                  </a:lnTo>
                  <a:lnTo>
                    <a:pt x="17441" y="15270"/>
                  </a:lnTo>
                  <a:lnTo>
                    <a:pt x="17400" y="15037"/>
                  </a:lnTo>
                  <a:lnTo>
                    <a:pt x="17377" y="14831"/>
                  </a:lnTo>
                  <a:lnTo>
                    <a:pt x="17359" y="14676"/>
                  </a:lnTo>
                  <a:lnTo>
                    <a:pt x="17377" y="14676"/>
                  </a:lnTo>
                  <a:lnTo>
                    <a:pt x="17391" y="14701"/>
                  </a:lnTo>
                  <a:lnTo>
                    <a:pt x="17400" y="14701"/>
                  </a:lnTo>
                  <a:lnTo>
                    <a:pt x="17409" y="14727"/>
                  </a:lnTo>
                  <a:lnTo>
                    <a:pt x="17419" y="14701"/>
                  </a:lnTo>
                  <a:lnTo>
                    <a:pt x="17423" y="14676"/>
                  </a:lnTo>
                  <a:lnTo>
                    <a:pt x="17432" y="14637"/>
                  </a:lnTo>
                  <a:lnTo>
                    <a:pt x="17391" y="14521"/>
                  </a:lnTo>
                  <a:lnTo>
                    <a:pt x="17377" y="14379"/>
                  </a:lnTo>
                  <a:lnTo>
                    <a:pt x="17359" y="14224"/>
                  </a:lnTo>
                  <a:lnTo>
                    <a:pt x="17400" y="14094"/>
                  </a:lnTo>
                  <a:lnTo>
                    <a:pt x="17432" y="13952"/>
                  </a:lnTo>
                  <a:lnTo>
                    <a:pt x="17464" y="13823"/>
                  </a:lnTo>
                  <a:lnTo>
                    <a:pt x="17510" y="13707"/>
                  </a:lnTo>
                  <a:lnTo>
                    <a:pt x="17570" y="13642"/>
                  </a:lnTo>
                  <a:lnTo>
                    <a:pt x="17606" y="13642"/>
                  </a:lnTo>
                  <a:lnTo>
                    <a:pt x="17671" y="13616"/>
                  </a:lnTo>
                  <a:lnTo>
                    <a:pt x="17753" y="13578"/>
                  </a:lnTo>
                  <a:lnTo>
                    <a:pt x="17827" y="13526"/>
                  </a:lnTo>
                  <a:lnTo>
                    <a:pt x="17891" y="13487"/>
                  </a:lnTo>
                  <a:lnTo>
                    <a:pt x="17914" y="13319"/>
                  </a:lnTo>
                  <a:lnTo>
                    <a:pt x="17950" y="13138"/>
                  </a:lnTo>
                  <a:lnTo>
                    <a:pt x="18001" y="13009"/>
                  </a:lnTo>
                  <a:lnTo>
                    <a:pt x="18065" y="12944"/>
                  </a:lnTo>
                  <a:lnTo>
                    <a:pt x="18065" y="12789"/>
                  </a:lnTo>
                  <a:lnTo>
                    <a:pt x="18097" y="12738"/>
                  </a:lnTo>
                  <a:lnTo>
                    <a:pt x="18138" y="12622"/>
                  </a:lnTo>
                  <a:lnTo>
                    <a:pt x="18184" y="12518"/>
                  </a:lnTo>
                  <a:lnTo>
                    <a:pt x="18235" y="12428"/>
                  </a:lnTo>
                  <a:lnTo>
                    <a:pt x="18281" y="12350"/>
                  </a:lnTo>
                  <a:lnTo>
                    <a:pt x="18313" y="12402"/>
                  </a:lnTo>
                  <a:lnTo>
                    <a:pt x="18322" y="12428"/>
                  </a:lnTo>
                  <a:lnTo>
                    <a:pt x="18322" y="12518"/>
                  </a:lnTo>
                  <a:lnTo>
                    <a:pt x="18331" y="12583"/>
                  </a:lnTo>
                  <a:lnTo>
                    <a:pt x="18354" y="12609"/>
                  </a:lnTo>
                  <a:lnTo>
                    <a:pt x="18377" y="12609"/>
                  </a:lnTo>
                  <a:lnTo>
                    <a:pt x="18391" y="12622"/>
                  </a:lnTo>
                  <a:lnTo>
                    <a:pt x="18418" y="12647"/>
                  </a:lnTo>
                  <a:lnTo>
                    <a:pt x="18432" y="12441"/>
                  </a:lnTo>
                  <a:lnTo>
                    <a:pt x="18455" y="12337"/>
                  </a:lnTo>
                  <a:lnTo>
                    <a:pt x="18487" y="12260"/>
                  </a:lnTo>
                  <a:lnTo>
                    <a:pt x="18528" y="12195"/>
                  </a:lnTo>
                  <a:lnTo>
                    <a:pt x="18569" y="12156"/>
                  </a:lnTo>
                  <a:lnTo>
                    <a:pt x="18611" y="12040"/>
                  </a:lnTo>
                  <a:lnTo>
                    <a:pt x="18592" y="12014"/>
                  </a:lnTo>
                  <a:lnTo>
                    <a:pt x="18592" y="11988"/>
                  </a:lnTo>
                  <a:lnTo>
                    <a:pt x="18583" y="11976"/>
                  </a:lnTo>
                  <a:lnTo>
                    <a:pt x="18578" y="11950"/>
                  </a:lnTo>
                  <a:lnTo>
                    <a:pt x="18643" y="11950"/>
                  </a:lnTo>
                  <a:lnTo>
                    <a:pt x="18707" y="12040"/>
                  </a:lnTo>
                  <a:lnTo>
                    <a:pt x="18776" y="12066"/>
                  </a:lnTo>
                  <a:lnTo>
                    <a:pt x="18849" y="12066"/>
                  </a:lnTo>
                  <a:lnTo>
                    <a:pt x="18927" y="12040"/>
                  </a:lnTo>
                  <a:lnTo>
                    <a:pt x="18927" y="12156"/>
                  </a:lnTo>
                  <a:lnTo>
                    <a:pt x="18872" y="12350"/>
                  </a:lnTo>
                  <a:lnTo>
                    <a:pt x="18840" y="12647"/>
                  </a:lnTo>
                  <a:lnTo>
                    <a:pt x="18895" y="12738"/>
                  </a:lnTo>
                  <a:lnTo>
                    <a:pt x="18968" y="12854"/>
                  </a:lnTo>
                  <a:lnTo>
                    <a:pt x="19042" y="12970"/>
                  </a:lnTo>
                  <a:lnTo>
                    <a:pt x="19115" y="13035"/>
                  </a:lnTo>
                  <a:lnTo>
                    <a:pt x="19170" y="13035"/>
                  </a:lnTo>
                  <a:lnTo>
                    <a:pt x="19211" y="12854"/>
                  </a:lnTo>
                  <a:lnTo>
                    <a:pt x="19234" y="12557"/>
                  </a:lnTo>
                  <a:lnTo>
                    <a:pt x="19239" y="12260"/>
                  </a:lnTo>
                  <a:lnTo>
                    <a:pt x="19257" y="11976"/>
                  </a:lnTo>
                  <a:lnTo>
                    <a:pt x="19280" y="11743"/>
                  </a:lnTo>
                  <a:close/>
                  <a:moveTo>
                    <a:pt x="20353" y="11588"/>
                  </a:moveTo>
                  <a:lnTo>
                    <a:pt x="20371" y="11640"/>
                  </a:lnTo>
                  <a:lnTo>
                    <a:pt x="20385" y="11678"/>
                  </a:lnTo>
                  <a:lnTo>
                    <a:pt x="20403" y="11704"/>
                  </a:lnTo>
                  <a:lnTo>
                    <a:pt x="20403" y="11795"/>
                  </a:lnTo>
                  <a:lnTo>
                    <a:pt x="20362" y="11795"/>
                  </a:lnTo>
                  <a:lnTo>
                    <a:pt x="20353" y="11769"/>
                  </a:lnTo>
                  <a:lnTo>
                    <a:pt x="20339" y="11769"/>
                  </a:lnTo>
                  <a:lnTo>
                    <a:pt x="20312" y="11743"/>
                  </a:lnTo>
                  <a:lnTo>
                    <a:pt x="20321" y="11704"/>
                  </a:lnTo>
                  <a:lnTo>
                    <a:pt x="20321" y="11640"/>
                  </a:lnTo>
                  <a:lnTo>
                    <a:pt x="20339" y="11640"/>
                  </a:lnTo>
                  <a:lnTo>
                    <a:pt x="20353" y="11588"/>
                  </a:lnTo>
                  <a:close/>
                  <a:moveTo>
                    <a:pt x="17730" y="11588"/>
                  </a:moveTo>
                  <a:lnTo>
                    <a:pt x="17762" y="11614"/>
                  </a:lnTo>
                  <a:lnTo>
                    <a:pt x="17808" y="11614"/>
                  </a:lnTo>
                  <a:lnTo>
                    <a:pt x="17827" y="11640"/>
                  </a:lnTo>
                  <a:lnTo>
                    <a:pt x="17849" y="11653"/>
                  </a:lnTo>
                  <a:lnTo>
                    <a:pt x="17849" y="11743"/>
                  </a:lnTo>
                  <a:lnTo>
                    <a:pt x="17831" y="11743"/>
                  </a:lnTo>
                  <a:lnTo>
                    <a:pt x="17831" y="11795"/>
                  </a:lnTo>
                  <a:lnTo>
                    <a:pt x="17808" y="11769"/>
                  </a:lnTo>
                  <a:lnTo>
                    <a:pt x="17785" y="11743"/>
                  </a:lnTo>
                  <a:lnTo>
                    <a:pt x="17762" y="11704"/>
                  </a:lnTo>
                  <a:lnTo>
                    <a:pt x="17744" y="11653"/>
                  </a:lnTo>
                  <a:lnTo>
                    <a:pt x="17730" y="11588"/>
                  </a:lnTo>
                  <a:close/>
                  <a:moveTo>
                    <a:pt x="20371" y="11459"/>
                  </a:moveTo>
                  <a:lnTo>
                    <a:pt x="20426" y="11459"/>
                  </a:lnTo>
                  <a:lnTo>
                    <a:pt x="20458" y="11743"/>
                  </a:lnTo>
                  <a:lnTo>
                    <a:pt x="20426" y="11743"/>
                  </a:lnTo>
                  <a:lnTo>
                    <a:pt x="20426" y="11704"/>
                  </a:lnTo>
                  <a:lnTo>
                    <a:pt x="20403" y="11653"/>
                  </a:lnTo>
                  <a:lnTo>
                    <a:pt x="20394" y="11614"/>
                  </a:lnTo>
                  <a:lnTo>
                    <a:pt x="20385" y="11562"/>
                  </a:lnTo>
                  <a:lnTo>
                    <a:pt x="20376" y="11524"/>
                  </a:lnTo>
                  <a:lnTo>
                    <a:pt x="20371" y="11459"/>
                  </a:lnTo>
                  <a:close/>
                  <a:moveTo>
                    <a:pt x="18170" y="11407"/>
                  </a:moveTo>
                  <a:lnTo>
                    <a:pt x="18258" y="11407"/>
                  </a:lnTo>
                  <a:lnTo>
                    <a:pt x="18258" y="11459"/>
                  </a:lnTo>
                  <a:lnTo>
                    <a:pt x="18239" y="11459"/>
                  </a:lnTo>
                  <a:lnTo>
                    <a:pt x="18184" y="11562"/>
                  </a:lnTo>
                  <a:lnTo>
                    <a:pt x="18120" y="11678"/>
                  </a:lnTo>
                  <a:lnTo>
                    <a:pt x="18065" y="11795"/>
                  </a:lnTo>
                  <a:lnTo>
                    <a:pt x="18047" y="11795"/>
                  </a:lnTo>
                  <a:lnTo>
                    <a:pt x="18042" y="11769"/>
                  </a:lnTo>
                  <a:lnTo>
                    <a:pt x="18033" y="11769"/>
                  </a:lnTo>
                  <a:lnTo>
                    <a:pt x="18024" y="11743"/>
                  </a:lnTo>
                  <a:lnTo>
                    <a:pt x="18010" y="11743"/>
                  </a:lnTo>
                  <a:lnTo>
                    <a:pt x="18010" y="11704"/>
                  </a:lnTo>
                  <a:lnTo>
                    <a:pt x="18088" y="11562"/>
                  </a:lnTo>
                  <a:lnTo>
                    <a:pt x="18170" y="11407"/>
                  </a:lnTo>
                  <a:close/>
                  <a:moveTo>
                    <a:pt x="17959" y="11343"/>
                  </a:moveTo>
                  <a:lnTo>
                    <a:pt x="17978" y="11381"/>
                  </a:lnTo>
                  <a:lnTo>
                    <a:pt x="17983" y="11381"/>
                  </a:lnTo>
                  <a:lnTo>
                    <a:pt x="17983" y="11459"/>
                  </a:lnTo>
                  <a:lnTo>
                    <a:pt x="17992" y="11498"/>
                  </a:lnTo>
                  <a:lnTo>
                    <a:pt x="17959" y="11498"/>
                  </a:lnTo>
                  <a:lnTo>
                    <a:pt x="17905" y="11549"/>
                  </a:lnTo>
                  <a:lnTo>
                    <a:pt x="17840" y="11549"/>
                  </a:lnTo>
                  <a:lnTo>
                    <a:pt x="17785" y="11498"/>
                  </a:lnTo>
                  <a:lnTo>
                    <a:pt x="17785" y="11472"/>
                  </a:lnTo>
                  <a:lnTo>
                    <a:pt x="17794" y="11472"/>
                  </a:lnTo>
                  <a:lnTo>
                    <a:pt x="17799" y="11459"/>
                  </a:lnTo>
                  <a:lnTo>
                    <a:pt x="17840" y="11407"/>
                  </a:lnTo>
                  <a:lnTo>
                    <a:pt x="17918" y="11407"/>
                  </a:lnTo>
                  <a:lnTo>
                    <a:pt x="17959" y="11343"/>
                  </a:lnTo>
                  <a:close/>
                  <a:moveTo>
                    <a:pt x="17657" y="11343"/>
                  </a:moveTo>
                  <a:lnTo>
                    <a:pt x="17689" y="11368"/>
                  </a:lnTo>
                  <a:lnTo>
                    <a:pt x="17703" y="11381"/>
                  </a:lnTo>
                  <a:lnTo>
                    <a:pt x="17721" y="11407"/>
                  </a:lnTo>
                  <a:lnTo>
                    <a:pt x="17735" y="11459"/>
                  </a:lnTo>
                  <a:lnTo>
                    <a:pt x="17744" y="11498"/>
                  </a:lnTo>
                  <a:lnTo>
                    <a:pt x="17730" y="11498"/>
                  </a:lnTo>
                  <a:lnTo>
                    <a:pt x="17689" y="11549"/>
                  </a:lnTo>
                  <a:lnTo>
                    <a:pt x="17584" y="11549"/>
                  </a:lnTo>
                  <a:lnTo>
                    <a:pt x="17584" y="11459"/>
                  </a:lnTo>
                  <a:lnTo>
                    <a:pt x="17606" y="11433"/>
                  </a:lnTo>
                  <a:lnTo>
                    <a:pt x="17634" y="11407"/>
                  </a:lnTo>
                  <a:lnTo>
                    <a:pt x="17639" y="11381"/>
                  </a:lnTo>
                  <a:lnTo>
                    <a:pt x="17657" y="11343"/>
                  </a:lnTo>
                  <a:close/>
                  <a:moveTo>
                    <a:pt x="20225" y="11252"/>
                  </a:moveTo>
                  <a:lnTo>
                    <a:pt x="20257" y="11291"/>
                  </a:lnTo>
                  <a:lnTo>
                    <a:pt x="20275" y="11317"/>
                  </a:lnTo>
                  <a:lnTo>
                    <a:pt x="20298" y="11368"/>
                  </a:lnTo>
                  <a:lnTo>
                    <a:pt x="20312" y="11407"/>
                  </a:lnTo>
                  <a:lnTo>
                    <a:pt x="20321" y="11472"/>
                  </a:lnTo>
                  <a:lnTo>
                    <a:pt x="20339" y="11549"/>
                  </a:lnTo>
                  <a:lnTo>
                    <a:pt x="20312" y="11549"/>
                  </a:lnTo>
                  <a:lnTo>
                    <a:pt x="20298" y="11498"/>
                  </a:lnTo>
                  <a:lnTo>
                    <a:pt x="20275" y="11459"/>
                  </a:lnTo>
                  <a:lnTo>
                    <a:pt x="20257" y="11407"/>
                  </a:lnTo>
                  <a:lnTo>
                    <a:pt x="20243" y="11343"/>
                  </a:lnTo>
                  <a:lnTo>
                    <a:pt x="20225" y="11252"/>
                  </a:lnTo>
                  <a:close/>
                  <a:moveTo>
                    <a:pt x="20105" y="11162"/>
                  </a:moveTo>
                  <a:lnTo>
                    <a:pt x="20119" y="11162"/>
                  </a:lnTo>
                  <a:lnTo>
                    <a:pt x="20128" y="11188"/>
                  </a:lnTo>
                  <a:lnTo>
                    <a:pt x="20137" y="11188"/>
                  </a:lnTo>
                  <a:lnTo>
                    <a:pt x="20147" y="11200"/>
                  </a:lnTo>
                  <a:lnTo>
                    <a:pt x="20147" y="11226"/>
                  </a:lnTo>
                  <a:lnTo>
                    <a:pt x="20160" y="11252"/>
                  </a:lnTo>
                  <a:lnTo>
                    <a:pt x="20179" y="11252"/>
                  </a:lnTo>
                  <a:lnTo>
                    <a:pt x="20179" y="11291"/>
                  </a:lnTo>
                  <a:lnTo>
                    <a:pt x="20151" y="11278"/>
                  </a:lnTo>
                  <a:lnTo>
                    <a:pt x="20137" y="11252"/>
                  </a:lnTo>
                  <a:lnTo>
                    <a:pt x="20128" y="11226"/>
                  </a:lnTo>
                  <a:lnTo>
                    <a:pt x="20119" y="11200"/>
                  </a:lnTo>
                  <a:lnTo>
                    <a:pt x="20105" y="11162"/>
                  </a:lnTo>
                  <a:close/>
                  <a:moveTo>
                    <a:pt x="18712" y="10916"/>
                  </a:moveTo>
                  <a:lnTo>
                    <a:pt x="18771" y="10955"/>
                  </a:lnTo>
                  <a:lnTo>
                    <a:pt x="18771" y="11045"/>
                  </a:lnTo>
                  <a:lnTo>
                    <a:pt x="18730" y="11110"/>
                  </a:lnTo>
                  <a:lnTo>
                    <a:pt x="18721" y="11136"/>
                  </a:lnTo>
                  <a:lnTo>
                    <a:pt x="18712" y="11162"/>
                  </a:lnTo>
                  <a:lnTo>
                    <a:pt x="18712" y="10916"/>
                  </a:lnTo>
                  <a:close/>
                  <a:moveTo>
                    <a:pt x="20000" y="10658"/>
                  </a:moveTo>
                  <a:lnTo>
                    <a:pt x="20050" y="10748"/>
                  </a:lnTo>
                  <a:lnTo>
                    <a:pt x="20082" y="10890"/>
                  </a:lnTo>
                  <a:lnTo>
                    <a:pt x="20105" y="11045"/>
                  </a:lnTo>
                  <a:lnTo>
                    <a:pt x="20092" y="11045"/>
                  </a:lnTo>
                  <a:lnTo>
                    <a:pt x="20092" y="11110"/>
                  </a:lnTo>
                  <a:lnTo>
                    <a:pt x="20032" y="11045"/>
                  </a:lnTo>
                  <a:lnTo>
                    <a:pt x="20018" y="10929"/>
                  </a:lnTo>
                  <a:lnTo>
                    <a:pt x="20009" y="10826"/>
                  </a:lnTo>
                  <a:lnTo>
                    <a:pt x="20000" y="10658"/>
                  </a:lnTo>
                  <a:close/>
                  <a:moveTo>
                    <a:pt x="19858" y="10658"/>
                  </a:moveTo>
                  <a:lnTo>
                    <a:pt x="19899" y="10658"/>
                  </a:lnTo>
                  <a:lnTo>
                    <a:pt x="19899" y="10916"/>
                  </a:lnTo>
                  <a:lnTo>
                    <a:pt x="19739" y="11045"/>
                  </a:lnTo>
                  <a:lnTo>
                    <a:pt x="19711" y="11020"/>
                  </a:lnTo>
                  <a:lnTo>
                    <a:pt x="19688" y="11007"/>
                  </a:lnTo>
                  <a:lnTo>
                    <a:pt x="19656" y="10981"/>
                  </a:lnTo>
                  <a:lnTo>
                    <a:pt x="19633" y="10955"/>
                  </a:lnTo>
                  <a:lnTo>
                    <a:pt x="19633" y="10865"/>
                  </a:lnTo>
                  <a:lnTo>
                    <a:pt x="19729" y="10839"/>
                  </a:lnTo>
                  <a:lnTo>
                    <a:pt x="19803" y="10774"/>
                  </a:lnTo>
                  <a:lnTo>
                    <a:pt x="19858" y="10658"/>
                  </a:lnTo>
                  <a:close/>
                  <a:moveTo>
                    <a:pt x="18184" y="10464"/>
                  </a:moveTo>
                  <a:lnTo>
                    <a:pt x="18258" y="10464"/>
                  </a:lnTo>
                  <a:lnTo>
                    <a:pt x="18267" y="10490"/>
                  </a:lnTo>
                  <a:lnTo>
                    <a:pt x="18271" y="10503"/>
                  </a:lnTo>
                  <a:lnTo>
                    <a:pt x="18271" y="10593"/>
                  </a:lnTo>
                  <a:lnTo>
                    <a:pt x="18184" y="10593"/>
                  </a:lnTo>
                  <a:lnTo>
                    <a:pt x="18184" y="10464"/>
                  </a:lnTo>
                  <a:close/>
                  <a:moveTo>
                    <a:pt x="18313" y="10412"/>
                  </a:moveTo>
                  <a:lnTo>
                    <a:pt x="18487" y="10464"/>
                  </a:lnTo>
                  <a:lnTo>
                    <a:pt x="18487" y="10503"/>
                  </a:lnTo>
                  <a:lnTo>
                    <a:pt x="18496" y="10555"/>
                  </a:lnTo>
                  <a:lnTo>
                    <a:pt x="18496" y="10593"/>
                  </a:lnTo>
                  <a:lnTo>
                    <a:pt x="18505" y="10658"/>
                  </a:lnTo>
                  <a:lnTo>
                    <a:pt x="18487" y="10658"/>
                  </a:lnTo>
                  <a:lnTo>
                    <a:pt x="18441" y="10580"/>
                  </a:lnTo>
                  <a:lnTo>
                    <a:pt x="18386" y="10555"/>
                  </a:lnTo>
                  <a:lnTo>
                    <a:pt x="18313" y="10555"/>
                  </a:lnTo>
                  <a:lnTo>
                    <a:pt x="18313" y="10412"/>
                  </a:lnTo>
                  <a:close/>
                  <a:moveTo>
                    <a:pt x="19771" y="10309"/>
                  </a:moveTo>
                  <a:lnTo>
                    <a:pt x="19858" y="10309"/>
                  </a:lnTo>
                  <a:lnTo>
                    <a:pt x="19899" y="10438"/>
                  </a:lnTo>
                  <a:lnTo>
                    <a:pt x="19931" y="10580"/>
                  </a:lnTo>
                  <a:lnTo>
                    <a:pt x="19945" y="10748"/>
                  </a:lnTo>
                  <a:lnTo>
                    <a:pt x="19931" y="10748"/>
                  </a:lnTo>
                  <a:lnTo>
                    <a:pt x="19890" y="10645"/>
                  </a:lnTo>
                  <a:lnTo>
                    <a:pt x="19849" y="10529"/>
                  </a:lnTo>
                  <a:lnTo>
                    <a:pt x="19803" y="10438"/>
                  </a:lnTo>
                  <a:lnTo>
                    <a:pt x="19771" y="10309"/>
                  </a:lnTo>
                  <a:close/>
                  <a:moveTo>
                    <a:pt x="18602" y="10038"/>
                  </a:moveTo>
                  <a:lnTo>
                    <a:pt x="18647" y="10038"/>
                  </a:lnTo>
                  <a:lnTo>
                    <a:pt x="18712" y="10051"/>
                  </a:lnTo>
                  <a:lnTo>
                    <a:pt x="18730" y="10219"/>
                  </a:lnTo>
                  <a:lnTo>
                    <a:pt x="18753" y="10348"/>
                  </a:lnTo>
                  <a:lnTo>
                    <a:pt x="18785" y="10464"/>
                  </a:lnTo>
                  <a:lnTo>
                    <a:pt x="18785" y="10503"/>
                  </a:lnTo>
                  <a:lnTo>
                    <a:pt x="18799" y="10503"/>
                  </a:lnTo>
                  <a:lnTo>
                    <a:pt x="18799" y="10464"/>
                  </a:lnTo>
                  <a:lnTo>
                    <a:pt x="18840" y="10348"/>
                  </a:lnTo>
                  <a:lnTo>
                    <a:pt x="18881" y="10283"/>
                  </a:lnTo>
                  <a:lnTo>
                    <a:pt x="18936" y="10232"/>
                  </a:lnTo>
                  <a:lnTo>
                    <a:pt x="19019" y="10219"/>
                  </a:lnTo>
                  <a:lnTo>
                    <a:pt x="19083" y="10322"/>
                  </a:lnTo>
                  <a:lnTo>
                    <a:pt x="19161" y="10412"/>
                  </a:lnTo>
                  <a:lnTo>
                    <a:pt x="19257" y="10503"/>
                  </a:lnTo>
                  <a:lnTo>
                    <a:pt x="19335" y="10645"/>
                  </a:lnTo>
                  <a:lnTo>
                    <a:pt x="19399" y="10774"/>
                  </a:lnTo>
                  <a:lnTo>
                    <a:pt x="19431" y="10955"/>
                  </a:lnTo>
                  <a:lnTo>
                    <a:pt x="19491" y="10981"/>
                  </a:lnTo>
                  <a:lnTo>
                    <a:pt x="19528" y="11020"/>
                  </a:lnTo>
                  <a:lnTo>
                    <a:pt x="19578" y="11045"/>
                  </a:lnTo>
                  <a:lnTo>
                    <a:pt x="19578" y="11162"/>
                  </a:lnTo>
                  <a:lnTo>
                    <a:pt x="19569" y="11162"/>
                  </a:lnTo>
                  <a:lnTo>
                    <a:pt x="19555" y="11188"/>
                  </a:lnTo>
                  <a:lnTo>
                    <a:pt x="19537" y="11188"/>
                  </a:lnTo>
                  <a:lnTo>
                    <a:pt x="19528" y="11200"/>
                  </a:lnTo>
                  <a:lnTo>
                    <a:pt x="19523" y="11226"/>
                  </a:lnTo>
                  <a:lnTo>
                    <a:pt x="19528" y="11226"/>
                  </a:lnTo>
                  <a:lnTo>
                    <a:pt x="19546" y="11252"/>
                  </a:lnTo>
                  <a:lnTo>
                    <a:pt x="19601" y="11472"/>
                  </a:lnTo>
                  <a:lnTo>
                    <a:pt x="19679" y="11653"/>
                  </a:lnTo>
                  <a:lnTo>
                    <a:pt x="19771" y="11795"/>
                  </a:lnTo>
                  <a:lnTo>
                    <a:pt x="19771" y="11898"/>
                  </a:lnTo>
                  <a:lnTo>
                    <a:pt x="19665" y="11898"/>
                  </a:lnTo>
                  <a:lnTo>
                    <a:pt x="19651" y="11859"/>
                  </a:lnTo>
                  <a:lnTo>
                    <a:pt x="19633" y="11833"/>
                  </a:lnTo>
                  <a:lnTo>
                    <a:pt x="19601" y="11833"/>
                  </a:lnTo>
                  <a:lnTo>
                    <a:pt x="19587" y="11821"/>
                  </a:lnTo>
                  <a:lnTo>
                    <a:pt x="19560" y="11795"/>
                  </a:lnTo>
                  <a:lnTo>
                    <a:pt x="19537" y="11743"/>
                  </a:lnTo>
                  <a:lnTo>
                    <a:pt x="19523" y="11704"/>
                  </a:lnTo>
                  <a:lnTo>
                    <a:pt x="19505" y="11614"/>
                  </a:lnTo>
                  <a:lnTo>
                    <a:pt x="19491" y="11549"/>
                  </a:lnTo>
                  <a:lnTo>
                    <a:pt x="19473" y="11498"/>
                  </a:lnTo>
                  <a:lnTo>
                    <a:pt x="19408" y="11407"/>
                  </a:lnTo>
                  <a:lnTo>
                    <a:pt x="19363" y="11407"/>
                  </a:lnTo>
                  <a:lnTo>
                    <a:pt x="19303" y="11459"/>
                  </a:lnTo>
                  <a:lnTo>
                    <a:pt x="19248" y="11549"/>
                  </a:lnTo>
                  <a:lnTo>
                    <a:pt x="19193" y="11588"/>
                  </a:lnTo>
                  <a:lnTo>
                    <a:pt x="19138" y="11498"/>
                  </a:lnTo>
                  <a:lnTo>
                    <a:pt x="19083" y="11459"/>
                  </a:lnTo>
                  <a:lnTo>
                    <a:pt x="19023" y="11433"/>
                  </a:lnTo>
                  <a:lnTo>
                    <a:pt x="18945" y="11459"/>
                  </a:lnTo>
                  <a:lnTo>
                    <a:pt x="18955" y="11368"/>
                  </a:lnTo>
                  <a:lnTo>
                    <a:pt x="18959" y="11291"/>
                  </a:lnTo>
                  <a:lnTo>
                    <a:pt x="18968" y="11252"/>
                  </a:lnTo>
                  <a:lnTo>
                    <a:pt x="18977" y="11200"/>
                  </a:lnTo>
                  <a:lnTo>
                    <a:pt x="18987" y="11162"/>
                  </a:lnTo>
                  <a:lnTo>
                    <a:pt x="18977" y="11110"/>
                  </a:lnTo>
                  <a:lnTo>
                    <a:pt x="18936" y="10916"/>
                  </a:lnTo>
                  <a:lnTo>
                    <a:pt x="18881" y="10800"/>
                  </a:lnTo>
                  <a:lnTo>
                    <a:pt x="18817" y="10748"/>
                  </a:lnTo>
                  <a:lnTo>
                    <a:pt x="18744" y="10684"/>
                  </a:lnTo>
                  <a:lnTo>
                    <a:pt x="18675" y="10645"/>
                  </a:lnTo>
                  <a:lnTo>
                    <a:pt x="18615" y="10555"/>
                  </a:lnTo>
                  <a:lnTo>
                    <a:pt x="18578" y="10412"/>
                  </a:lnTo>
                  <a:lnTo>
                    <a:pt x="18592" y="10400"/>
                  </a:lnTo>
                  <a:lnTo>
                    <a:pt x="18602" y="10400"/>
                  </a:lnTo>
                  <a:lnTo>
                    <a:pt x="18611" y="10374"/>
                  </a:lnTo>
                  <a:lnTo>
                    <a:pt x="18615" y="10348"/>
                  </a:lnTo>
                  <a:lnTo>
                    <a:pt x="18624" y="10309"/>
                  </a:lnTo>
                  <a:lnTo>
                    <a:pt x="18578" y="10283"/>
                  </a:lnTo>
                  <a:lnTo>
                    <a:pt x="18528" y="10219"/>
                  </a:lnTo>
                  <a:lnTo>
                    <a:pt x="18487" y="10167"/>
                  </a:lnTo>
                  <a:lnTo>
                    <a:pt x="18487" y="10051"/>
                  </a:lnTo>
                  <a:lnTo>
                    <a:pt x="18551" y="10038"/>
                  </a:lnTo>
                  <a:lnTo>
                    <a:pt x="18602" y="10038"/>
                  </a:lnTo>
                  <a:close/>
                  <a:moveTo>
                    <a:pt x="7075" y="9767"/>
                  </a:moveTo>
                  <a:lnTo>
                    <a:pt x="7043" y="9922"/>
                  </a:lnTo>
                  <a:lnTo>
                    <a:pt x="7020" y="9922"/>
                  </a:lnTo>
                  <a:lnTo>
                    <a:pt x="7020" y="9960"/>
                  </a:lnTo>
                  <a:lnTo>
                    <a:pt x="7070" y="10012"/>
                  </a:lnTo>
                  <a:lnTo>
                    <a:pt x="7116" y="10076"/>
                  </a:lnTo>
                  <a:lnTo>
                    <a:pt x="7148" y="10141"/>
                  </a:lnTo>
                  <a:lnTo>
                    <a:pt x="7166" y="10167"/>
                  </a:lnTo>
                  <a:lnTo>
                    <a:pt x="7171" y="10141"/>
                  </a:lnTo>
                  <a:lnTo>
                    <a:pt x="7171" y="10128"/>
                  </a:lnTo>
                  <a:lnTo>
                    <a:pt x="7180" y="10102"/>
                  </a:lnTo>
                  <a:lnTo>
                    <a:pt x="7180" y="10051"/>
                  </a:lnTo>
                  <a:lnTo>
                    <a:pt x="7139" y="10051"/>
                  </a:lnTo>
                  <a:lnTo>
                    <a:pt x="7134" y="10038"/>
                  </a:lnTo>
                  <a:lnTo>
                    <a:pt x="7107" y="10038"/>
                  </a:lnTo>
                  <a:lnTo>
                    <a:pt x="7093" y="10012"/>
                  </a:lnTo>
                  <a:lnTo>
                    <a:pt x="7093" y="9767"/>
                  </a:lnTo>
                  <a:lnTo>
                    <a:pt x="7075" y="9767"/>
                  </a:lnTo>
                  <a:close/>
                  <a:moveTo>
                    <a:pt x="18120" y="9599"/>
                  </a:moveTo>
                  <a:lnTo>
                    <a:pt x="18129" y="9599"/>
                  </a:lnTo>
                  <a:lnTo>
                    <a:pt x="18129" y="9650"/>
                  </a:lnTo>
                  <a:lnTo>
                    <a:pt x="18138" y="9650"/>
                  </a:lnTo>
                  <a:lnTo>
                    <a:pt x="18138" y="9676"/>
                  </a:lnTo>
                  <a:lnTo>
                    <a:pt x="18152" y="9676"/>
                  </a:lnTo>
                  <a:lnTo>
                    <a:pt x="18143" y="9689"/>
                  </a:lnTo>
                  <a:lnTo>
                    <a:pt x="18138" y="9689"/>
                  </a:lnTo>
                  <a:lnTo>
                    <a:pt x="18138" y="9715"/>
                  </a:lnTo>
                  <a:lnTo>
                    <a:pt x="18111" y="9779"/>
                  </a:lnTo>
                  <a:lnTo>
                    <a:pt x="18088" y="9857"/>
                  </a:lnTo>
                  <a:lnTo>
                    <a:pt x="18065" y="9922"/>
                  </a:lnTo>
                  <a:lnTo>
                    <a:pt x="17978" y="9896"/>
                  </a:lnTo>
                  <a:lnTo>
                    <a:pt x="17905" y="9896"/>
                  </a:lnTo>
                  <a:lnTo>
                    <a:pt x="17817" y="9922"/>
                  </a:lnTo>
                  <a:lnTo>
                    <a:pt x="17817" y="10051"/>
                  </a:lnTo>
                  <a:lnTo>
                    <a:pt x="17831" y="10076"/>
                  </a:lnTo>
                  <a:lnTo>
                    <a:pt x="17831" y="10102"/>
                  </a:lnTo>
                  <a:lnTo>
                    <a:pt x="17840" y="10128"/>
                  </a:lnTo>
                  <a:lnTo>
                    <a:pt x="17849" y="10167"/>
                  </a:lnTo>
                  <a:lnTo>
                    <a:pt x="17937" y="10076"/>
                  </a:lnTo>
                  <a:lnTo>
                    <a:pt x="18024" y="10012"/>
                  </a:lnTo>
                  <a:lnTo>
                    <a:pt x="18024" y="10128"/>
                  </a:lnTo>
                  <a:lnTo>
                    <a:pt x="18010" y="10128"/>
                  </a:lnTo>
                  <a:lnTo>
                    <a:pt x="17983" y="10167"/>
                  </a:lnTo>
                  <a:lnTo>
                    <a:pt x="17950" y="10219"/>
                  </a:lnTo>
                  <a:lnTo>
                    <a:pt x="17918" y="10257"/>
                  </a:lnTo>
                  <a:lnTo>
                    <a:pt x="17946" y="10412"/>
                  </a:lnTo>
                  <a:lnTo>
                    <a:pt x="17978" y="10555"/>
                  </a:lnTo>
                  <a:lnTo>
                    <a:pt x="17992" y="10684"/>
                  </a:lnTo>
                  <a:lnTo>
                    <a:pt x="18010" y="10916"/>
                  </a:lnTo>
                  <a:lnTo>
                    <a:pt x="17992" y="10916"/>
                  </a:lnTo>
                  <a:lnTo>
                    <a:pt x="17992" y="10955"/>
                  </a:lnTo>
                  <a:lnTo>
                    <a:pt x="17978" y="10929"/>
                  </a:lnTo>
                  <a:lnTo>
                    <a:pt x="17969" y="10929"/>
                  </a:lnTo>
                  <a:lnTo>
                    <a:pt x="17969" y="10916"/>
                  </a:lnTo>
                  <a:lnTo>
                    <a:pt x="17959" y="10916"/>
                  </a:lnTo>
                  <a:lnTo>
                    <a:pt x="17914" y="10774"/>
                  </a:lnTo>
                  <a:lnTo>
                    <a:pt x="17873" y="10619"/>
                  </a:lnTo>
                  <a:lnTo>
                    <a:pt x="17831" y="10464"/>
                  </a:lnTo>
                  <a:lnTo>
                    <a:pt x="17831" y="10955"/>
                  </a:lnTo>
                  <a:lnTo>
                    <a:pt x="17762" y="10955"/>
                  </a:lnTo>
                  <a:lnTo>
                    <a:pt x="17762" y="10929"/>
                  </a:lnTo>
                  <a:lnTo>
                    <a:pt x="17753" y="10929"/>
                  </a:lnTo>
                  <a:lnTo>
                    <a:pt x="17753" y="10916"/>
                  </a:lnTo>
                  <a:lnTo>
                    <a:pt x="17744" y="10916"/>
                  </a:lnTo>
                  <a:lnTo>
                    <a:pt x="17753" y="10748"/>
                  </a:lnTo>
                  <a:lnTo>
                    <a:pt x="17744" y="10658"/>
                  </a:lnTo>
                  <a:lnTo>
                    <a:pt x="17730" y="10580"/>
                  </a:lnTo>
                  <a:lnTo>
                    <a:pt x="17712" y="10464"/>
                  </a:lnTo>
                  <a:lnTo>
                    <a:pt x="17712" y="10348"/>
                  </a:lnTo>
                  <a:lnTo>
                    <a:pt x="17735" y="10219"/>
                  </a:lnTo>
                  <a:lnTo>
                    <a:pt x="17767" y="10038"/>
                  </a:lnTo>
                  <a:lnTo>
                    <a:pt x="17799" y="9870"/>
                  </a:lnTo>
                  <a:lnTo>
                    <a:pt x="17831" y="9741"/>
                  </a:lnTo>
                  <a:lnTo>
                    <a:pt x="17849" y="9676"/>
                  </a:lnTo>
                  <a:lnTo>
                    <a:pt x="17927" y="9741"/>
                  </a:lnTo>
                  <a:lnTo>
                    <a:pt x="17978" y="9741"/>
                  </a:lnTo>
                  <a:lnTo>
                    <a:pt x="18015" y="9715"/>
                  </a:lnTo>
                  <a:lnTo>
                    <a:pt x="18065" y="9676"/>
                  </a:lnTo>
                  <a:lnTo>
                    <a:pt x="18111" y="9599"/>
                  </a:lnTo>
                  <a:lnTo>
                    <a:pt x="18120" y="9599"/>
                  </a:lnTo>
                  <a:close/>
                  <a:moveTo>
                    <a:pt x="18290" y="9560"/>
                  </a:moveTo>
                  <a:lnTo>
                    <a:pt x="18322" y="9599"/>
                  </a:lnTo>
                  <a:lnTo>
                    <a:pt x="18335" y="9624"/>
                  </a:lnTo>
                  <a:lnTo>
                    <a:pt x="18354" y="9676"/>
                  </a:lnTo>
                  <a:lnTo>
                    <a:pt x="18359" y="9715"/>
                  </a:lnTo>
                  <a:lnTo>
                    <a:pt x="18359" y="9922"/>
                  </a:lnTo>
                  <a:lnTo>
                    <a:pt x="18345" y="9947"/>
                  </a:lnTo>
                  <a:lnTo>
                    <a:pt x="18335" y="9960"/>
                  </a:lnTo>
                  <a:lnTo>
                    <a:pt x="18335" y="10051"/>
                  </a:lnTo>
                  <a:lnTo>
                    <a:pt x="18331" y="10076"/>
                  </a:lnTo>
                  <a:lnTo>
                    <a:pt x="18313" y="10128"/>
                  </a:lnTo>
                  <a:lnTo>
                    <a:pt x="18313" y="10012"/>
                  </a:lnTo>
                  <a:lnTo>
                    <a:pt x="18281" y="9870"/>
                  </a:lnTo>
                  <a:lnTo>
                    <a:pt x="18281" y="9715"/>
                  </a:lnTo>
                  <a:lnTo>
                    <a:pt x="18290" y="9560"/>
                  </a:lnTo>
                  <a:close/>
                  <a:moveTo>
                    <a:pt x="16199" y="8927"/>
                  </a:moveTo>
                  <a:lnTo>
                    <a:pt x="16350" y="8978"/>
                  </a:lnTo>
                  <a:lnTo>
                    <a:pt x="16410" y="9172"/>
                  </a:lnTo>
                  <a:lnTo>
                    <a:pt x="16474" y="9288"/>
                  </a:lnTo>
                  <a:lnTo>
                    <a:pt x="16538" y="9405"/>
                  </a:lnTo>
                  <a:lnTo>
                    <a:pt x="16616" y="9508"/>
                  </a:lnTo>
                  <a:lnTo>
                    <a:pt x="16639" y="9560"/>
                  </a:lnTo>
                  <a:lnTo>
                    <a:pt x="16639" y="9586"/>
                  </a:lnTo>
                  <a:lnTo>
                    <a:pt x="16648" y="9586"/>
                  </a:lnTo>
                  <a:lnTo>
                    <a:pt x="16680" y="9676"/>
                  </a:lnTo>
                  <a:lnTo>
                    <a:pt x="16735" y="9857"/>
                  </a:lnTo>
                  <a:lnTo>
                    <a:pt x="16786" y="10051"/>
                  </a:lnTo>
                  <a:lnTo>
                    <a:pt x="16841" y="10283"/>
                  </a:lnTo>
                  <a:lnTo>
                    <a:pt x="16919" y="10464"/>
                  </a:lnTo>
                  <a:lnTo>
                    <a:pt x="16905" y="10684"/>
                  </a:lnTo>
                  <a:lnTo>
                    <a:pt x="16905" y="10955"/>
                  </a:lnTo>
                  <a:lnTo>
                    <a:pt x="16969" y="10981"/>
                  </a:lnTo>
                  <a:lnTo>
                    <a:pt x="17011" y="11020"/>
                  </a:lnTo>
                  <a:lnTo>
                    <a:pt x="17038" y="11097"/>
                  </a:lnTo>
                  <a:lnTo>
                    <a:pt x="17079" y="11162"/>
                  </a:lnTo>
                  <a:lnTo>
                    <a:pt x="17130" y="11162"/>
                  </a:lnTo>
                  <a:lnTo>
                    <a:pt x="17166" y="11110"/>
                  </a:lnTo>
                  <a:lnTo>
                    <a:pt x="17198" y="11071"/>
                  </a:lnTo>
                  <a:lnTo>
                    <a:pt x="17230" y="11045"/>
                  </a:lnTo>
                  <a:lnTo>
                    <a:pt x="17304" y="11110"/>
                  </a:lnTo>
                  <a:lnTo>
                    <a:pt x="17386" y="11200"/>
                  </a:lnTo>
                  <a:lnTo>
                    <a:pt x="17464" y="11317"/>
                  </a:lnTo>
                  <a:lnTo>
                    <a:pt x="17538" y="11407"/>
                  </a:lnTo>
                  <a:lnTo>
                    <a:pt x="17529" y="11407"/>
                  </a:lnTo>
                  <a:lnTo>
                    <a:pt x="17519" y="11433"/>
                  </a:lnTo>
                  <a:lnTo>
                    <a:pt x="17510" y="11433"/>
                  </a:lnTo>
                  <a:lnTo>
                    <a:pt x="17497" y="11459"/>
                  </a:lnTo>
                  <a:lnTo>
                    <a:pt x="17451" y="11498"/>
                  </a:lnTo>
                  <a:lnTo>
                    <a:pt x="17359" y="11498"/>
                  </a:lnTo>
                  <a:lnTo>
                    <a:pt x="17258" y="11459"/>
                  </a:lnTo>
                  <a:lnTo>
                    <a:pt x="17153" y="11381"/>
                  </a:lnTo>
                  <a:lnTo>
                    <a:pt x="17038" y="11317"/>
                  </a:lnTo>
                  <a:lnTo>
                    <a:pt x="16951" y="11252"/>
                  </a:lnTo>
                  <a:lnTo>
                    <a:pt x="16882" y="11162"/>
                  </a:lnTo>
                  <a:lnTo>
                    <a:pt x="16850" y="11110"/>
                  </a:lnTo>
                  <a:lnTo>
                    <a:pt x="16864" y="11071"/>
                  </a:lnTo>
                  <a:lnTo>
                    <a:pt x="16873" y="11045"/>
                  </a:lnTo>
                  <a:lnTo>
                    <a:pt x="16882" y="11007"/>
                  </a:lnTo>
                  <a:lnTo>
                    <a:pt x="16786" y="10929"/>
                  </a:lnTo>
                  <a:lnTo>
                    <a:pt x="16703" y="10800"/>
                  </a:lnTo>
                  <a:lnTo>
                    <a:pt x="16630" y="10593"/>
                  </a:lnTo>
                  <a:lnTo>
                    <a:pt x="16575" y="10374"/>
                  </a:lnTo>
                  <a:lnTo>
                    <a:pt x="16520" y="10128"/>
                  </a:lnTo>
                  <a:lnTo>
                    <a:pt x="16474" y="9870"/>
                  </a:lnTo>
                  <a:lnTo>
                    <a:pt x="16424" y="9676"/>
                  </a:lnTo>
                  <a:lnTo>
                    <a:pt x="16378" y="9508"/>
                  </a:lnTo>
                  <a:lnTo>
                    <a:pt x="16327" y="9405"/>
                  </a:lnTo>
                  <a:lnTo>
                    <a:pt x="16272" y="9263"/>
                  </a:lnTo>
                  <a:lnTo>
                    <a:pt x="16222" y="9133"/>
                  </a:lnTo>
                  <a:lnTo>
                    <a:pt x="16199" y="8927"/>
                  </a:lnTo>
                  <a:close/>
                  <a:moveTo>
                    <a:pt x="17570" y="8681"/>
                  </a:moveTo>
                  <a:lnTo>
                    <a:pt x="17616" y="8720"/>
                  </a:lnTo>
                  <a:lnTo>
                    <a:pt x="17671" y="8811"/>
                  </a:lnTo>
                  <a:lnTo>
                    <a:pt x="17721" y="8953"/>
                  </a:lnTo>
                  <a:lnTo>
                    <a:pt x="17744" y="9069"/>
                  </a:lnTo>
                  <a:lnTo>
                    <a:pt x="17721" y="9108"/>
                  </a:lnTo>
                  <a:lnTo>
                    <a:pt x="17698" y="9172"/>
                  </a:lnTo>
                  <a:lnTo>
                    <a:pt x="17671" y="9224"/>
                  </a:lnTo>
                  <a:lnTo>
                    <a:pt x="17639" y="9263"/>
                  </a:lnTo>
                  <a:lnTo>
                    <a:pt x="17666" y="9469"/>
                  </a:lnTo>
                  <a:lnTo>
                    <a:pt x="17698" y="9624"/>
                  </a:lnTo>
                  <a:lnTo>
                    <a:pt x="17730" y="9805"/>
                  </a:lnTo>
                  <a:lnTo>
                    <a:pt x="17703" y="9831"/>
                  </a:lnTo>
                  <a:lnTo>
                    <a:pt x="17680" y="9831"/>
                  </a:lnTo>
                  <a:lnTo>
                    <a:pt x="17671" y="9857"/>
                  </a:lnTo>
                  <a:lnTo>
                    <a:pt x="17666" y="9870"/>
                  </a:lnTo>
                  <a:lnTo>
                    <a:pt x="17657" y="9922"/>
                  </a:lnTo>
                  <a:lnTo>
                    <a:pt x="17616" y="10128"/>
                  </a:lnTo>
                  <a:lnTo>
                    <a:pt x="17593" y="10374"/>
                  </a:lnTo>
                  <a:lnTo>
                    <a:pt x="17551" y="10593"/>
                  </a:lnTo>
                  <a:lnTo>
                    <a:pt x="17529" y="10645"/>
                  </a:lnTo>
                  <a:lnTo>
                    <a:pt x="17506" y="10645"/>
                  </a:lnTo>
                  <a:lnTo>
                    <a:pt x="17478" y="10658"/>
                  </a:lnTo>
                  <a:lnTo>
                    <a:pt x="17451" y="10658"/>
                  </a:lnTo>
                  <a:lnTo>
                    <a:pt x="17400" y="10580"/>
                  </a:lnTo>
                  <a:lnTo>
                    <a:pt x="17354" y="10555"/>
                  </a:lnTo>
                  <a:lnTo>
                    <a:pt x="17295" y="10555"/>
                  </a:lnTo>
                  <a:lnTo>
                    <a:pt x="17240" y="10529"/>
                  </a:lnTo>
                  <a:lnTo>
                    <a:pt x="17185" y="10464"/>
                  </a:lnTo>
                  <a:lnTo>
                    <a:pt x="17130" y="10257"/>
                  </a:lnTo>
                  <a:lnTo>
                    <a:pt x="17088" y="9986"/>
                  </a:lnTo>
                  <a:lnTo>
                    <a:pt x="17079" y="9676"/>
                  </a:lnTo>
                  <a:lnTo>
                    <a:pt x="17120" y="9624"/>
                  </a:lnTo>
                  <a:lnTo>
                    <a:pt x="17153" y="9624"/>
                  </a:lnTo>
                  <a:lnTo>
                    <a:pt x="17185" y="9650"/>
                  </a:lnTo>
                  <a:lnTo>
                    <a:pt x="17217" y="9599"/>
                  </a:lnTo>
                  <a:lnTo>
                    <a:pt x="17258" y="9418"/>
                  </a:lnTo>
                  <a:lnTo>
                    <a:pt x="17359" y="9379"/>
                  </a:lnTo>
                  <a:lnTo>
                    <a:pt x="17377" y="9340"/>
                  </a:lnTo>
                  <a:lnTo>
                    <a:pt x="17391" y="9288"/>
                  </a:lnTo>
                  <a:lnTo>
                    <a:pt x="17391" y="9263"/>
                  </a:lnTo>
                  <a:lnTo>
                    <a:pt x="17400" y="9250"/>
                  </a:lnTo>
                  <a:lnTo>
                    <a:pt x="17400" y="9198"/>
                  </a:lnTo>
                  <a:lnTo>
                    <a:pt x="17409" y="9172"/>
                  </a:lnTo>
                  <a:lnTo>
                    <a:pt x="17478" y="9172"/>
                  </a:lnTo>
                  <a:lnTo>
                    <a:pt x="17497" y="9017"/>
                  </a:lnTo>
                  <a:lnTo>
                    <a:pt x="17519" y="8901"/>
                  </a:lnTo>
                  <a:lnTo>
                    <a:pt x="17542" y="8798"/>
                  </a:lnTo>
                  <a:lnTo>
                    <a:pt x="17570" y="8681"/>
                  </a:lnTo>
                  <a:close/>
                  <a:moveTo>
                    <a:pt x="15264" y="8384"/>
                  </a:moveTo>
                  <a:lnTo>
                    <a:pt x="15309" y="8475"/>
                  </a:lnTo>
                  <a:lnTo>
                    <a:pt x="15337" y="8630"/>
                  </a:lnTo>
                  <a:lnTo>
                    <a:pt x="15337" y="8888"/>
                  </a:lnTo>
                  <a:lnTo>
                    <a:pt x="15342" y="8888"/>
                  </a:lnTo>
                  <a:lnTo>
                    <a:pt x="15351" y="8901"/>
                  </a:lnTo>
                  <a:lnTo>
                    <a:pt x="15351" y="8978"/>
                  </a:lnTo>
                  <a:lnTo>
                    <a:pt x="15337" y="8978"/>
                  </a:lnTo>
                  <a:lnTo>
                    <a:pt x="15318" y="8991"/>
                  </a:lnTo>
                  <a:lnTo>
                    <a:pt x="15309" y="9043"/>
                  </a:lnTo>
                  <a:lnTo>
                    <a:pt x="15296" y="9069"/>
                  </a:lnTo>
                  <a:lnTo>
                    <a:pt x="15286" y="9069"/>
                  </a:lnTo>
                  <a:lnTo>
                    <a:pt x="15277" y="9043"/>
                  </a:lnTo>
                  <a:lnTo>
                    <a:pt x="15273" y="9043"/>
                  </a:lnTo>
                  <a:lnTo>
                    <a:pt x="15264" y="9017"/>
                  </a:lnTo>
                  <a:lnTo>
                    <a:pt x="15231" y="8836"/>
                  </a:lnTo>
                  <a:lnTo>
                    <a:pt x="15231" y="8565"/>
                  </a:lnTo>
                  <a:lnTo>
                    <a:pt x="15241" y="8526"/>
                  </a:lnTo>
                  <a:lnTo>
                    <a:pt x="15250" y="8500"/>
                  </a:lnTo>
                  <a:lnTo>
                    <a:pt x="15254" y="8449"/>
                  </a:lnTo>
                  <a:lnTo>
                    <a:pt x="15264" y="8384"/>
                  </a:lnTo>
                  <a:close/>
                  <a:moveTo>
                    <a:pt x="18138" y="8113"/>
                  </a:moveTo>
                  <a:lnTo>
                    <a:pt x="18175" y="8229"/>
                  </a:lnTo>
                  <a:lnTo>
                    <a:pt x="18203" y="8358"/>
                  </a:lnTo>
                  <a:lnTo>
                    <a:pt x="18203" y="8565"/>
                  </a:lnTo>
                  <a:lnTo>
                    <a:pt x="18207" y="8617"/>
                  </a:lnTo>
                  <a:lnTo>
                    <a:pt x="18216" y="8617"/>
                  </a:lnTo>
                  <a:lnTo>
                    <a:pt x="18216" y="8630"/>
                  </a:lnTo>
                  <a:lnTo>
                    <a:pt x="18207" y="8630"/>
                  </a:lnTo>
                  <a:lnTo>
                    <a:pt x="18203" y="8681"/>
                  </a:lnTo>
                  <a:lnTo>
                    <a:pt x="18203" y="8720"/>
                  </a:lnTo>
                  <a:lnTo>
                    <a:pt x="18193" y="8720"/>
                  </a:lnTo>
                  <a:lnTo>
                    <a:pt x="18193" y="8746"/>
                  </a:lnTo>
                  <a:lnTo>
                    <a:pt x="18184" y="8746"/>
                  </a:lnTo>
                  <a:lnTo>
                    <a:pt x="18170" y="8772"/>
                  </a:lnTo>
                  <a:lnTo>
                    <a:pt x="18161" y="8720"/>
                  </a:lnTo>
                  <a:lnTo>
                    <a:pt x="18161" y="8707"/>
                  </a:lnTo>
                  <a:lnTo>
                    <a:pt x="18143" y="8707"/>
                  </a:lnTo>
                  <a:lnTo>
                    <a:pt x="18138" y="8681"/>
                  </a:lnTo>
                  <a:lnTo>
                    <a:pt x="18138" y="8720"/>
                  </a:lnTo>
                  <a:lnTo>
                    <a:pt x="18143" y="8746"/>
                  </a:lnTo>
                  <a:lnTo>
                    <a:pt x="18152" y="8772"/>
                  </a:lnTo>
                  <a:lnTo>
                    <a:pt x="18161" y="8798"/>
                  </a:lnTo>
                  <a:lnTo>
                    <a:pt x="18152" y="8811"/>
                  </a:lnTo>
                  <a:lnTo>
                    <a:pt x="18152" y="8927"/>
                  </a:lnTo>
                  <a:lnTo>
                    <a:pt x="18111" y="8927"/>
                  </a:lnTo>
                  <a:lnTo>
                    <a:pt x="18111" y="8862"/>
                  </a:lnTo>
                  <a:lnTo>
                    <a:pt x="18088" y="8836"/>
                  </a:lnTo>
                  <a:lnTo>
                    <a:pt x="18065" y="8798"/>
                  </a:lnTo>
                  <a:lnTo>
                    <a:pt x="18056" y="8746"/>
                  </a:lnTo>
                  <a:lnTo>
                    <a:pt x="18047" y="8681"/>
                  </a:lnTo>
                  <a:lnTo>
                    <a:pt x="18042" y="8617"/>
                  </a:lnTo>
                  <a:lnTo>
                    <a:pt x="18024" y="8526"/>
                  </a:lnTo>
                  <a:lnTo>
                    <a:pt x="18001" y="8565"/>
                  </a:lnTo>
                  <a:lnTo>
                    <a:pt x="17969" y="8617"/>
                  </a:lnTo>
                  <a:lnTo>
                    <a:pt x="17937" y="8630"/>
                  </a:lnTo>
                  <a:lnTo>
                    <a:pt x="17905" y="8681"/>
                  </a:lnTo>
                  <a:lnTo>
                    <a:pt x="17905" y="8565"/>
                  </a:lnTo>
                  <a:lnTo>
                    <a:pt x="17914" y="8539"/>
                  </a:lnTo>
                  <a:lnTo>
                    <a:pt x="17914" y="8526"/>
                  </a:lnTo>
                  <a:lnTo>
                    <a:pt x="17918" y="8526"/>
                  </a:lnTo>
                  <a:lnTo>
                    <a:pt x="17918" y="8475"/>
                  </a:lnTo>
                  <a:lnTo>
                    <a:pt x="17983" y="8410"/>
                  </a:lnTo>
                  <a:lnTo>
                    <a:pt x="18042" y="8358"/>
                  </a:lnTo>
                  <a:lnTo>
                    <a:pt x="18097" y="8268"/>
                  </a:lnTo>
                  <a:lnTo>
                    <a:pt x="18138" y="8113"/>
                  </a:lnTo>
                  <a:close/>
                  <a:moveTo>
                    <a:pt x="5699" y="8113"/>
                  </a:moveTo>
                  <a:lnTo>
                    <a:pt x="5708" y="8177"/>
                  </a:lnTo>
                  <a:lnTo>
                    <a:pt x="5708" y="8229"/>
                  </a:lnTo>
                  <a:lnTo>
                    <a:pt x="5717" y="8255"/>
                  </a:lnTo>
                  <a:lnTo>
                    <a:pt x="5722" y="8255"/>
                  </a:lnTo>
                  <a:lnTo>
                    <a:pt x="5740" y="8268"/>
                  </a:lnTo>
                  <a:lnTo>
                    <a:pt x="5740" y="8177"/>
                  </a:lnTo>
                  <a:lnTo>
                    <a:pt x="5699" y="8113"/>
                  </a:lnTo>
                  <a:close/>
                  <a:moveTo>
                    <a:pt x="17744" y="7868"/>
                  </a:moveTo>
                  <a:lnTo>
                    <a:pt x="17762" y="7919"/>
                  </a:lnTo>
                  <a:lnTo>
                    <a:pt x="17776" y="7919"/>
                  </a:lnTo>
                  <a:lnTo>
                    <a:pt x="17776" y="7984"/>
                  </a:lnTo>
                  <a:lnTo>
                    <a:pt x="17785" y="8022"/>
                  </a:lnTo>
                  <a:lnTo>
                    <a:pt x="17735" y="8139"/>
                  </a:lnTo>
                  <a:lnTo>
                    <a:pt x="17703" y="8255"/>
                  </a:lnTo>
                  <a:lnTo>
                    <a:pt x="17666" y="8345"/>
                  </a:lnTo>
                  <a:lnTo>
                    <a:pt x="17606" y="8436"/>
                  </a:lnTo>
                  <a:lnTo>
                    <a:pt x="17606" y="8384"/>
                  </a:lnTo>
                  <a:lnTo>
                    <a:pt x="17657" y="8229"/>
                  </a:lnTo>
                  <a:lnTo>
                    <a:pt x="17712" y="8074"/>
                  </a:lnTo>
                  <a:lnTo>
                    <a:pt x="17744" y="7868"/>
                  </a:lnTo>
                  <a:close/>
                  <a:moveTo>
                    <a:pt x="6286" y="6679"/>
                  </a:moveTo>
                  <a:lnTo>
                    <a:pt x="6318" y="6692"/>
                  </a:lnTo>
                  <a:lnTo>
                    <a:pt x="6355" y="6744"/>
                  </a:lnTo>
                  <a:lnTo>
                    <a:pt x="6341" y="6769"/>
                  </a:lnTo>
                  <a:lnTo>
                    <a:pt x="6332" y="6808"/>
                  </a:lnTo>
                  <a:lnTo>
                    <a:pt x="6318" y="6834"/>
                  </a:lnTo>
                  <a:lnTo>
                    <a:pt x="6291" y="6834"/>
                  </a:lnTo>
                  <a:lnTo>
                    <a:pt x="6268" y="6808"/>
                  </a:lnTo>
                  <a:lnTo>
                    <a:pt x="6222" y="6808"/>
                  </a:lnTo>
                  <a:lnTo>
                    <a:pt x="6194" y="6834"/>
                  </a:lnTo>
                  <a:lnTo>
                    <a:pt x="6194" y="6692"/>
                  </a:lnTo>
                  <a:lnTo>
                    <a:pt x="6254" y="6679"/>
                  </a:lnTo>
                  <a:lnTo>
                    <a:pt x="6286" y="6679"/>
                  </a:lnTo>
                  <a:close/>
                  <a:moveTo>
                    <a:pt x="17937" y="6537"/>
                  </a:moveTo>
                  <a:lnTo>
                    <a:pt x="17937" y="6769"/>
                  </a:lnTo>
                  <a:lnTo>
                    <a:pt x="17927" y="6924"/>
                  </a:lnTo>
                  <a:lnTo>
                    <a:pt x="17914" y="7054"/>
                  </a:lnTo>
                  <a:lnTo>
                    <a:pt x="17905" y="7286"/>
                  </a:lnTo>
                  <a:lnTo>
                    <a:pt x="17918" y="7286"/>
                  </a:lnTo>
                  <a:lnTo>
                    <a:pt x="17918" y="7325"/>
                  </a:lnTo>
                  <a:lnTo>
                    <a:pt x="17983" y="7325"/>
                  </a:lnTo>
                  <a:lnTo>
                    <a:pt x="18001" y="7351"/>
                  </a:lnTo>
                  <a:lnTo>
                    <a:pt x="18015" y="7376"/>
                  </a:lnTo>
                  <a:lnTo>
                    <a:pt x="18047" y="7389"/>
                  </a:lnTo>
                  <a:lnTo>
                    <a:pt x="18065" y="7557"/>
                  </a:lnTo>
                  <a:lnTo>
                    <a:pt x="18097" y="7661"/>
                  </a:lnTo>
                  <a:lnTo>
                    <a:pt x="18138" y="7777"/>
                  </a:lnTo>
                  <a:lnTo>
                    <a:pt x="18170" y="7932"/>
                  </a:lnTo>
                  <a:lnTo>
                    <a:pt x="18143" y="7958"/>
                  </a:lnTo>
                  <a:lnTo>
                    <a:pt x="18129" y="7984"/>
                  </a:lnTo>
                  <a:lnTo>
                    <a:pt x="18120" y="7984"/>
                  </a:lnTo>
                  <a:lnTo>
                    <a:pt x="18120" y="8048"/>
                  </a:lnTo>
                  <a:lnTo>
                    <a:pt x="18106" y="8048"/>
                  </a:lnTo>
                  <a:lnTo>
                    <a:pt x="18079" y="8074"/>
                  </a:lnTo>
                  <a:lnTo>
                    <a:pt x="18074" y="8022"/>
                  </a:lnTo>
                  <a:lnTo>
                    <a:pt x="18074" y="8010"/>
                  </a:lnTo>
                  <a:lnTo>
                    <a:pt x="18056" y="8010"/>
                  </a:lnTo>
                  <a:lnTo>
                    <a:pt x="18047" y="7984"/>
                  </a:lnTo>
                  <a:lnTo>
                    <a:pt x="18033" y="8074"/>
                  </a:lnTo>
                  <a:lnTo>
                    <a:pt x="18024" y="8139"/>
                  </a:lnTo>
                  <a:lnTo>
                    <a:pt x="18010" y="8203"/>
                  </a:lnTo>
                  <a:lnTo>
                    <a:pt x="17983" y="8229"/>
                  </a:lnTo>
                  <a:lnTo>
                    <a:pt x="17959" y="8268"/>
                  </a:lnTo>
                  <a:lnTo>
                    <a:pt x="17959" y="8229"/>
                  </a:lnTo>
                  <a:lnTo>
                    <a:pt x="17946" y="8177"/>
                  </a:lnTo>
                  <a:lnTo>
                    <a:pt x="17946" y="8074"/>
                  </a:lnTo>
                  <a:lnTo>
                    <a:pt x="17937" y="8048"/>
                  </a:lnTo>
                  <a:lnTo>
                    <a:pt x="17927" y="8048"/>
                  </a:lnTo>
                  <a:lnTo>
                    <a:pt x="17905" y="8022"/>
                  </a:lnTo>
                  <a:lnTo>
                    <a:pt x="17905" y="7893"/>
                  </a:lnTo>
                  <a:lnTo>
                    <a:pt x="17914" y="7842"/>
                  </a:lnTo>
                  <a:lnTo>
                    <a:pt x="17914" y="7829"/>
                  </a:lnTo>
                  <a:lnTo>
                    <a:pt x="17918" y="7803"/>
                  </a:lnTo>
                  <a:lnTo>
                    <a:pt x="17937" y="7803"/>
                  </a:lnTo>
                  <a:lnTo>
                    <a:pt x="17959" y="7777"/>
                  </a:lnTo>
                  <a:lnTo>
                    <a:pt x="17992" y="7777"/>
                  </a:lnTo>
                  <a:lnTo>
                    <a:pt x="17992" y="7932"/>
                  </a:lnTo>
                  <a:lnTo>
                    <a:pt x="18047" y="7932"/>
                  </a:lnTo>
                  <a:lnTo>
                    <a:pt x="18047" y="7893"/>
                  </a:lnTo>
                  <a:lnTo>
                    <a:pt x="18056" y="7842"/>
                  </a:lnTo>
                  <a:lnTo>
                    <a:pt x="18065" y="7829"/>
                  </a:lnTo>
                  <a:lnTo>
                    <a:pt x="18065" y="7803"/>
                  </a:lnTo>
                  <a:lnTo>
                    <a:pt x="18074" y="7777"/>
                  </a:lnTo>
                  <a:lnTo>
                    <a:pt x="18079" y="7738"/>
                  </a:lnTo>
                  <a:lnTo>
                    <a:pt x="18065" y="7738"/>
                  </a:lnTo>
                  <a:lnTo>
                    <a:pt x="17983" y="7557"/>
                  </a:lnTo>
                  <a:lnTo>
                    <a:pt x="17891" y="7441"/>
                  </a:lnTo>
                  <a:lnTo>
                    <a:pt x="17891" y="7532"/>
                  </a:lnTo>
                  <a:lnTo>
                    <a:pt x="17882" y="7596"/>
                  </a:lnTo>
                  <a:lnTo>
                    <a:pt x="17873" y="7661"/>
                  </a:lnTo>
                  <a:lnTo>
                    <a:pt x="17873" y="7738"/>
                  </a:lnTo>
                  <a:lnTo>
                    <a:pt x="17863" y="7712"/>
                  </a:lnTo>
                  <a:lnTo>
                    <a:pt x="17859" y="7687"/>
                  </a:lnTo>
                  <a:lnTo>
                    <a:pt x="17859" y="7661"/>
                  </a:lnTo>
                  <a:lnTo>
                    <a:pt x="17849" y="7648"/>
                  </a:lnTo>
                  <a:lnTo>
                    <a:pt x="17827" y="7480"/>
                  </a:lnTo>
                  <a:lnTo>
                    <a:pt x="17799" y="7286"/>
                  </a:lnTo>
                  <a:lnTo>
                    <a:pt x="17794" y="7028"/>
                  </a:lnTo>
                  <a:lnTo>
                    <a:pt x="17799" y="6808"/>
                  </a:lnTo>
                  <a:lnTo>
                    <a:pt x="17831" y="6588"/>
                  </a:lnTo>
                  <a:lnTo>
                    <a:pt x="17859" y="6563"/>
                  </a:lnTo>
                  <a:lnTo>
                    <a:pt x="17882" y="6537"/>
                  </a:lnTo>
                  <a:lnTo>
                    <a:pt x="17937" y="6537"/>
                  </a:lnTo>
                  <a:close/>
                  <a:moveTo>
                    <a:pt x="5988" y="6537"/>
                  </a:moveTo>
                  <a:lnTo>
                    <a:pt x="6020" y="6537"/>
                  </a:lnTo>
                  <a:lnTo>
                    <a:pt x="6052" y="6563"/>
                  </a:lnTo>
                  <a:lnTo>
                    <a:pt x="6084" y="6563"/>
                  </a:lnTo>
                  <a:lnTo>
                    <a:pt x="6107" y="6588"/>
                  </a:lnTo>
                  <a:lnTo>
                    <a:pt x="6107" y="6692"/>
                  </a:lnTo>
                  <a:lnTo>
                    <a:pt x="5988" y="6692"/>
                  </a:lnTo>
                  <a:lnTo>
                    <a:pt x="5988" y="6537"/>
                  </a:lnTo>
                  <a:close/>
                  <a:moveTo>
                    <a:pt x="5314" y="6537"/>
                  </a:moveTo>
                  <a:lnTo>
                    <a:pt x="5355" y="6563"/>
                  </a:lnTo>
                  <a:lnTo>
                    <a:pt x="5378" y="6601"/>
                  </a:lnTo>
                  <a:lnTo>
                    <a:pt x="5410" y="6653"/>
                  </a:lnTo>
                  <a:lnTo>
                    <a:pt x="5438" y="6692"/>
                  </a:lnTo>
                  <a:lnTo>
                    <a:pt x="5438" y="6744"/>
                  </a:lnTo>
                  <a:lnTo>
                    <a:pt x="5406" y="6744"/>
                  </a:lnTo>
                  <a:lnTo>
                    <a:pt x="5378" y="6769"/>
                  </a:lnTo>
                  <a:lnTo>
                    <a:pt x="5355" y="6782"/>
                  </a:lnTo>
                  <a:lnTo>
                    <a:pt x="5342" y="6769"/>
                  </a:lnTo>
                  <a:lnTo>
                    <a:pt x="5309" y="6769"/>
                  </a:lnTo>
                  <a:lnTo>
                    <a:pt x="5282" y="6744"/>
                  </a:lnTo>
                  <a:lnTo>
                    <a:pt x="5282" y="6588"/>
                  </a:lnTo>
                  <a:lnTo>
                    <a:pt x="5291" y="6588"/>
                  </a:lnTo>
                  <a:lnTo>
                    <a:pt x="5300" y="6563"/>
                  </a:lnTo>
                  <a:lnTo>
                    <a:pt x="5309" y="6563"/>
                  </a:lnTo>
                  <a:lnTo>
                    <a:pt x="5314" y="6537"/>
                  </a:lnTo>
                  <a:close/>
                  <a:moveTo>
                    <a:pt x="5594" y="6330"/>
                  </a:moveTo>
                  <a:lnTo>
                    <a:pt x="5690" y="6356"/>
                  </a:lnTo>
                  <a:lnTo>
                    <a:pt x="5772" y="6408"/>
                  </a:lnTo>
                  <a:lnTo>
                    <a:pt x="5837" y="6472"/>
                  </a:lnTo>
                  <a:lnTo>
                    <a:pt x="5915" y="6537"/>
                  </a:lnTo>
                  <a:lnTo>
                    <a:pt x="5915" y="6653"/>
                  </a:lnTo>
                  <a:lnTo>
                    <a:pt x="5882" y="6653"/>
                  </a:lnTo>
                  <a:lnTo>
                    <a:pt x="5869" y="6679"/>
                  </a:lnTo>
                  <a:lnTo>
                    <a:pt x="5846" y="6692"/>
                  </a:lnTo>
                  <a:lnTo>
                    <a:pt x="5828" y="6718"/>
                  </a:lnTo>
                  <a:lnTo>
                    <a:pt x="5814" y="6744"/>
                  </a:lnTo>
                  <a:lnTo>
                    <a:pt x="5786" y="6744"/>
                  </a:lnTo>
                  <a:lnTo>
                    <a:pt x="5786" y="6692"/>
                  </a:lnTo>
                  <a:lnTo>
                    <a:pt x="5782" y="6679"/>
                  </a:lnTo>
                  <a:lnTo>
                    <a:pt x="5772" y="6653"/>
                  </a:lnTo>
                  <a:lnTo>
                    <a:pt x="5763" y="6627"/>
                  </a:lnTo>
                  <a:lnTo>
                    <a:pt x="5754" y="6653"/>
                  </a:lnTo>
                  <a:lnTo>
                    <a:pt x="5740" y="6782"/>
                  </a:lnTo>
                  <a:lnTo>
                    <a:pt x="5717" y="6782"/>
                  </a:lnTo>
                  <a:lnTo>
                    <a:pt x="5658" y="6769"/>
                  </a:lnTo>
                  <a:lnTo>
                    <a:pt x="5594" y="6744"/>
                  </a:lnTo>
                  <a:lnTo>
                    <a:pt x="5548" y="6744"/>
                  </a:lnTo>
                  <a:lnTo>
                    <a:pt x="5525" y="6588"/>
                  </a:lnTo>
                  <a:lnTo>
                    <a:pt x="5594" y="6588"/>
                  </a:lnTo>
                  <a:lnTo>
                    <a:pt x="5626" y="6563"/>
                  </a:lnTo>
                  <a:lnTo>
                    <a:pt x="5653" y="6537"/>
                  </a:lnTo>
                  <a:lnTo>
                    <a:pt x="5635" y="6511"/>
                  </a:lnTo>
                  <a:lnTo>
                    <a:pt x="5621" y="6472"/>
                  </a:lnTo>
                  <a:lnTo>
                    <a:pt x="5612" y="6446"/>
                  </a:lnTo>
                  <a:lnTo>
                    <a:pt x="5603" y="6408"/>
                  </a:lnTo>
                  <a:lnTo>
                    <a:pt x="5594" y="6330"/>
                  </a:lnTo>
                  <a:close/>
                  <a:moveTo>
                    <a:pt x="458" y="5839"/>
                  </a:moveTo>
                  <a:lnTo>
                    <a:pt x="532" y="5904"/>
                  </a:lnTo>
                  <a:lnTo>
                    <a:pt x="587" y="5994"/>
                  </a:lnTo>
                  <a:lnTo>
                    <a:pt x="651" y="6085"/>
                  </a:lnTo>
                  <a:lnTo>
                    <a:pt x="651" y="6136"/>
                  </a:lnTo>
                  <a:lnTo>
                    <a:pt x="633" y="6136"/>
                  </a:lnTo>
                  <a:lnTo>
                    <a:pt x="578" y="6240"/>
                  </a:lnTo>
                  <a:lnTo>
                    <a:pt x="523" y="6265"/>
                  </a:lnTo>
                  <a:lnTo>
                    <a:pt x="472" y="6291"/>
                  </a:lnTo>
                  <a:lnTo>
                    <a:pt x="417" y="6330"/>
                  </a:lnTo>
                  <a:lnTo>
                    <a:pt x="417" y="6291"/>
                  </a:lnTo>
                  <a:lnTo>
                    <a:pt x="403" y="6291"/>
                  </a:lnTo>
                  <a:lnTo>
                    <a:pt x="417" y="6175"/>
                  </a:lnTo>
                  <a:lnTo>
                    <a:pt x="417" y="5904"/>
                  </a:lnTo>
                  <a:lnTo>
                    <a:pt x="435" y="5878"/>
                  </a:lnTo>
                  <a:lnTo>
                    <a:pt x="440" y="5878"/>
                  </a:lnTo>
                  <a:lnTo>
                    <a:pt x="440" y="5865"/>
                  </a:lnTo>
                  <a:lnTo>
                    <a:pt x="449" y="5865"/>
                  </a:lnTo>
                  <a:lnTo>
                    <a:pt x="458" y="5839"/>
                  </a:lnTo>
                  <a:close/>
                  <a:moveTo>
                    <a:pt x="5034" y="5697"/>
                  </a:moveTo>
                  <a:lnTo>
                    <a:pt x="5163" y="5775"/>
                  </a:lnTo>
                  <a:lnTo>
                    <a:pt x="5277" y="5878"/>
                  </a:lnTo>
                  <a:lnTo>
                    <a:pt x="5452" y="6111"/>
                  </a:lnTo>
                  <a:lnTo>
                    <a:pt x="5548" y="6240"/>
                  </a:lnTo>
                  <a:lnTo>
                    <a:pt x="5548" y="6330"/>
                  </a:lnTo>
                  <a:lnTo>
                    <a:pt x="5507" y="6330"/>
                  </a:lnTo>
                  <a:lnTo>
                    <a:pt x="5461" y="6382"/>
                  </a:lnTo>
                  <a:lnTo>
                    <a:pt x="5406" y="6420"/>
                  </a:lnTo>
                  <a:lnTo>
                    <a:pt x="5346" y="6446"/>
                  </a:lnTo>
                  <a:lnTo>
                    <a:pt x="5355" y="6408"/>
                  </a:lnTo>
                  <a:lnTo>
                    <a:pt x="5355" y="6291"/>
                  </a:lnTo>
                  <a:lnTo>
                    <a:pt x="5346" y="6240"/>
                  </a:lnTo>
                  <a:lnTo>
                    <a:pt x="5227" y="6149"/>
                  </a:lnTo>
                  <a:lnTo>
                    <a:pt x="5117" y="5994"/>
                  </a:lnTo>
                  <a:lnTo>
                    <a:pt x="4998" y="5839"/>
                  </a:lnTo>
                  <a:lnTo>
                    <a:pt x="4970" y="5904"/>
                  </a:lnTo>
                  <a:lnTo>
                    <a:pt x="4956" y="5968"/>
                  </a:lnTo>
                  <a:lnTo>
                    <a:pt x="4933" y="6046"/>
                  </a:lnTo>
                  <a:lnTo>
                    <a:pt x="4906" y="6020"/>
                  </a:lnTo>
                  <a:lnTo>
                    <a:pt x="4874" y="5968"/>
                  </a:lnTo>
                  <a:lnTo>
                    <a:pt x="4860" y="5956"/>
                  </a:lnTo>
                  <a:lnTo>
                    <a:pt x="4892" y="5956"/>
                  </a:lnTo>
                  <a:lnTo>
                    <a:pt x="4915" y="5865"/>
                  </a:lnTo>
                  <a:lnTo>
                    <a:pt x="4938" y="5813"/>
                  </a:lnTo>
                  <a:lnTo>
                    <a:pt x="4966" y="5749"/>
                  </a:lnTo>
                  <a:lnTo>
                    <a:pt x="4988" y="5749"/>
                  </a:lnTo>
                  <a:lnTo>
                    <a:pt x="5002" y="5723"/>
                  </a:lnTo>
                  <a:lnTo>
                    <a:pt x="5021" y="5723"/>
                  </a:lnTo>
                  <a:lnTo>
                    <a:pt x="5034" y="5697"/>
                  </a:lnTo>
                  <a:close/>
                  <a:moveTo>
                    <a:pt x="353" y="5594"/>
                  </a:moveTo>
                  <a:lnTo>
                    <a:pt x="417" y="5658"/>
                  </a:lnTo>
                  <a:lnTo>
                    <a:pt x="417" y="5697"/>
                  </a:lnTo>
                  <a:lnTo>
                    <a:pt x="403" y="5697"/>
                  </a:lnTo>
                  <a:lnTo>
                    <a:pt x="353" y="5749"/>
                  </a:lnTo>
                  <a:lnTo>
                    <a:pt x="266" y="5749"/>
                  </a:lnTo>
                  <a:lnTo>
                    <a:pt x="266" y="5658"/>
                  </a:lnTo>
                  <a:lnTo>
                    <a:pt x="289" y="5632"/>
                  </a:lnTo>
                  <a:lnTo>
                    <a:pt x="312" y="5632"/>
                  </a:lnTo>
                  <a:lnTo>
                    <a:pt x="330" y="5620"/>
                  </a:lnTo>
                  <a:lnTo>
                    <a:pt x="353" y="5594"/>
                  </a:lnTo>
                  <a:close/>
                  <a:moveTo>
                    <a:pt x="0" y="5387"/>
                  </a:moveTo>
                  <a:lnTo>
                    <a:pt x="27" y="5413"/>
                  </a:lnTo>
                  <a:lnTo>
                    <a:pt x="73" y="5413"/>
                  </a:lnTo>
                  <a:lnTo>
                    <a:pt x="96" y="5439"/>
                  </a:lnTo>
                  <a:lnTo>
                    <a:pt x="124" y="5452"/>
                  </a:lnTo>
                  <a:lnTo>
                    <a:pt x="124" y="5542"/>
                  </a:lnTo>
                  <a:lnTo>
                    <a:pt x="105" y="5542"/>
                  </a:lnTo>
                  <a:lnTo>
                    <a:pt x="82" y="5568"/>
                  </a:lnTo>
                  <a:lnTo>
                    <a:pt x="60" y="5594"/>
                  </a:lnTo>
                  <a:lnTo>
                    <a:pt x="0" y="5594"/>
                  </a:lnTo>
                  <a:lnTo>
                    <a:pt x="0" y="5387"/>
                  </a:lnTo>
                  <a:close/>
                  <a:moveTo>
                    <a:pt x="5282" y="5348"/>
                  </a:moveTo>
                  <a:lnTo>
                    <a:pt x="5309" y="5387"/>
                  </a:lnTo>
                  <a:lnTo>
                    <a:pt x="5323" y="5439"/>
                  </a:lnTo>
                  <a:lnTo>
                    <a:pt x="5342" y="5477"/>
                  </a:lnTo>
                  <a:lnTo>
                    <a:pt x="5346" y="5542"/>
                  </a:lnTo>
                  <a:lnTo>
                    <a:pt x="5346" y="5658"/>
                  </a:lnTo>
                  <a:lnTo>
                    <a:pt x="5314" y="5658"/>
                  </a:lnTo>
                  <a:lnTo>
                    <a:pt x="5309" y="5594"/>
                  </a:lnTo>
                  <a:lnTo>
                    <a:pt x="5300" y="5568"/>
                  </a:lnTo>
                  <a:lnTo>
                    <a:pt x="5291" y="5529"/>
                  </a:lnTo>
                  <a:lnTo>
                    <a:pt x="5282" y="5477"/>
                  </a:lnTo>
                  <a:lnTo>
                    <a:pt x="5282" y="5348"/>
                  </a:lnTo>
                  <a:close/>
                  <a:moveTo>
                    <a:pt x="17905" y="5258"/>
                  </a:moveTo>
                  <a:lnTo>
                    <a:pt x="17918" y="5297"/>
                  </a:lnTo>
                  <a:lnTo>
                    <a:pt x="17927" y="5348"/>
                  </a:lnTo>
                  <a:lnTo>
                    <a:pt x="17937" y="5387"/>
                  </a:lnTo>
                  <a:lnTo>
                    <a:pt x="17937" y="5542"/>
                  </a:lnTo>
                  <a:lnTo>
                    <a:pt x="17873" y="5994"/>
                  </a:lnTo>
                  <a:lnTo>
                    <a:pt x="17840" y="5878"/>
                  </a:lnTo>
                  <a:lnTo>
                    <a:pt x="17827" y="5775"/>
                  </a:lnTo>
                  <a:lnTo>
                    <a:pt x="17817" y="5594"/>
                  </a:lnTo>
                  <a:lnTo>
                    <a:pt x="17905" y="5258"/>
                  </a:lnTo>
                  <a:close/>
                  <a:moveTo>
                    <a:pt x="5245" y="5051"/>
                  </a:moveTo>
                  <a:lnTo>
                    <a:pt x="5346" y="5051"/>
                  </a:lnTo>
                  <a:lnTo>
                    <a:pt x="5355" y="5090"/>
                  </a:lnTo>
                  <a:lnTo>
                    <a:pt x="5374" y="5116"/>
                  </a:lnTo>
                  <a:lnTo>
                    <a:pt x="5374" y="5142"/>
                  </a:lnTo>
                  <a:lnTo>
                    <a:pt x="5378" y="5167"/>
                  </a:lnTo>
                  <a:lnTo>
                    <a:pt x="5378" y="5180"/>
                  </a:lnTo>
                  <a:lnTo>
                    <a:pt x="5374" y="5206"/>
                  </a:lnTo>
                  <a:lnTo>
                    <a:pt x="5374" y="5258"/>
                  </a:lnTo>
                  <a:lnTo>
                    <a:pt x="5346" y="5206"/>
                  </a:lnTo>
                  <a:lnTo>
                    <a:pt x="5323" y="5180"/>
                  </a:lnTo>
                  <a:lnTo>
                    <a:pt x="5300" y="5180"/>
                  </a:lnTo>
                  <a:lnTo>
                    <a:pt x="5282" y="5167"/>
                  </a:lnTo>
                  <a:lnTo>
                    <a:pt x="5268" y="5167"/>
                  </a:lnTo>
                  <a:lnTo>
                    <a:pt x="5250" y="5142"/>
                  </a:lnTo>
                  <a:lnTo>
                    <a:pt x="5245" y="5090"/>
                  </a:lnTo>
                  <a:lnTo>
                    <a:pt x="5245" y="5051"/>
                  </a:lnTo>
                  <a:close/>
                  <a:moveTo>
                    <a:pt x="18418" y="4211"/>
                  </a:moveTo>
                  <a:lnTo>
                    <a:pt x="18432" y="4237"/>
                  </a:lnTo>
                  <a:lnTo>
                    <a:pt x="18441" y="4237"/>
                  </a:lnTo>
                  <a:lnTo>
                    <a:pt x="18441" y="4263"/>
                  </a:lnTo>
                  <a:lnTo>
                    <a:pt x="18450" y="4302"/>
                  </a:lnTo>
                  <a:lnTo>
                    <a:pt x="18450" y="4354"/>
                  </a:lnTo>
                  <a:lnTo>
                    <a:pt x="18441" y="4418"/>
                  </a:lnTo>
                  <a:lnTo>
                    <a:pt x="18423" y="4483"/>
                  </a:lnTo>
                  <a:lnTo>
                    <a:pt x="18418" y="4547"/>
                  </a:lnTo>
                  <a:lnTo>
                    <a:pt x="18377" y="4547"/>
                  </a:lnTo>
                  <a:lnTo>
                    <a:pt x="18377" y="4392"/>
                  </a:lnTo>
                  <a:lnTo>
                    <a:pt x="18391" y="4379"/>
                  </a:lnTo>
                  <a:lnTo>
                    <a:pt x="18400" y="4328"/>
                  </a:lnTo>
                  <a:lnTo>
                    <a:pt x="18409" y="4289"/>
                  </a:lnTo>
                  <a:lnTo>
                    <a:pt x="18418" y="4211"/>
                  </a:lnTo>
                  <a:close/>
                  <a:moveTo>
                    <a:pt x="18203" y="3604"/>
                  </a:moveTo>
                  <a:lnTo>
                    <a:pt x="18258" y="3604"/>
                  </a:lnTo>
                  <a:lnTo>
                    <a:pt x="18258" y="3759"/>
                  </a:lnTo>
                  <a:lnTo>
                    <a:pt x="18184" y="3759"/>
                  </a:lnTo>
                  <a:lnTo>
                    <a:pt x="18184" y="3656"/>
                  </a:lnTo>
                  <a:lnTo>
                    <a:pt x="18203" y="3656"/>
                  </a:lnTo>
                  <a:lnTo>
                    <a:pt x="18203" y="3604"/>
                  </a:lnTo>
                  <a:close/>
                  <a:moveTo>
                    <a:pt x="12375" y="3178"/>
                  </a:moveTo>
                  <a:lnTo>
                    <a:pt x="12416" y="3178"/>
                  </a:lnTo>
                  <a:lnTo>
                    <a:pt x="12398" y="3243"/>
                  </a:lnTo>
                  <a:lnTo>
                    <a:pt x="12384" y="3294"/>
                  </a:lnTo>
                  <a:lnTo>
                    <a:pt x="12366" y="3333"/>
                  </a:lnTo>
                  <a:lnTo>
                    <a:pt x="12352" y="3385"/>
                  </a:lnTo>
                  <a:lnTo>
                    <a:pt x="12325" y="3423"/>
                  </a:lnTo>
                  <a:lnTo>
                    <a:pt x="12311" y="3423"/>
                  </a:lnTo>
                  <a:lnTo>
                    <a:pt x="12311" y="3449"/>
                  </a:lnTo>
                  <a:lnTo>
                    <a:pt x="12288" y="3449"/>
                  </a:lnTo>
                  <a:lnTo>
                    <a:pt x="12269" y="3475"/>
                  </a:lnTo>
                  <a:lnTo>
                    <a:pt x="12256" y="3307"/>
                  </a:lnTo>
                  <a:lnTo>
                    <a:pt x="12288" y="3294"/>
                  </a:lnTo>
                  <a:lnTo>
                    <a:pt x="12320" y="3243"/>
                  </a:lnTo>
                  <a:lnTo>
                    <a:pt x="12352" y="3217"/>
                  </a:lnTo>
                  <a:lnTo>
                    <a:pt x="12375" y="3178"/>
                  </a:lnTo>
                  <a:close/>
                  <a:moveTo>
                    <a:pt x="11710" y="3113"/>
                  </a:moveTo>
                  <a:lnTo>
                    <a:pt x="11751" y="3152"/>
                  </a:lnTo>
                  <a:lnTo>
                    <a:pt x="11797" y="3204"/>
                  </a:lnTo>
                  <a:lnTo>
                    <a:pt x="11852" y="3243"/>
                  </a:lnTo>
                  <a:lnTo>
                    <a:pt x="11884" y="3307"/>
                  </a:lnTo>
                  <a:lnTo>
                    <a:pt x="11756" y="3307"/>
                  </a:lnTo>
                  <a:lnTo>
                    <a:pt x="11742" y="3294"/>
                  </a:lnTo>
                  <a:lnTo>
                    <a:pt x="11733" y="3294"/>
                  </a:lnTo>
                  <a:lnTo>
                    <a:pt x="11719" y="3268"/>
                  </a:lnTo>
                  <a:lnTo>
                    <a:pt x="11687" y="3268"/>
                  </a:lnTo>
                  <a:lnTo>
                    <a:pt x="11687" y="3217"/>
                  </a:lnTo>
                  <a:lnTo>
                    <a:pt x="11696" y="3204"/>
                  </a:lnTo>
                  <a:lnTo>
                    <a:pt x="11701" y="3178"/>
                  </a:lnTo>
                  <a:lnTo>
                    <a:pt x="11701" y="3152"/>
                  </a:lnTo>
                  <a:lnTo>
                    <a:pt x="11710" y="3113"/>
                  </a:lnTo>
                  <a:close/>
                  <a:moveTo>
                    <a:pt x="10280" y="2235"/>
                  </a:moveTo>
                  <a:lnTo>
                    <a:pt x="10390" y="2235"/>
                  </a:lnTo>
                  <a:lnTo>
                    <a:pt x="10390" y="2274"/>
                  </a:lnTo>
                  <a:lnTo>
                    <a:pt x="10367" y="2300"/>
                  </a:lnTo>
                  <a:lnTo>
                    <a:pt x="10357" y="2325"/>
                  </a:lnTo>
                  <a:lnTo>
                    <a:pt x="10344" y="2338"/>
                  </a:lnTo>
                  <a:lnTo>
                    <a:pt x="10325" y="2364"/>
                  </a:lnTo>
                  <a:lnTo>
                    <a:pt x="10303" y="2364"/>
                  </a:lnTo>
                  <a:lnTo>
                    <a:pt x="10280" y="2235"/>
                  </a:lnTo>
                  <a:close/>
                  <a:moveTo>
                    <a:pt x="11976" y="1976"/>
                  </a:moveTo>
                  <a:lnTo>
                    <a:pt x="11967" y="2002"/>
                  </a:lnTo>
                  <a:lnTo>
                    <a:pt x="11958" y="2028"/>
                  </a:lnTo>
                  <a:lnTo>
                    <a:pt x="11948" y="2028"/>
                  </a:lnTo>
                  <a:lnTo>
                    <a:pt x="11948" y="2054"/>
                  </a:lnTo>
                  <a:lnTo>
                    <a:pt x="11944" y="2067"/>
                  </a:lnTo>
                  <a:lnTo>
                    <a:pt x="11935" y="2119"/>
                  </a:lnTo>
                  <a:lnTo>
                    <a:pt x="11948" y="2119"/>
                  </a:lnTo>
                  <a:lnTo>
                    <a:pt x="11976" y="2093"/>
                  </a:lnTo>
                  <a:lnTo>
                    <a:pt x="11990" y="2067"/>
                  </a:lnTo>
                  <a:lnTo>
                    <a:pt x="12008" y="2054"/>
                  </a:lnTo>
                  <a:lnTo>
                    <a:pt x="12022" y="2028"/>
                  </a:lnTo>
                  <a:lnTo>
                    <a:pt x="12040" y="1976"/>
                  </a:lnTo>
                  <a:lnTo>
                    <a:pt x="11976" y="1976"/>
                  </a:lnTo>
                  <a:close/>
                  <a:moveTo>
                    <a:pt x="10830" y="1976"/>
                  </a:moveTo>
                  <a:lnTo>
                    <a:pt x="10839" y="2183"/>
                  </a:lnTo>
                  <a:lnTo>
                    <a:pt x="10848" y="2429"/>
                  </a:lnTo>
                  <a:lnTo>
                    <a:pt x="10807" y="2429"/>
                  </a:lnTo>
                  <a:lnTo>
                    <a:pt x="10798" y="2455"/>
                  </a:lnTo>
                  <a:lnTo>
                    <a:pt x="10766" y="2455"/>
                  </a:lnTo>
                  <a:lnTo>
                    <a:pt x="10743" y="2480"/>
                  </a:lnTo>
                  <a:lnTo>
                    <a:pt x="10733" y="2300"/>
                  </a:lnTo>
                  <a:lnTo>
                    <a:pt x="10733" y="2119"/>
                  </a:lnTo>
                  <a:lnTo>
                    <a:pt x="10743" y="2028"/>
                  </a:lnTo>
                  <a:lnTo>
                    <a:pt x="10757" y="2002"/>
                  </a:lnTo>
                  <a:lnTo>
                    <a:pt x="10775" y="1976"/>
                  </a:lnTo>
                  <a:lnTo>
                    <a:pt x="10830" y="1976"/>
                  </a:lnTo>
                  <a:close/>
                  <a:moveTo>
                    <a:pt x="10789" y="1537"/>
                  </a:moveTo>
                  <a:lnTo>
                    <a:pt x="10830" y="1537"/>
                  </a:lnTo>
                  <a:lnTo>
                    <a:pt x="10821" y="1628"/>
                  </a:lnTo>
                  <a:lnTo>
                    <a:pt x="10821" y="1757"/>
                  </a:lnTo>
                  <a:lnTo>
                    <a:pt x="10816" y="1808"/>
                  </a:lnTo>
                  <a:lnTo>
                    <a:pt x="10807" y="1873"/>
                  </a:lnTo>
                  <a:lnTo>
                    <a:pt x="10775" y="1873"/>
                  </a:lnTo>
                  <a:lnTo>
                    <a:pt x="10775" y="1783"/>
                  </a:lnTo>
                  <a:lnTo>
                    <a:pt x="10784" y="1692"/>
                  </a:lnTo>
                  <a:lnTo>
                    <a:pt x="10784" y="1602"/>
                  </a:lnTo>
                  <a:lnTo>
                    <a:pt x="10789" y="1537"/>
                  </a:lnTo>
                  <a:close/>
                  <a:moveTo>
                    <a:pt x="19225" y="917"/>
                  </a:moveTo>
                  <a:lnTo>
                    <a:pt x="19266" y="1085"/>
                  </a:lnTo>
                  <a:lnTo>
                    <a:pt x="19303" y="1176"/>
                  </a:lnTo>
                  <a:lnTo>
                    <a:pt x="19353" y="1214"/>
                  </a:lnTo>
                  <a:lnTo>
                    <a:pt x="19385" y="1266"/>
                  </a:lnTo>
                  <a:lnTo>
                    <a:pt x="19418" y="1331"/>
                  </a:lnTo>
                  <a:lnTo>
                    <a:pt x="19427" y="1369"/>
                  </a:lnTo>
                  <a:lnTo>
                    <a:pt x="19431" y="1421"/>
                  </a:lnTo>
                  <a:lnTo>
                    <a:pt x="19431" y="1537"/>
                  </a:lnTo>
                  <a:lnTo>
                    <a:pt x="19376" y="1576"/>
                  </a:lnTo>
                  <a:lnTo>
                    <a:pt x="19335" y="1666"/>
                  </a:lnTo>
                  <a:lnTo>
                    <a:pt x="19303" y="1757"/>
                  </a:lnTo>
                  <a:lnTo>
                    <a:pt x="19257" y="1821"/>
                  </a:lnTo>
                  <a:lnTo>
                    <a:pt x="19239" y="1757"/>
                  </a:lnTo>
                  <a:lnTo>
                    <a:pt x="19225" y="1731"/>
                  </a:lnTo>
                  <a:lnTo>
                    <a:pt x="19211" y="1718"/>
                  </a:lnTo>
                  <a:lnTo>
                    <a:pt x="19193" y="1731"/>
                  </a:lnTo>
                  <a:lnTo>
                    <a:pt x="19179" y="1757"/>
                  </a:lnTo>
                  <a:lnTo>
                    <a:pt x="19170" y="1808"/>
                  </a:lnTo>
                  <a:lnTo>
                    <a:pt x="19152" y="1821"/>
                  </a:lnTo>
                  <a:lnTo>
                    <a:pt x="19179" y="2093"/>
                  </a:lnTo>
                  <a:lnTo>
                    <a:pt x="19184" y="2300"/>
                  </a:lnTo>
                  <a:lnTo>
                    <a:pt x="19184" y="2455"/>
                  </a:lnTo>
                  <a:lnTo>
                    <a:pt x="19179" y="2609"/>
                  </a:lnTo>
                  <a:lnTo>
                    <a:pt x="19161" y="2777"/>
                  </a:lnTo>
                  <a:lnTo>
                    <a:pt x="19147" y="2997"/>
                  </a:lnTo>
                  <a:lnTo>
                    <a:pt x="19138" y="3268"/>
                  </a:lnTo>
                  <a:lnTo>
                    <a:pt x="19032" y="3423"/>
                  </a:lnTo>
                  <a:lnTo>
                    <a:pt x="18913" y="3578"/>
                  </a:lnTo>
                  <a:lnTo>
                    <a:pt x="18799" y="3720"/>
                  </a:lnTo>
                  <a:lnTo>
                    <a:pt x="18776" y="3604"/>
                  </a:lnTo>
                  <a:lnTo>
                    <a:pt x="18753" y="3514"/>
                  </a:lnTo>
                  <a:lnTo>
                    <a:pt x="18744" y="3604"/>
                  </a:lnTo>
                  <a:lnTo>
                    <a:pt x="18744" y="3656"/>
                  </a:lnTo>
                  <a:lnTo>
                    <a:pt x="18739" y="3720"/>
                  </a:lnTo>
                  <a:lnTo>
                    <a:pt x="18730" y="3759"/>
                  </a:lnTo>
                  <a:lnTo>
                    <a:pt x="18689" y="3759"/>
                  </a:lnTo>
                  <a:lnTo>
                    <a:pt x="18679" y="3785"/>
                  </a:lnTo>
                  <a:lnTo>
                    <a:pt x="18675" y="3785"/>
                  </a:lnTo>
                  <a:lnTo>
                    <a:pt x="18666" y="3811"/>
                  </a:lnTo>
                  <a:lnTo>
                    <a:pt x="18656" y="3837"/>
                  </a:lnTo>
                  <a:lnTo>
                    <a:pt x="18634" y="3837"/>
                  </a:lnTo>
                  <a:lnTo>
                    <a:pt x="18611" y="3850"/>
                  </a:lnTo>
                  <a:lnTo>
                    <a:pt x="18602" y="3811"/>
                  </a:lnTo>
                  <a:lnTo>
                    <a:pt x="18602" y="3656"/>
                  </a:lnTo>
                  <a:lnTo>
                    <a:pt x="18583" y="3656"/>
                  </a:lnTo>
                  <a:lnTo>
                    <a:pt x="18569" y="3630"/>
                  </a:lnTo>
                  <a:lnTo>
                    <a:pt x="18537" y="3604"/>
                  </a:lnTo>
                  <a:lnTo>
                    <a:pt x="18537" y="3656"/>
                  </a:lnTo>
                  <a:lnTo>
                    <a:pt x="18551" y="3720"/>
                  </a:lnTo>
                  <a:lnTo>
                    <a:pt x="18569" y="3746"/>
                  </a:lnTo>
                  <a:lnTo>
                    <a:pt x="18569" y="3850"/>
                  </a:lnTo>
                  <a:lnTo>
                    <a:pt x="18578" y="3966"/>
                  </a:lnTo>
                  <a:lnTo>
                    <a:pt x="18551" y="4031"/>
                  </a:lnTo>
                  <a:lnTo>
                    <a:pt x="18537" y="4121"/>
                  </a:lnTo>
                  <a:lnTo>
                    <a:pt x="18519" y="4211"/>
                  </a:lnTo>
                  <a:lnTo>
                    <a:pt x="18464" y="4211"/>
                  </a:lnTo>
                  <a:lnTo>
                    <a:pt x="18455" y="4031"/>
                  </a:lnTo>
                  <a:lnTo>
                    <a:pt x="18450" y="3940"/>
                  </a:lnTo>
                  <a:lnTo>
                    <a:pt x="18432" y="3850"/>
                  </a:lnTo>
                  <a:lnTo>
                    <a:pt x="18418" y="3720"/>
                  </a:lnTo>
                  <a:lnTo>
                    <a:pt x="18464" y="3720"/>
                  </a:lnTo>
                  <a:lnTo>
                    <a:pt x="18519" y="3514"/>
                  </a:lnTo>
                  <a:lnTo>
                    <a:pt x="18592" y="3333"/>
                  </a:lnTo>
                  <a:lnTo>
                    <a:pt x="18679" y="3217"/>
                  </a:lnTo>
                  <a:lnTo>
                    <a:pt x="18712" y="3204"/>
                  </a:lnTo>
                  <a:lnTo>
                    <a:pt x="18744" y="3204"/>
                  </a:lnTo>
                  <a:lnTo>
                    <a:pt x="18771" y="3217"/>
                  </a:lnTo>
                  <a:lnTo>
                    <a:pt x="18799" y="3217"/>
                  </a:lnTo>
                  <a:lnTo>
                    <a:pt x="18817" y="3152"/>
                  </a:lnTo>
                  <a:lnTo>
                    <a:pt x="18831" y="3088"/>
                  </a:lnTo>
                  <a:lnTo>
                    <a:pt x="18840" y="3023"/>
                  </a:lnTo>
                  <a:lnTo>
                    <a:pt x="18849" y="2971"/>
                  </a:lnTo>
                  <a:lnTo>
                    <a:pt x="18863" y="2907"/>
                  </a:lnTo>
                  <a:lnTo>
                    <a:pt x="18890" y="2868"/>
                  </a:lnTo>
                  <a:lnTo>
                    <a:pt x="18895" y="2907"/>
                  </a:lnTo>
                  <a:lnTo>
                    <a:pt x="18904" y="2932"/>
                  </a:lnTo>
                  <a:lnTo>
                    <a:pt x="18922" y="2932"/>
                  </a:lnTo>
                  <a:lnTo>
                    <a:pt x="18927" y="2907"/>
                  </a:lnTo>
                  <a:lnTo>
                    <a:pt x="18991" y="2752"/>
                  </a:lnTo>
                  <a:lnTo>
                    <a:pt x="19032" y="2609"/>
                  </a:lnTo>
                  <a:lnTo>
                    <a:pt x="19051" y="2455"/>
                  </a:lnTo>
                  <a:lnTo>
                    <a:pt x="19064" y="2274"/>
                  </a:lnTo>
                  <a:lnTo>
                    <a:pt x="19088" y="2119"/>
                  </a:lnTo>
                  <a:lnTo>
                    <a:pt x="19138" y="1912"/>
                  </a:lnTo>
                  <a:lnTo>
                    <a:pt x="19106" y="1912"/>
                  </a:lnTo>
                  <a:lnTo>
                    <a:pt x="19083" y="1873"/>
                  </a:lnTo>
                  <a:lnTo>
                    <a:pt x="19074" y="1821"/>
                  </a:lnTo>
                  <a:lnTo>
                    <a:pt x="19064" y="1783"/>
                  </a:lnTo>
                  <a:lnTo>
                    <a:pt x="19064" y="1576"/>
                  </a:lnTo>
                  <a:lnTo>
                    <a:pt x="19074" y="1550"/>
                  </a:lnTo>
                  <a:lnTo>
                    <a:pt x="19083" y="1537"/>
                  </a:lnTo>
                  <a:lnTo>
                    <a:pt x="19083" y="1486"/>
                  </a:lnTo>
                  <a:lnTo>
                    <a:pt x="19115" y="1460"/>
                  </a:lnTo>
                  <a:lnTo>
                    <a:pt x="19138" y="1460"/>
                  </a:lnTo>
                  <a:lnTo>
                    <a:pt x="19152" y="1447"/>
                  </a:lnTo>
                  <a:lnTo>
                    <a:pt x="19170" y="1447"/>
                  </a:lnTo>
                  <a:lnTo>
                    <a:pt x="19170" y="1214"/>
                  </a:lnTo>
                  <a:lnTo>
                    <a:pt x="19184" y="1033"/>
                  </a:lnTo>
                  <a:lnTo>
                    <a:pt x="19225" y="917"/>
                  </a:lnTo>
                  <a:close/>
                  <a:moveTo>
                    <a:pt x="11068" y="878"/>
                  </a:moveTo>
                  <a:lnTo>
                    <a:pt x="11064" y="904"/>
                  </a:lnTo>
                  <a:lnTo>
                    <a:pt x="11045" y="904"/>
                  </a:lnTo>
                  <a:lnTo>
                    <a:pt x="11045" y="917"/>
                  </a:lnTo>
                  <a:lnTo>
                    <a:pt x="11036" y="917"/>
                  </a:lnTo>
                  <a:lnTo>
                    <a:pt x="11022" y="969"/>
                  </a:lnTo>
                  <a:lnTo>
                    <a:pt x="11004" y="995"/>
                  </a:lnTo>
                  <a:lnTo>
                    <a:pt x="11004" y="1176"/>
                  </a:lnTo>
                  <a:lnTo>
                    <a:pt x="11068" y="1356"/>
                  </a:lnTo>
                  <a:lnTo>
                    <a:pt x="11128" y="1550"/>
                  </a:lnTo>
                  <a:lnTo>
                    <a:pt x="11183" y="1783"/>
                  </a:lnTo>
                  <a:lnTo>
                    <a:pt x="11247" y="1783"/>
                  </a:lnTo>
                  <a:lnTo>
                    <a:pt x="11247" y="1912"/>
                  </a:lnTo>
                  <a:lnTo>
                    <a:pt x="11311" y="1976"/>
                  </a:lnTo>
                  <a:lnTo>
                    <a:pt x="11357" y="2067"/>
                  </a:lnTo>
                  <a:lnTo>
                    <a:pt x="11408" y="2183"/>
                  </a:lnTo>
                  <a:lnTo>
                    <a:pt x="11408" y="2235"/>
                  </a:lnTo>
                  <a:lnTo>
                    <a:pt x="11348" y="2235"/>
                  </a:lnTo>
                  <a:lnTo>
                    <a:pt x="11334" y="2209"/>
                  </a:lnTo>
                  <a:lnTo>
                    <a:pt x="11311" y="2183"/>
                  </a:lnTo>
                  <a:lnTo>
                    <a:pt x="11288" y="2183"/>
                  </a:lnTo>
                  <a:lnTo>
                    <a:pt x="11288" y="2248"/>
                  </a:lnTo>
                  <a:lnTo>
                    <a:pt x="11293" y="2300"/>
                  </a:lnTo>
                  <a:lnTo>
                    <a:pt x="11302" y="2338"/>
                  </a:lnTo>
                  <a:lnTo>
                    <a:pt x="11302" y="2364"/>
                  </a:lnTo>
                  <a:lnTo>
                    <a:pt x="11311" y="2416"/>
                  </a:lnTo>
                  <a:lnTo>
                    <a:pt x="11316" y="2480"/>
                  </a:lnTo>
                  <a:lnTo>
                    <a:pt x="11293" y="2519"/>
                  </a:lnTo>
                  <a:lnTo>
                    <a:pt x="11279" y="2571"/>
                  </a:lnTo>
                  <a:lnTo>
                    <a:pt x="11261" y="2635"/>
                  </a:lnTo>
                  <a:lnTo>
                    <a:pt x="11247" y="2726"/>
                  </a:lnTo>
                  <a:lnTo>
                    <a:pt x="11197" y="2726"/>
                  </a:lnTo>
                  <a:lnTo>
                    <a:pt x="11197" y="3023"/>
                  </a:lnTo>
                  <a:lnTo>
                    <a:pt x="11160" y="3023"/>
                  </a:lnTo>
                  <a:lnTo>
                    <a:pt x="11119" y="2932"/>
                  </a:lnTo>
                  <a:lnTo>
                    <a:pt x="11068" y="2881"/>
                  </a:lnTo>
                  <a:lnTo>
                    <a:pt x="11032" y="2816"/>
                  </a:lnTo>
                  <a:lnTo>
                    <a:pt x="11004" y="2661"/>
                  </a:lnTo>
                  <a:lnTo>
                    <a:pt x="11068" y="2687"/>
                  </a:lnTo>
                  <a:lnTo>
                    <a:pt x="11132" y="2661"/>
                  </a:lnTo>
                  <a:lnTo>
                    <a:pt x="11183" y="2609"/>
                  </a:lnTo>
                  <a:lnTo>
                    <a:pt x="11215" y="2519"/>
                  </a:lnTo>
                  <a:lnTo>
                    <a:pt x="11224" y="2506"/>
                  </a:lnTo>
                  <a:lnTo>
                    <a:pt x="11224" y="2480"/>
                  </a:lnTo>
                  <a:lnTo>
                    <a:pt x="11229" y="2455"/>
                  </a:lnTo>
                  <a:lnTo>
                    <a:pt x="11229" y="2364"/>
                  </a:lnTo>
                  <a:lnTo>
                    <a:pt x="11110" y="2119"/>
                  </a:lnTo>
                  <a:lnTo>
                    <a:pt x="10981" y="1873"/>
                  </a:lnTo>
                  <a:lnTo>
                    <a:pt x="10940" y="1731"/>
                  </a:lnTo>
                  <a:lnTo>
                    <a:pt x="10903" y="1602"/>
                  </a:lnTo>
                  <a:lnTo>
                    <a:pt x="10871" y="1447"/>
                  </a:lnTo>
                  <a:lnTo>
                    <a:pt x="10821" y="1305"/>
                  </a:lnTo>
                  <a:lnTo>
                    <a:pt x="10757" y="1240"/>
                  </a:lnTo>
                  <a:lnTo>
                    <a:pt x="10701" y="1369"/>
                  </a:lnTo>
                  <a:lnTo>
                    <a:pt x="10628" y="1486"/>
                  </a:lnTo>
                  <a:lnTo>
                    <a:pt x="10541" y="1537"/>
                  </a:lnTo>
                  <a:lnTo>
                    <a:pt x="10532" y="1486"/>
                  </a:lnTo>
                  <a:lnTo>
                    <a:pt x="10527" y="1447"/>
                  </a:lnTo>
                  <a:lnTo>
                    <a:pt x="10518" y="1421"/>
                  </a:lnTo>
                  <a:lnTo>
                    <a:pt x="10495" y="1421"/>
                  </a:lnTo>
                  <a:lnTo>
                    <a:pt x="10477" y="1447"/>
                  </a:lnTo>
                  <a:lnTo>
                    <a:pt x="10435" y="1537"/>
                  </a:lnTo>
                  <a:lnTo>
                    <a:pt x="10422" y="1666"/>
                  </a:lnTo>
                  <a:lnTo>
                    <a:pt x="10413" y="1808"/>
                  </a:lnTo>
                  <a:lnTo>
                    <a:pt x="10390" y="1912"/>
                  </a:lnTo>
                  <a:lnTo>
                    <a:pt x="10303" y="1912"/>
                  </a:lnTo>
                  <a:lnTo>
                    <a:pt x="10270" y="2028"/>
                  </a:lnTo>
                  <a:lnTo>
                    <a:pt x="10247" y="2157"/>
                  </a:lnTo>
                  <a:lnTo>
                    <a:pt x="10229" y="2325"/>
                  </a:lnTo>
                  <a:lnTo>
                    <a:pt x="10220" y="2338"/>
                  </a:lnTo>
                  <a:lnTo>
                    <a:pt x="10220" y="2390"/>
                  </a:lnTo>
                  <a:lnTo>
                    <a:pt x="10229" y="2416"/>
                  </a:lnTo>
                  <a:lnTo>
                    <a:pt x="10238" y="2429"/>
                  </a:lnTo>
                  <a:lnTo>
                    <a:pt x="10252" y="2480"/>
                  </a:lnTo>
                  <a:lnTo>
                    <a:pt x="10261" y="2519"/>
                  </a:lnTo>
                  <a:lnTo>
                    <a:pt x="10238" y="2519"/>
                  </a:lnTo>
                  <a:lnTo>
                    <a:pt x="10229" y="2545"/>
                  </a:lnTo>
                  <a:lnTo>
                    <a:pt x="10220" y="2545"/>
                  </a:lnTo>
                  <a:lnTo>
                    <a:pt x="10215" y="2571"/>
                  </a:lnTo>
                  <a:lnTo>
                    <a:pt x="10206" y="2597"/>
                  </a:lnTo>
                  <a:lnTo>
                    <a:pt x="10188" y="2609"/>
                  </a:lnTo>
                  <a:lnTo>
                    <a:pt x="10188" y="2777"/>
                  </a:lnTo>
                  <a:lnTo>
                    <a:pt x="10133" y="2790"/>
                  </a:lnTo>
                  <a:lnTo>
                    <a:pt x="10110" y="2842"/>
                  </a:lnTo>
                  <a:lnTo>
                    <a:pt x="10092" y="2881"/>
                  </a:lnTo>
                  <a:lnTo>
                    <a:pt x="10078" y="2958"/>
                  </a:lnTo>
                  <a:lnTo>
                    <a:pt x="10055" y="3023"/>
                  </a:lnTo>
                  <a:lnTo>
                    <a:pt x="10027" y="3049"/>
                  </a:lnTo>
                  <a:lnTo>
                    <a:pt x="10014" y="3049"/>
                  </a:lnTo>
                  <a:lnTo>
                    <a:pt x="9991" y="3023"/>
                  </a:lnTo>
                  <a:lnTo>
                    <a:pt x="9972" y="2997"/>
                  </a:lnTo>
                  <a:lnTo>
                    <a:pt x="9959" y="2971"/>
                  </a:lnTo>
                  <a:lnTo>
                    <a:pt x="9949" y="2971"/>
                  </a:lnTo>
                  <a:lnTo>
                    <a:pt x="9936" y="2997"/>
                  </a:lnTo>
                  <a:lnTo>
                    <a:pt x="9917" y="3023"/>
                  </a:lnTo>
                  <a:lnTo>
                    <a:pt x="9904" y="3049"/>
                  </a:lnTo>
                  <a:lnTo>
                    <a:pt x="9876" y="3062"/>
                  </a:lnTo>
                  <a:lnTo>
                    <a:pt x="9876" y="3178"/>
                  </a:lnTo>
                  <a:lnTo>
                    <a:pt x="10101" y="3268"/>
                  </a:lnTo>
                  <a:lnTo>
                    <a:pt x="10165" y="3178"/>
                  </a:lnTo>
                  <a:lnTo>
                    <a:pt x="10229" y="3062"/>
                  </a:lnTo>
                  <a:lnTo>
                    <a:pt x="10280" y="2971"/>
                  </a:lnTo>
                  <a:lnTo>
                    <a:pt x="10348" y="2932"/>
                  </a:lnTo>
                  <a:lnTo>
                    <a:pt x="10454" y="2881"/>
                  </a:lnTo>
                  <a:lnTo>
                    <a:pt x="10564" y="2868"/>
                  </a:lnTo>
                  <a:lnTo>
                    <a:pt x="10789" y="2868"/>
                  </a:lnTo>
                  <a:lnTo>
                    <a:pt x="10876" y="2881"/>
                  </a:lnTo>
                  <a:lnTo>
                    <a:pt x="10917" y="2907"/>
                  </a:lnTo>
                  <a:lnTo>
                    <a:pt x="10935" y="2907"/>
                  </a:lnTo>
                  <a:lnTo>
                    <a:pt x="10908" y="3113"/>
                  </a:lnTo>
                  <a:lnTo>
                    <a:pt x="10894" y="3333"/>
                  </a:lnTo>
                  <a:lnTo>
                    <a:pt x="10876" y="3565"/>
                  </a:lnTo>
                  <a:lnTo>
                    <a:pt x="10903" y="3604"/>
                  </a:lnTo>
                  <a:lnTo>
                    <a:pt x="10908" y="3656"/>
                  </a:lnTo>
                  <a:lnTo>
                    <a:pt x="10926" y="3695"/>
                  </a:lnTo>
                  <a:lnTo>
                    <a:pt x="10935" y="3720"/>
                  </a:lnTo>
                  <a:lnTo>
                    <a:pt x="10949" y="3759"/>
                  </a:lnTo>
                  <a:lnTo>
                    <a:pt x="11004" y="3811"/>
                  </a:lnTo>
                  <a:lnTo>
                    <a:pt x="11068" y="3811"/>
                  </a:lnTo>
                  <a:lnTo>
                    <a:pt x="11132" y="3837"/>
                  </a:lnTo>
                  <a:lnTo>
                    <a:pt x="11197" y="3927"/>
                  </a:lnTo>
                  <a:lnTo>
                    <a:pt x="11215" y="4108"/>
                  </a:lnTo>
                  <a:lnTo>
                    <a:pt x="11247" y="4147"/>
                  </a:lnTo>
                  <a:lnTo>
                    <a:pt x="11293" y="4199"/>
                  </a:lnTo>
                  <a:lnTo>
                    <a:pt x="11357" y="4237"/>
                  </a:lnTo>
                  <a:lnTo>
                    <a:pt x="11412" y="4289"/>
                  </a:lnTo>
                  <a:lnTo>
                    <a:pt x="11444" y="4302"/>
                  </a:lnTo>
                  <a:lnTo>
                    <a:pt x="11453" y="4173"/>
                  </a:lnTo>
                  <a:lnTo>
                    <a:pt x="11472" y="4056"/>
                  </a:lnTo>
                  <a:lnTo>
                    <a:pt x="11486" y="3940"/>
                  </a:lnTo>
                  <a:lnTo>
                    <a:pt x="11536" y="3850"/>
                  </a:lnTo>
                  <a:lnTo>
                    <a:pt x="11605" y="3811"/>
                  </a:lnTo>
                  <a:lnTo>
                    <a:pt x="11669" y="3850"/>
                  </a:lnTo>
                  <a:lnTo>
                    <a:pt x="11733" y="3940"/>
                  </a:lnTo>
                  <a:lnTo>
                    <a:pt x="11797" y="4018"/>
                  </a:lnTo>
                  <a:lnTo>
                    <a:pt x="11829" y="4031"/>
                  </a:lnTo>
                  <a:lnTo>
                    <a:pt x="11894" y="4056"/>
                  </a:lnTo>
                  <a:lnTo>
                    <a:pt x="11958" y="4108"/>
                  </a:lnTo>
                  <a:lnTo>
                    <a:pt x="12022" y="4121"/>
                  </a:lnTo>
                  <a:lnTo>
                    <a:pt x="12072" y="4147"/>
                  </a:lnTo>
                  <a:lnTo>
                    <a:pt x="12095" y="4173"/>
                  </a:lnTo>
                  <a:lnTo>
                    <a:pt x="12109" y="4147"/>
                  </a:lnTo>
                  <a:lnTo>
                    <a:pt x="12118" y="4108"/>
                  </a:lnTo>
                  <a:lnTo>
                    <a:pt x="12127" y="4082"/>
                  </a:lnTo>
                  <a:lnTo>
                    <a:pt x="12141" y="4031"/>
                  </a:lnTo>
                  <a:lnTo>
                    <a:pt x="12159" y="4018"/>
                  </a:lnTo>
                  <a:lnTo>
                    <a:pt x="12196" y="4018"/>
                  </a:lnTo>
                  <a:lnTo>
                    <a:pt x="12256" y="4056"/>
                  </a:lnTo>
                  <a:lnTo>
                    <a:pt x="12302" y="4121"/>
                  </a:lnTo>
                  <a:lnTo>
                    <a:pt x="12357" y="4108"/>
                  </a:lnTo>
                  <a:lnTo>
                    <a:pt x="12416" y="4056"/>
                  </a:lnTo>
                  <a:lnTo>
                    <a:pt x="12421" y="3876"/>
                  </a:lnTo>
                  <a:lnTo>
                    <a:pt x="12453" y="3656"/>
                  </a:lnTo>
                  <a:lnTo>
                    <a:pt x="12480" y="3449"/>
                  </a:lnTo>
                  <a:lnTo>
                    <a:pt x="12494" y="3268"/>
                  </a:lnTo>
                  <a:lnTo>
                    <a:pt x="12480" y="3113"/>
                  </a:lnTo>
                  <a:lnTo>
                    <a:pt x="12471" y="3062"/>
                  </a:lnTo>
                  <a:lnTo>
                    <a:pt x="12471" y="3023"/>
                  </a:lnTo>
                  <a:lnTo>
                    <a:pt x="12462" y="2997"/>
                  </a:lnTo>
                  <a:lnTo>
                    <a:pt x="12453" y="2971"/>
                  </a:lnTo>
                  <a:lnTo>
                    <a:pt x="12389" y="2971"/>
                  </a:lnTo>
                  <a:lnTo>
                    <a:pt x="12352" y="3062"/>
                  </a:lnTo>
                  <a:lnTo>
                    <a:pt x="12320" y="3088"/>
                  </a:lnTo>
                  <a:lnTo>
                    <a:pt x="12288" y="3062"/>
                  </a:lnTo>
                  <a:lnTo>
                    <a:pt x="12256" y="3023"/>
                  </a:lnTo>
                  <a:lnTo>
                    <a:pt x="12215" y="2971"/>
                  </a:lnTo>
                  <a:lnTo>
                    <a:pt x="12192" y="2958"/>
                  </a:lnTo>
                  <a:lnTo>
                    <a:pt x="12173" y="2971"/>
                  </a:lnTo>
                  <a:lnTo>
                    <a:pt x="12150" y="2997"/>
                  </a:lnTo>
                  <a:lnTo>
                    <a:pt x="12141" y="3049"/>
                  </a:lnTo>
                  <a:lnTo>
                    <a:pt x="12127" y="3088"/>
                  </a:lnTo>
                  <a:lnTo>
                    <a:pt x="12109" y="3113"/>
                  </a:lnTo>
                  <a:lnTo>
                    <a:pt x="12040" y="3062"/>
                  </a:lnTo>
                  <a:lnTo>
                    <a:pt x="11967" y="2932"/>
                  </a:lnTo>
                  <a:lnTo>
                    <a:pt x="11912" y="2726"/>
                  </a:lnTo>
                  <a:lnTo>
                    <a:pt x="11884" y="2519"/>
                  </a:lnTo>
                  <a:lnTo>
                    <a:pt x="11884" y="2300"/>
                  </a:lnTo>
                  <a:lnTo>
                    <a:pt x="11894" y="2248"/>
                  </a:lnTo>
                  <a:lnTo>
                    <a:pt x="11903" y="2183"/>
                  </a:lnTo>
                  <a:lnTo>
                    <a:pt x="11884" y="2144"/>
                  </a:lnTo>
                  <a:lnTo>
                    <a:pt x="11871" y="2119"/>
                  </a:lnTo>
                  <a:lnTo>
                    <a:pt x="11861" y="2093"/>
                  </a:lnTo>
                  <a:lnTo>
                    <a:pt x="11852" y="2067"/>
                  </a:lnTo>
                  <a:lnTo>
                    <a:pt x="11839" y="2054"/>
                  </a:lnTo>
                  <a:lnTo>
                    <a:pt x="11816" y="2028"/>
                  </a:lnTo>
                  <a:lnTo>
                    <a:pt x="11806" y="2002"/>
                  </a:lnTo>
                  <a:lnTo>
                    <a:pt x="11797" y="2002"/>
                  </a:lnTo>
                  <a:lnTo>
                    <a:pt x="11788" y="1976"/>
                  </a:lnTo>
                  <a:lnTo>
                    <a:pt x="11756" y="1976"/>
                  </a:lnTo>
                  <a:lnTo>
                    <a:pt x="11756" y="2028"/>
                  </a:lnTo>
                  <a:lnTo>
                    <a:pt x="11742" y="2028"/>
                  </a:lnTo>
                  <a:lnTo>
                    <a:pt x="11742" y="2093"/>
                  </a:lnTo>
                  <a:lnTo>
                    <a:pt x="11751" y="2144"/>
                  </a:lnTo>
                  <a:lnTo>
                    <a:pt x="11751" y="2183"/>
                  </a:lnTo>
                  <a:lnTo>
                    <a:pt x="11742" y="2209"/>
                  </a:lnTo>
                  <a:lnTo>
                    <a:pt x="11719" y="2209"/>
                  </a:lnTo>
                  <a:lnTo>
                    <a:pt x="11687" y="2235"/>
                  </a:lnTo>
                  <a:lnTo>
                    <a:pt x="11678" y="2183"/>
                  </a:lnTo>
                  <a:lnTo>
                    <a:pt x="11669" y="2157"/>
                  </a:lnTo>
                  <a:lnTo>
                    <a:pt x="11669" y="2144"/>
                  </a:lnTo>
                  <a:lnTo>
                    <a:pt x="11655" y="2119"/>
                  </a:lnTo>
                  <a:lnTo>
                    <a:pt x="11655" y="2183"/>
                  </a:lnTo>
                  <a:lnTo>
                    <a:pt x="11696" y="2325"/>
                  </a:lnTo>
                  <a:lnTo>
                    <a:pt x="11729" y="2519"/>
                  </a:lnTo>
                  <a:lnTo>
                    <a:pt x="11742" y="2726"/>
                  </a:lnTo>
                  <a:lnTo>
                    <a:pt x="11719" y="2777"/>
                  </a:lnTo>
                  <a:lnTo>
                    <a:pt x="11701" y="2790"/>
                  </a:lnTo>
                  <a:lnTo>
                    <a:pt x="11696" y="2842"/>
                  </a:lnTo>
                  <a:lnTo>
                    <a:pt x="11687" y="2881"/>
                  </a:lnTo>
                  <a:lnTo>
                    <a:pt x="11687" y="2907"/>
                  </a:lnTo>
                  <a:lnTo>
                    <a:pt x="11678" y="2958"/>
                  </a:lnTo>
                  <a:lnTo>
                    <a:pt x="11669" y="2971"/>
                  </a:lnTo>
                  <a:lnTo>
                    <a:pt x="11646" y="2997"/>
                  </a:lnTo>
                  <a:lnTo>
                    <a:pt x="11623" y="3023"/>
                  </a:lnTo>
                  <a:lnTo>
                    <a:pt x="11614" y="2997"/>
                  </a:lnTo>
                  <a:lnTo>
                    <a:pt x="11605" y="2997"/>
                  </a:lnTo>
                  <a:lnTo>
                    <a:pt x="11600" y="2971"/>
                  </a:lnTo>
                  <a:lnTo>
                    <a:pt x="11582" y="2971"/>
                  </a:lnTo>
                  <a:lnTo>
                    <a:pt x="11508" y="2364"/>
                  </a:lnTo>
                  <a:lnTo>
                    <a:pt x="11495" y="2338"/>
                  </a:lnTo>
                  <a:lnTo>
                    <a:pt x="11476" y="2300"/>
                  </a:lnTo>
                  <a:lnTo>
                    <a:pt x="11453" y="2248"/>
                  </a:lnTo>
                  <a:lnTo>
                    <a:pt x="11440" y="2235"/>
                  </a:lnTo>
                  <a:lnTo>
                    <a:pt x="11421" y="2183"/>
                  </a:lnTo>
                  <a:lnTo>
                    <a:pt x="11412" y="2054"/>
                  </a:lnTo>
                  <a:lnTo>
                    <a:pt x="11421" y="1938"/>
                  </a:lnTo>
                  <a:lnTo>
                    <a:pt x="11430" y="1847"/>
                  </a:lnTo>
                  <a:lnTo>
                    <a:pt x="11430" y="1757"/>
                  </a:lnTo>
                  <a:lnTo>
                    <a:pt x="11408" y="1692"/>
                  </a:lnTo>
                  <a:lnTo>
                    <a:pt x="11348" y="1576"/>
                  </a:lnTo>
                  <a:lnTo>
                    <a:pt x="11302" y="1511"/>
                  </a:lnTo>
                  <a:lnTo>
                    <a:pt x="11261" y="1486"/>
                  </a:lnTo>
                  <a:lnTo>
                    <a:pt x="11224" y="1421"/>
                  </a:lnTo>
                  <a:lnTo>
                    <a:pt x="11192" y="1279"/>
                  </a:lnTo>
                  <a:lnTo>
                    <a:pt x="11160" y="1033"/>
                  </a:lnTo>
                  <a:lnTo>
                    <a:pt x="11096" y="1085"/>
                  </a:lnTo>
                  <a:lnTo>
                    <a:pt x="11087" y="1008"/>
                  </a:lnTo>
                  <a:lnTo>
                    <a:pt x="11087" y="969"/>
                  </a:lnTo>
                  <a:lnTo>
                    <a:pt x="11077" y="917"/>
                  </a:lnTo>
                  <a:lnTo>
                    <a:pt x="11068" y="878"/>
                  </a:lnTo>
                  <a:close/>
                  <a:moveTo>
                    <a:pt x="5580" y="827"/>
                  </a:moveTo>
                  <a:lnTo>
                    <a:pt x="5571" y="878"/>
                  </a:lnTo>
                  <a:lnTo>
                    <a:pt x="5557" y="917"/>
                  </a:lnTo>
                  <a:lnTo>
                    <a:pt x="5548" y="943"/>
                  </a:lnTo>
                  <a:lnTo>
                    <a:pt x="5539" y="969"/>
                  </a:lnTo>
                  <a:lnTo>
                    <a:pt x="5539" y="995"/>
                  </a:lnTo>
                  <a:lnTo>
                    <a:pt x="5548" y="1008"/>
                  </a:lnTo>
                  <a:lnTo>
                    <a:pt x="5566" y="1033"/>
                  </a:lnTo>
                  <a:lnTo>
                    <a:pt x="5571" y="969"/>
                  </a:lnTo>
                  <a:lnTo>
                    <a:pt x="5571" y="943"/>
                  </a:lnTo>
                  <a:lnTo>
                    <a:pt x="5580" y="904"/>
                  </a:lnTo>
                  <a:lnTo>
                    <a:pt x="5589" y="878"/>
                  </a:lnTo>
                  <a:lnTo>
                    <a:pt x="5594" y="827"/>
                  </a:lnTo>
                  <a:lnTo>
                    <a:pt x="5580" y="827"/>
                  </a:lnTo>
                  <a:close/>
                  <a:moveTo>
                    <a:pt x="12169" y="633"/>
                  </a:moveTo>
                  <a:lnTo>
                    <a:pt x="12150" y="736"/>
                  </a:lnTo>
                  <a:lnTo>
                    <a:pt x="12118" y="904"/>
                  </a:lnTo>
                  <a:lnTo>
                    <a:pt x="12077" y="1085"/>
                  </a:lnTo>
                  <a:lnTo>
                    <a:pt x="12040" y="1266"/>
                  </a:lnTo>
                  <a:lnTo>
                    <a:pt x="12008" y="1421"/>
                  </a:lnTo>
                  <a:lnTo>
                    <a:pt x="11990" y="1550"/>
                  </a:lnTo>
                  <a:lnTo>
                    <a:pt x="11990" y="1628"/>
                  </a:lnTo>
                  <a:lnTo>
                    <a:pt x="11999" y="1718"/>
                  </a:lnTo>
                  <a:lnTo>
                    <a:pt x="11999" y="1757"/>
                  </a:lnTo>
                  <a:lnTo>
                    <a:pt x="12008" y="1808"/>
                  </a:lnTo>
                  <a:lnTo>
                    <a:pt x="12022" y="1821"/>
                  </a:lnTo>
                  <a:lnTo>
                    <a:pt x="12040" y="1847"/>
                  </a:lnTo>
                  <a:lnTo>
                    <a:pt x="12063" y="1873"/>
                  </a:lnTo>
                  <a:lnTo>
                    <a:pt x="12127" y="1938"/>
                  </a:lnTo>
                  <a:lnTo>
                    <a:pt x="12192" y="1912"/>
                  </a:lnTo>
                  <a:lnTo>
                    <a:pt x="12247" y="1847"/>
                  </a:lnTo>
                  <a:lnTo>
                    <a:pt x="12311" y="1757"/>
                  </a:lnTo>
                  <a:lnTo>
                    <a:pt x="12375" y="1731"/>
                  </a:lnTo>
                  <a:lnTo>
                    <a:pt x="12439" y="1731"/>
                  </a:lnTo>
                  <a:lnTo>
                    <a:pt x="12480" y="1808"/>
                  </a:lnTo>
                  <a:lnTo>
                    <a:pt x="12512" y="1873"/>
                  </a:lnTo>
                  <a:lnTo>
                    <a:pt x="12549" y="1912"/>
                  </a:lnTo>
                  <a:lnTo>
                    <a:pt x="12645" y="1964"/>
                  </a:lnTo>
                  <a:lnTo>
                    <a:pt x="12742" y="1938"/>
                  </a:lnTo>
                  <a:lnTo>
                    <a:pt x="12829" y="1873"/>
                  </a:lnTo>
                  <a:lnTo>
                    <a:pt x="12856" y="1731"/>
                  </a:lnTo>
                  <a:lnTo>
                    <a:pt x="12829" y="1731"/>
                  </a:lnTo>
                  <a:lnTo>
                    <a:pt x="12792" y="1550"/>
                  </a:lnTo>
                  <a:lnTo>
                    <a:pt x="12728" y="1395"/>
                  </a:lnTo>
                  <a:lnTo>
                    <a:pt x="12636" y="1240"/>
                  </a:lnTo>
                  <a:lnTo>
                    <a:pt x="12549" y="1098"/>
                  </a:lnTo>
                  <a:lnTo>
                    <a:pt x="12480" y="1033"/>
                  </a:lnTo>
                  <a:lnTo>
                    <a:pt x="12439" y="1124"/>
                  </a:lnTo>
                  <a:lnTo>
                    <a:pt x="12384" y="1188"/>
                  </a:lnTo>
                  <a:lnTo>
                    <a:pt x="12343" y="1176"/>
                  </a:lnTo>
                  <a:lnTo>
                    <a:pt x="12320" y="1085"/>
                  </a:lnTo>
                  <a:lnTo>
                    <a:pt x="12288" y="995"/>
                  </a:lnTo>
                  <a:lnTo>
                    <a:pt x="12269" y="878"/>
                  </a:lnTo>
                  <a:lnTo>
                    <a:pt x="12325" y="827"/>
                  </a:lnTo>
                  <a:lnTo>
                    <a:pt x="12320" y="814"/>
                  </a:lnTo>
                  <a:lnTo>
                    <a:pt x="12302" y="814"/>
                  </a:lnTo>
                  <a:lnTo>
                    <a:pt x="12288" y="788"/>
                  </a:lnTo>
                  <a:lnTo>
                    <a:pt x="12260" y="723"/>
                  </a:lnTo>
                  <a:lnTo>
                    <a:pt x="12237" y="698"/>
                  </a:lnTo>
                  <a:lnTo>
                    <a:pt x="12205" y="659"/>
                  </a:lnTo>
                  <a:lnTo>
                    <a:pt x="12169" y="633"/>
                  </a:lnTo>
                  <a:close/>
                  <a:moveTo>
                    <a:pt x="13448" y="581"/>
                  </a:moveTo>
                  <a:lnTo>
                    <a:pt x="13398" y="698"/>
                  </a:lnTo>
                  <a:lnTo>
                    <a:pt x="13287" y="827"/>
                  </a:lnTo>
                  <a:lnTo>
                    <a:pt x="13237" y="943"/>
                  </a:lnTo>
                  <a:lnTo>
                    <a:pt x="13205" y="1085"/>
                  </a:lnTo>
                  <a:lnTo>
                    <a:pt x="13191" y="1279"/>
                  </a:lnTo>
                  <a:lnTo>
                    <a:pt x="13214" y="1486"/>
                  </a:lnTo>
                  <a:lnTo>
                    <a:pt x="13264" y="1692"/>
                  </a:lnTo>
                  <a:lnTo>
                    <a:pt x="13310" y="1899"/>
                  </a:lnTo>
                  <a:lnTo>
                    <a:pt x="13365" y="2067"/>
                  </a:lnTo>
                  <a:lnTo>
                    <a:pt x="13398" y="2235"/>
                  </a:lnTo>
                  <a:lnTo>
                    <a:pt x="13342" y="2235"/>
                  </a:lnTo>
                  <a:lnTo>
                    <a:pt x="13342" y="2519"/>
                  </a:lnTo>
                  <a:lnTo>
                    <a:pt x="13361" y="2726"/>
                  </a:lnTo>
                  <a:lnTo>
                    <a:pt x="13407" y="2842"/>
                  </a:lnTo>
                  <a:lnTo>
                    <a:pt x="13489" y="2881"/>
                  </a:lnTo>
                  <a:lnTo>
                    <a:pt x="13608" y="2868"/>
                  </a:lnTo>
                  <a:lnTo>
                    <a:pt x="13599" y="2609"/>
                  </a:lnTo>
                  <a:lnTo>
                    <a:pt x="13581" y="2455"/>
                  </a:lnTo>
                  <a:lnTo>
                    <a:pt x="13558" y="2325"/>
                  </a:lnTo>
                  <a:lnTo>
                    <a:pt x="13549" y="2183"/>
                  </a:lnTo>
                  <a:lnTo>
                    <a:pt x="13558" y="1976"/>
                  </a:lnTo>
                  <a:lnTo>
                    <a:pt x="13576" y="2002"/>
                  </a:lnTo>
                  <a:lnTo>
                    <a:pt x="13622" y="2002"/>
                  </a:lnTo>
                  <a:lnTo>
                    <a:pt x="13645" y="1976"/>
                  </a:lnTo>
                  <a:lnTo>
                    <a:pt x="13631" y="1938"/>
                  </a:lnTo>
                  <a:lnTo>
                    <a:pt x="13613" y="1912"/>
                  </a:lnTo>
                  <a:lnTo>
                    <a:pt x="13608" y="1899"/>
                  </a:lnTo>
                  <a:lnTo>
                    <a:pt x="13590" y="1847"/>
                  </a:lnTo>
                  <a:lnTo>
                    <a:pt x="13576" y="1821"/>
                  </a:lnTo>
                  <a:lnTo>
                    <a:pt x="13567" y="1847"/>
                  </a:lnTo>
                  <a:lnTo>
                    <a:pt x="13567" y="1899"/>
                  </a:lnTo>
                  <a:lnTo>
                    <a:pt x="13558" y="1938"/>
                  </a:lnTo>
                  <a:lnTo>
                    <a:pt x="13558" y="1964"/>
                  </a:lnTo>
                  <a:lnTo>
                    <a:pt x="13549" y="1976"/>
                  </a:lnTo>
                  <a:lnTo>
                    <a:pt x="13544" y="1964"/>
                  </a:lnTo>
                  <a:lnTo>
                    <a:pt x="13535" y="1912"/>
                  </a:lnTo>
                  <a:lnTo>
                    <a:pt x="13512" y="1808"/>
                  </a:lnTo>
                  <a:lnTo>
                    <a:pt x="13489" y="1692"/>
                  </a:lnTo>
                  <a:lnTo>
                    <a:pt x="13494" y="1641"/>
                  </a:lnTo>
                  <a:lnTo>
                    <a:pt x="13503" y="1641"/>
                  </a:lnTo>
                  <a:lnTo>
                    <a:pt x="13512" y="1628"/>
                  </a:lnTo>
                  <a:lnTo>
                    <a:pt x="13517" y="1576"/>
                  </a:lnTo>
                  <a:lnTo>
                    <a:pt x="13448" y="1460"/>
                  </a:lnTo>
                  <a:lnTo>
                    <a:pt x="13393" y="1279"/>
                  </a:lnTo>
                  <a:lnTo>
                    <a:pt x="13361" y="1085"/>
                  </a:lnTo>
                  <a:lnTo>
                    <a:pt x="13448" y="1059"/>
                  </a:lnTo>
                  <a:lnTo>
                    <a:pt x="13512" y="995"/>
                  </a:lnTo>
                  <a:lnTo>
                    <a:pt x="13544" y="827"/>
                  </a:lnTo>
                  <a:lnTo>
                    <a:pt x="13558" y="633"/>
                  </a:lnTo>
                  <a:lnTo>
                    <a:pt x="13535" y="607"/>
                  </a:lnTo>
                  <a:lnTo>
                    <a:pt x="13512" y="607"/>
                  </a:lnTo>
                  <a:lnTo>
                    <a:pt x="13489" y="581"/>
                  </a:lnTo>
                  <a:lnTo>
                    <a:pt x="13448" y="581"/>
                  </a:lnTo>
                  <a:close/>
                  <a:moveTo>
                    <a:pt x="12590" y="543"/>
                  </a:moveTo>
                  <a:lnTo>
                    <a:pt x="12526" y="633"/>
                  </a:lnTo>
                  <a:lnTo>
                    <a:pt x="12448" y="698"/>
                  </a:lnTo>
                  <a:lnTo>
                    <a:pt x="12448" y="878"/>
                  </a:lnTo>
                  <a:lnTo>
                    <a:pt x="12480" y="904"/>
                  </a:lnTo>
                  <a:lnTo>
                    <a:pt x="12517" y="917"/>
                  </a:lnTo>
                  <a:lnTo>
                    <a:pt x="12568" y="917"/>
                  </a:lnTo>
                  <a:lnTo>
                    <a:pt x="12568" y="827"/>
                  </a:lnTo>
                  <a:lnTo>
                    <a:pt x="12581" y="762"/>
                  </a:lnTo>
                  <a:lnTo>
                    <a:pt x="12590" y="698"/>
                  </a:lnTo>
                  <a:lnTo>
                    <a:pt x="12590" y="543"/>
                  </a:lnTo>
                  <a:close/>
                  <a:moveTo>
                    <a:pt x="6373" y="426"/>
                  </a:moveTo>
                  <a:lnTo>
                    <a:pt x="6387" y="543"/>
                  </a:lnTo>
                  <a:lnTo>
                    <a:pt x="6396" y="698"/>
                  </a:lnTo>
                  <a:lnTo>
                    <a:pt x="6405" y="827"/>
                  </a:lnTo>
                  <a:lnTo>
                    <a:pt x="6396" y="852"/>
                  </a:lnTo>
                  <a:lnTo>
                    <a:pt x="6382" y="852"/>
                  </a:lnTo>
                  <a:lnTo>
                    <a:pt x="6382" y="878"/>
                  </a:lnTo>
                  <a:lnTo>
                    <a:pt x="6341" y="878"/>
                  </a:lnTo>
                  <a:lnTo>
                    <a:pt x="6332" y="852"/>
                  </a:lnTo>
                  <a:lnTo>
                    <a:pt x="6332" y="814"/>
                  </a:lnTo>
                  <a:lnTo>
                    <a:pt x="6323" y="814"/>
                  </a:lnTo>
                  <a:lnTo>
                    <a:pt x="6318" y="788"/>
                  </a:lnTo>
                  <a:lnTo>
                    <a:pt x="6373" y="426"/>
                  </a:lnTo>
                  <a:close/>
                  <a:moveTo>
                    <a:pt x="4594" y="0"/>
                  </a:moveTo>
                  <a:lnTo>
                    <a:pt x="4557" y="155"/>
                  </a:lnTo>
                  <a:lnTo>
                    <a:pt x="4516" y="297"/>
                  </a:lnTo>
                  <a:lnTo>
                    <a:pt x="4493" y="491"/>
                  </a:lnTo>
                  <a:lnTo>
                    <a:pt x="4539" y="478"/>
                  </a:lnTo>
                  <a:lnTo>
                    <a:pt x="4571" y="517"/>
                  </a:lnTo>
                  <a:lnTo>
                    <a:pt x="4594" y="581"/>
                  </a:lnTo>
                  <a:lnTo>
                    <a:pt x="4626" y="698"/>
                  </a:lnTo>
                  <a:lnTo>
                    <a:pt x="4635" y="607"/>
                  </a:lnTo>
                  <a:lnTo>
                    <a:pt x="4635" y="543"/>
                  </a:lnTo>
                  <a:lnTo>
                    <a:pt x="4645" y="491"/>
                  </a:lnTo>
                  <a:lnTo>
                    <a:pt x="4645" y="426"/>
                  </a:lnTo>
                  <a:lnTo>
                    <a:pt x="4686" y="426"/>
                  </a:lnTo>
                  <a:lnTo>
                    <a:pt x="4709" y="581"/>
                  </a:lnTo>
                  <a:lnTo>
                    <a:pt x="4745" y="633"/>
                  </a:lnTo>
                  <a:lnTo>
                    <a:pt x="4778" y="672"/>
                  </a:lnTo>
                  <a:lnTo>
                    <a:pt x="4810" y="723"/>
                  </a:lnTo>
                  <a:lnTo>
                    <a:pt x="4842" y="827"/>
                  </a:lnTo>
                  <a:lnTo>
                    <a:pt x="4810" y="969"/>
                  </a:lnTo>
                  <a:lnTo>
                    <a:pt x="4773" y="1124"/>
                  </a:lnTo>
                  <a:lnTo>
                    <a:pt x="4741" y="1331"/>
                  </a:lnTo>
                  <a:lnTo>
                    <a:pt x="4713" y="1511"/>
                  </a:lnTo>
                  <a:lnTo>
                    <a:pt x="4713" y="1628"/>
                  </a:lnTo>
                  <a:lnTo>
                    <a:pt x="4723" y="1692"/>
                  </a:lnTo>
                  <a:lnTo>
                    <a:pt x="4723" y="1731"/>
                  </a:lnTo>
                  <a:lnTo>
                    <a:pt x="4732" y="1757"/>
                  </a:lnTo>
                  <a:lnTo>
                    <a:pt x="4741" y="1783"/>
                  </a:lnTo>
                  <a:lnTo>
                    <a:pt x="4745" y="1808"/>
                  </a:lnTo>
                  <a:lnTo>
                    <a:pt x="4773" y="1821"/>
                  </a:lnTo>
                  <a:lnTo>
                    <a:pt x="4773" y="1783"/>
                  </a:lnTo>
                  <a:lnTo>
                    <a:pt x="4787" y="1692"/>
                  </a:lnTo>
                  <a:lnTo>
                    <a:pt x="4810" y="1550"/>
                  </a:lnTo>
                  <a:lnTo>
                    <a:pt x="4837" y="1369"/>
                  </a:lnTo>
                  <a:lnTo>
                    <a:pt x="4860" y="1214"/>
                  </a:lnTo>
                  <a:lnTo>
                    <a:pt x="4883" y="1085"/>
                  </a:lnTo>
                  <a:lnTo>
                    <a:pt x="4892" y="995"/>
                  </a:lnTo>
                  <a:lnTo>
                    <a:pt x="4947" y="995"/>
                  </a:lnTo>
                  <a:lnTo>
                    <a:pt x="4956" y="1240"/>
                  </a:lnTo>
                  <a:lnTo>
                    <a:pt x="4956" y="1731"/>
                  </a:lnTo>
                  <a:lnTo>
                    <a:pt x="4966" y="2028"/>
                  </a:lnTo>
                  <a:lnTo>
                    <a:pt x="5066" y="2067"/>
                  </a:lnTo>
                  <a:lnTo>
                    <a:pt x="5108" y="1899"/>
                  </a:lnTo>
                  <a:lnTo>
                    <a:pt x="5181" y="1783"/>
                  </a:lnTo>
                  <a:lnTo>
                    <a:pt x="5259" y="1666"/>
                  </a:lnTo>
                  <a:lnTo>
                    <a:pt x="5342" y="1576"/>
                  </a:lnTo>
                  <a:lnTo>
                    <a:pt x="5419" y="1486"/>
                  </a:lnTo>
                  <a:lnTo>
                    <a:pt x="5493" y="1369"/>
                  </a:lnTo>
                  <a:lnTo>
                    <a:pt x="5525" y="1240"/>
                  </a:lnTo>
                  <a:lnTo>
                    <a:pt x="5507" y="1240"/>
                  </a:lnTo>
                  <a:lnTo>
                    <a:pt x="5502" y="1188"/>
                  </a:lnTo>
                  <a:lnTo>
                    <a:pt x="5502" y="1176"/>
                  </a:lnTo>
                  <a:lnTo>
                    <a:pt x="5493" y="1150"/>
                  </a:lnTo>
                  <a:lnTo>
                    <a:pt x="5474" y="1150"/>
                  </a:lnTo>
                  <a:lnTo>
                    <a:pt x="5461" y="1124"/>
                  </a:lnTo>
                  <a:lnTo>
                    <a:pt x="5429" y="1188"/>
                  </a:lnTo>
                  <a:lnTo>
                    <a:pt x="5374" y="1279"/>
                  </a:lnTo>
                  <a:lnTo>
                    <a:pt x="5309" y="1421"/>
                  </a:lnTo>
                  <a:lnTo>
                    <a:pt x="5227" y="1537"/>
                  </a:lnTo>
                  <a:lnTo>
                    <a:pt x="5153" y="1666"/>
                  </a:lnTo>
                  <a:lnTo>
                    <a:pt x="5085" y="1757"/>
                  </a:lnTo>
                  <a:lnTo>
                    <a:pt x="5034" y="1808"/>
                  </a:lnTo>
                  <a:lnTo>
                    <a:pt x="5021" y="1821"/>
                  </a:lnTo>
                  <a:lnTo>
                    <a:pt x="5011" y="1808"/>
                  </a:lnTo>
                  <a:lnTo>
                    <a:pt x="5002" y="1783"/>
                  </a:lnTo>
                  <a:lnTo>
                    <a:pt x="5002" y="1731"/>
                  </a:lnTo>
                  <a:lnTo>
                    <a:pt x="4998" y="1692"/>
                  </a:lnTo>
                  <a:lnTo>
                    <a:pt x="5021" y="1576"/>
                  </a:lnTo>
                  <a:lnTo>
                    <a:pt x="5021" y="1486"/>
                  </a:lnTo>
                  <a:lnTo>
                    <a:pt x="5011" y="1421"/>
                  </a:lnTo>
                  <a:lnTo>
                    <a:pt x="5002" y="1305"/>
                  </a:lnTo>
                  <a:lnTo>
                    <a:pt x="5021" y="1176"/>
                  </a:lnTo>
                  <a:lnTo>
                    <a:pt x="5030" y="1150"/>
                  </a:lnTo>
                  <a:lnTo>
                    <a:pt x="5034" y="1124"/>
                  </a:lnTo>
                  <a:lnTo>
                    <a:pt x="5043" y="1098"/>
                  </a:lnTo>
                  <a:lnTo>
                    <a:pt x="5062" y="1098"/>
                  </a:lnTo>
                  <a:lnTo>
                    <a:pt x="5066" y="1085"/>
                  </a:lnTo>
                  <a:lnTo>
                    <a:pt x="5076" y="1059"/>
                  </a:lnTo>
                  <a:lnTo>
                    <a:pt x="5076" y="1008"/>
                  </a:lnTo>
                  <a:lnTo>
                    <a:pt x="5085" y="943"/>
                  </a:lnTo>
                  <a:lnTo>
                    <a:pt x="5085" y="827"/>
                  </a:lnTo>
                  <a:lnTo>
                    <a:pt x="5043" y="762"/>
                  </a:lnTo>
                  <a:lnTo>
                    <a:pt x="5002" y="736"/>
                  </a:lnTo>
                  <a:lnTo>
                    <a:pt x="4970" y="736"/>
                  </a:lnTo>
                  <a:lnTo>
                    <a:pt x="4933" y="698"/>
                  </a:lnTo>
                  <a:lnTo>
                    <a:pt x="4874" y="581"/>
                  </a:lnTo>
                  <a:lnTo>
                    <a:pt x="4837" y="478"/>
                  </a:lnTo>
                  <a:lnTo>
                    <a:pt x="4810" y="336"/>
                  </a:lnTo>
                  <a:lnTo>
                    <a:pt x="4778" y="207"/>
                  </a:lnTo>
                  <a:lnTo>
                    <a:pt x="4741" y="116"/>
                  </a:lnTo>
                  <a:lnTo>
                    <a:pt x="4677" y="26"/>
                  </a:lnTo>
                  <a:lnTo>
                    <a:pt x="4594" y="0"/>
                  </a:ln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04" name="Shape 744"/>
            <p:cNvSpPr/>
            <p:nvPr/>
          </p:nvSpPr>
          <p:spPr>
            <a:xfrm>
              <a:off x="-1" y="563480"/>
              <a:ext cx="5978808" cy="2987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544" y="6338"/>
                  </a:moveTo>
                  <a:lnTo>
                    <a:pt x="6602" y="6347"/>
                  </a:lnTo>
                  <a:lnTo>
                    <a:pt x="6637" y="6365"/>
                  </a:lnTo>
                  <a:lnTo>
                    <a:pt x="6686" y="6401"/>
                  </a:lnTo>
                  <a:lnTo>
                    <a:pt x="6686" y="6472"/>
                  </a:lnTo>
                  <a:lnTo>
                    <a:pt x="6668" y="6472"/>
                  </a:lnTo>
                  <a:lnTo>
                    <a:pt x="6655" y="6490"/>
                  </a:lnTo>
                  <a:lnTo>
                    <a:pt x="6624" y="6490"/>
                  </a:lnTo>
                  <a:lnTo>
                    <a:pt x="6602" y="6508"/>
                  </a:lnTo>
                  <a:lnTo>
                    <a:pt x="6584" y="6463"/>
                  </a:lnTo>
                  <a:lnTo>
                    <a:pt x="6575" y="6445"/>
                  </a:lnTo>
                  <a:lnTo>
                    <a:pt x="6570" y="6409"/>
                  </a:lnTo>
                  <a:lnTo>
                    <a:pt x="6561" y="6383"/>
                  </a:lnTo>
                  <a:lnTo>
                    <a:pt x="6544" y="6338"/>
                  </a:lnTo>
                  <a:close/>
                  <a:moveTo>
                    <a:pt x="6909" y="6160"/>
                  </a:moveTo>
                  <a:lnTo>
                    <a:pt x="6958" y="6160"/>
                  </a:lnTo>
                  <a:lnTo>
                    <a:pt x="6958" y="6401"/>
                  </a:lnTo>
                  <a:lnTo>
                    <a:pt x="6967" y="6490"/>
                  </a:lnTo>
                  <a:lnTo>
                    <a:pt x="6971" y="6597"/>
                  </a:lnTo>
                  <a:lnTo>
                    <a:pt x="7060" y="6597"/>
                  </a:lnTo>
                  <a:lnTo>
                    <a:pt x="7060" y="6775"/>
                  </a:lnTo>
                  <a:lnTo>
                    <a:pt x="7096" y="6775"/>
                  </a:lnTo>
                  <a:lnTo>
                    <a:pt x="7105" y="6784"/>
                  </a:lnTo>
                  <a:lnTo>
                    <a:pt x="7136" y="6784"/>
                  </a:lnTo>
                  <a:lnTo>
                    <a:pt x="7145" y="6802"/>
                  </a:lnTo>
                  <a:lnTo>
                    <a:pt x="7136" y="6900"/>
                  </a:lnTo>
                  <a:lnTo>
                    <a:pt x="7123" y="7007"/>
                  </a:lnTo>
                  <a:lnTo>
                    <a:pt x="7114" y="7114"/>
                  </a:lnTo>
                  <a:lnTo>
                    <a:pt x="7096" y="7114"/>
                  </a:lnTo>
                  <a:lnTo>
                    <a:pt x="7091" y="7078"/>
                  </a:lnTo>
                  <a:lnTo>
                    <a:pt x="7091" y="7051"/>
                  </a:lnTo>
                  <a:lnTo>
                    <a:pt x="7083" y="7034"/>
                  </a:lnTo>
                  <a:lnTo>
                    <a:pt x="7083" y="7016"/>
                  </a:lnTo>
                  <a:lnTo>
                    <a:pt x="7074" y="7051"/>
                  </a:lnTo>
                  <a:lnTo>
                    <a:pt x="7065" y="7051"/>
                  </a:lnTo>
                  <a:lnTo>
                    <a:pt x="7065" y="7069"/>
                  </a:lnTo>
                  <a:lnTo>
                    <a:pt x="7060" y="7069"/>
                  </a:lnTo>
                  <a:lnTo>
                    <a:pt x="7043" y="7078"/>
                  </a:lnTo>
                  <a:lnTo>
                    <a:pt x="7043" y="7016"/>
                  </a:lnTo>
                  <a:lnTo>
                    <a:pt x="7052" y="7007"/>
                  </a:lnTo>
                  <a:lnTo>
                    <a:pt x="7052" y="6989"/>
                  </a:lnTo>
                  <a:lnTo>
                    <a:pt x="7060" y="6971"/>
                  </a:lnTo>
                  <a:lnTo>
                    <a:pt x="7060" y="6909"/>
                  </a:lnTo>
                  <a:lnTo>
                    <a:pt x="7043" y="6909"/>
                  </a:lnTo>
                  <a:lnTo>
                    <a:pt x="7011" y="6971"/>
                  </a:lnTo>
                  <a:lnTo>
                    <a:pt x="6980" y="7034"/>
                  </a:lnTo>
                  <a:lnTo>
                    <a:pt x="6940" y="7078"/>
                  </a:lnTo>
                  <a:lnTo>
                    <a:pt x="6940" y="6971"/>
                  </a:lnTo>
                  <a:lnTo>
                    <a:pt x="6936" y="6962"/>
                  </a:lnTo>
                  <a:lnTo>
                    <a:pt x="6918" y="6944"/>
                  </a:lnTo>
                  <a:lnTo>
                    <a:pt x="6824" y="6944"/>
                  </a:lnTo>
                  <a:lnTo>
                    <a:pt x="6802" y="6927"/>
                  </a:lnTo>
                  <a:lnTo>
                    <a:pt x="6780" y="6927"/>
                  </a:lnTo>
                  <a:lnTo>
                    <a:pt x="6757" y="6909"/>
                  </a:lnTo>
                  <a:lnTo>
                    <a:pt x="6740" y="6882"/>
                  </a:lnTo>
                  <a:lnTo>
                    <a:pt x="6784" y="6757"/>
                  </a:lnTo>
                  <a:lnTo>
                    <a:pt x="6833" y="6570"/>
                  </a:lnTo>
                  <a:lnTo>
                    <a:pt x="6864" y="6365"/>
                  </a:lnTo>
                  <a:lnTo>
                    <a:pt x="6909" y="6160"/>
                  </a:lnTo>
                  <a:close/>
                  <a:moveTo>
                    <a:pt x="5434" y="5616"/>
                  </a:moveTo>
                  <a:lnTo>
                    <a:pt x="5501" y="5616"/>
                  </a:lnTo>
                  <a:lnTo>
                    <a:pt x="5501" y="5679"/>
                  </a:lnTo>
                  <a:lnTo>
                    <a:pt x="5488" y="5679"/>
                  </a:lnTo>
                  <a:lnTo>
                    <a:pt x="5479" y="5696"/>
                  </a:lnTo>
                  <a:lnTo>
                    <a:pt x="5466" y="5696"/>
                  </a:lnTo>
                  <a:lnTo>
                    <a:pt x="5457" y="5714"/>
                  </a:lnTo>
                  <a:lnTo>
                    <a:pt x="5434" y="5714"/>
                  </a:lnTo>
                  <a:lnTo>
                    <a:pt x="5434" y="5616"/>
                  </a:lnTo>
                  <a:close/>
                  <a:moveTo>
                    <a:pt x="2294" y="5545"/>
                  </a:moveTo>
                  <a:lnTo>
                    <a:pt x="2325" y="5545"/>
                  </a:lnTo>
                  <a:lnTo>
                    <a:pt x="2339" y="5554"/>
                  </a:lnTo>
                  <a:lnTo>
                    <a:pt x="2356" y="5572"/>
                  </a:lnTo>
                  <a:lnTo>
                    <a:pt x="2410" y="5572"/>
                  </a:lnTo>
                  <a:lnTo>
                    <a:pt x="2419" y="5696"/>
                  </a:lnTo>
                  <a:lnTo>
                    <a:pt x="2432" y="5794"/>
                  </a:lnTo>
                  <a:lnTo>
                    <a:pt x="2441" y="5919"/>
                  </a:lnTo>
                  <a:lnTo>
                    <a:pt x="2410" y="5919"/>
                  </a:lnTo>
                  <a:lnTo>
                    <a:pt x="2392" y="5866"/>
                  </a:lnTo>
                  <a:lnTo>
                    <a:pt x="2379" y="5839"/>
                  </a:lnTo>
                  <a:lnTo>
                    <a:pt x="2356" y="5803"/>
                  </a:lnTo>
                  <a:lnTo>
                    <a:pt x="2339" y="5777"/>
                  </a:lnTo>
                  <a:lnTo>
                    <a:pt x="2325" y="5732"/>
                  </a:lnTo>
                  <a:lnTo>
                    <a:pt x="2307" y="5679"/>
                  </a:lnTo>
                  <a:lnTo>
                    <a:pt x="2298" y="5652"/>
                  </a:lnTo>
                  <a:lnTo>
                    <a:pt x="2294" y="5616"/>
                  </a:lnTo>
                  <a:lnTo>
                    <a:pt x="2294" y="5545"/>
                  </a:lnTo>
                  <a:close/>
                  <a:moveTo>
                    <a:pt x="19172" y="5429"/>
                  </a:moveTo>
                  <a:lnTo>
                    <a:pt x="19181" y="5447"/>
                  </a:lnTo>
                  <a:lnTo>
                    <a:pt x="19181" y="5465"/>
                  </a:lnTo>
                  <a:lnTo>
                    <a:pt x="19185" y="5465"/>
                  </a:lnTo>
                  <a:lnTo>
                    <a:pt x="19185" y="5482"/>
                  </a:lnTo>
                  <a:lnTo>
                    <a:pt x="19212" y="5589"/>
                  </a:lnTo>
                  <a:lnTo>
                    <a:pt x="19212" y="5866"/>
                  </a:lnTo>
                  <a:lnTo>
                    <a:pt x="19226" y="6026"/>
                  </a:lnTo>
                  <a:lnTo>
                    <a:pt x="19248" y="6178"/>
                  </a:lnTo>
                  <a:lnTo>
                    <a:pt x="19288" y="6347"/>
                  </a:lnTo>
                  <a:lnTo>
                    <a:pt x="19310" y="6534"/>
                  </a:lnTo>
                  <a:lnTo>
                    <a:pt x="19203" y="6508"/>
                  </a:lnTo>
                  <a:lnTo>
                    <a:pt x="19203" y="6650"/>
                  </a:lnTo>
                  <a:lnTo>
                    <a:pt x="19217" y="6757"/>
                  </a:lnTo>
                  <a:lnTo>
                    <a:pt x="19226" y="6864"/>
                  </a:lnTo>
                  <a:lnTo>
                    <a:pt x="19243" y="7016"/>
                  </a:lnTo>
                  <a:lnTo>
                    <a:pt x="19203" y="7016"/>
                  </a:lnTo>
                  <a:lnTo>
                    <a:pt x="19181" y="7034"/>
                  </a:lnTo>
                  <a:lnTo>
                    <a:pt x="19172" y="7034"/>
                  </a:lnTo>
                  <a:lnTo>
                    <a:pt x="19159" y="7051"/>
                  </a:lnTo>
                  <a:lnTo>
                    <a:pt x="19141" y="6962"/>
                  </a:lnTo>
                  <a:lnTo>
                    <a:pt x="19132" y="6784"/>
                  </a:lnTo>
                  <a:lnTo>
                    <a:pt x="19132" y="6160"/>
                  </a:lnTo>
                  <a:lnTo>
                    <a:pt x="19119" y="6026"/>
                  </a:lnTo>
                  <a:lnTo>
                    <a:pt x="19119" y="5679"/>
                  </a:lnTo>
                  <a:lnTo>
                    <a:pt x="19132" y="5634"/>
                  </a:lnTo>
                  <a:lnTo>
                    <a:pt x="19141" y="5607"/>
                  </a:lnTo>
                  <a:lnTo>
                    <a:pt x="19150" y="5572"/>
                  </a:lnTo>
                  <a:lnTo>
                    <a:pt x="19159" y="5545"/>
                  </a:lnTo>
                  <a:lnTo>
                    <a:pt x="19163" y="5491"/>
                  </a:lnTo>
                  <a:lnTo>
                    <a:pt x="19172" y="5429"/>
                  </a:lnTo>
                  <a:close/>
                  <a:moveTo>
                    <a:pt x="10036" y="5304"/>
                  </a:moveTo>
                  <a:lnTo>
                    <a:pt x="10054" y="5491"/>
                  </a:lnTo>
                  <a:lnTo>
                    <a:pt x="10045" y="5679"/>
                  </a:lnTo>
                  <a:lnTo>
                    <a:pt x="10023" y="5884"/>
                  </a:lnTo>
                  <a:lnTo>
                    <a:pt x="9960" y="5946"/>
                  </a:lnTo>
                  <a:lnTo>
                    <a:pt x="9902" y="5982"/>
                  </a:lnTo>
                  <a:lnTo>
                    <a:pt x="9818" y="5991"/>
                  </a:lnTo>
                  <a:lnTo>
                    <a:pt x="9818" y="5919"/>
                  </a:lnTo>
                  <a:lnTo>
                    <a:pt x="9840" y="5803"/>
                  </a:lnTo>
                  <a:lnTo>
                    <a:pt x="9840" y="5670"/>
                  </a:lnTo>
                  <a:lnTo>
                    <a:pt x="9836" y="5509"/>
                  </a:lnTo>
                  <a:lnTo>
                    <a:pt x="9880" y="5429"/>
                  </a:lnTo>
                  <a:lnTo>
                    <a:pt x="9920" y="5367"/>
                  </a:lnTo>
                  <a:lnTo>
                    <a:pt x="9965" y="5322"/>
                  </a:lnTo>
                  <a:lnTo>
                    <a:pt x="10036" y="5304"/>
                  </a:lnTo>
                  <a:close/>
                  <a:moveTo>
                    <a:pt x="11150" y="5063"/>
                  </a:moveTo>
                  <a:lnTo>
                    <a:pt x="11172" y="5108"/>
                  </a:lnTo>
                  <a:lnTo>
                    <a:pt x="11181" y="5126"/>
                  </a:lnTo>
                  <a:lnTo>
                    <a:pt x="11181" y="5188"/>
                  </a:lnTo>
                  <a:lnTo>
                    <a:pt x="11185" y="5233"/>
                  </a:lnTo>
                  <a:lnTo>
                    <a:pt x="11181" y="5259"/>
                  </a:lnTo>
                  <a:lnTo>
                    <a:pt x="11172" y="5277"/>
                  </a:lnTo>
                  <a:lnTo>
                    <a:pt x="11172" y="5322"/>
                  </a:lnTo>
                  <a:lnTo>
                    <a:pt x="11163" y="5340"/>
                  </a:lnTo>
                  <a:lnTo>
                    <a:pt x="11154" y="5358"/>
                  </a:lnTo>
                  <a:lnTo>
                    <a:pt x="11141" y="5358"/>
                  </a:lnTo>
                  <a:lnTo>
                    <a:pt x="11132" y="5367"/>
                  </a:lnTo>
                  <a:lnTo>
                    <a:pt x="11118" y="5367"/>
                  </a:lnTo>
                  <a:lnTo>
                    <a:pt x="11092" y="5259"/>
                  </a:lnTo>
                  <a:lnTo>
                    <a:pt x="11078" y="5215"/>
                  </a:lnTo>
                  <a:lnTo>
                    <a:pt x="11078" y="5197"/>
                  </a:lnTo>
                  <a:lnTo>
                    <a:pt x="11087" y="5188"/>
                  </a:lnTo>
                  <a:lnTo>
                    <a:pt x="11118" y="5153"/>
                  </a:lnTo>
                  <a:lnTo>
                    <a:pt x="11150" y="5063"/>
                  </a:lnTo>
                  <a:close/>
                  <a:moveTo>
                    <a:pt x="11506" y="4716"/>
                  </a:moveTo>
                  <a:lnTo>
                    <a:pt x="11528" y="4733"/>
                  </a:lnTo>
                  <a:lnTo>
                    <a:pt x="11546" y="4733"/>
                  </a:lnTo>
                  <a:lnTo>
                    <a:pt x="11550" y="4751"/>
                  </a:lnTo>
                  <a:lnTo>
                    <a:pt x="11559" y="4751"/>
                  </a:lnTo>
                  <a:lnTo>
                    <a:pt x="11546" y="4796"/>
                  </a:lnTo>
                  <a:lnTo>
                    <a:pt x="11537" y="4841"/>
                  </a:lnTo>
                  <a:lnTo>
                    <a:pt x="11528" y="4885"/>
                  </a:lnTo>
                  <a:lnTo>
                    <a:pt x="11515" y="4939"/>
                  </a:lnTo>
                  <a:lnTo>
                    <a:pt x="11488" y="4965"/>
                  </a:lnTo>
                  <a:lnTo>
                    <a:pt x="11488" y="4921"/>
                  </a:lnTo>
                  <a:lnTo>
                    <a:pt x="11484" y="4921"/>
                  </a:lnTo>
                  <a:lnTo>
                    <a:pt x="11484" y="4885"/>
                  </a:lnTo>
                  <a:lnTo>
                    <a:pt x="11475" y="4858"/>
                  </a:lnTo>
                  <a:lnTo>
                    <a:pt x="11488" y="4823"/>
                  </a:lnTo>
                  <a:lnTo>
                    <a:pt x="11497" y="4796"/>
                  </a:lnTo>
                  <a:lnTo>
                    <a:pt x="11506" y="4760"/>
                  </a:lnTo>
                  <a:lnTo>
                    <a:pt x="11506" y="4716"/>
                  </a:lnTo>
                  <a:close/>
                  <a:moveTo>
                    <a:pt x="1096" y="4689"/>
                  </a:moveTo>
                  <a:lnTo>
                    <a:pt x="1118" y="4760"/>
                  </a:lnTo>
                  <a:lnTo>
                    <a:pt x="1118" y="4823"/>
                  </a:lnTo>
                  <a:lnTo>
                    <a:pt x="1096" y="4903"/>
                  </a:lnTo>
                  <a:lnTo>
                    <a:pt x="1065" y="4948"/>
                  </a:lnTo>
                  <a:lnTo>
                    <a:pt x="1033" y="4983"/>
                  </a:lnTo>
                  <a:lnTo>
                    <a:pt x="1024" y="5001"/>
                  </a:lnTo>
                  <a:lnTo>
                    <a:pt x="1011" y="4965"/>
                  </a:lnTo>
                  <a:lnTo>
                    <a:pt x="1002" y="4939"/>
                  </a:lnTo>
                  <a:lnTo>
                    <a:pt x="993" y="4885"/>
                  </a:lnTo>
                  <a:lnTo>
                    <a:pt x="993" y="4841"/>
                  </a:lnTo>
                  <a:lnTo>
                    <a:pt x="984" y="4796"/>
                  </a:lnTo>
                  <a:lnTo>
                    <a:pt x="1042" y="4751"/>
                  </a:lnTo>
                  <a:lnTo>
                    <a:pt x="1056" y="4733"/>
                  </a:lnTo>
                  <a:lnTo>
                    <a:pt x="1078" y="4716"/>
                  </a:lnTo>
                  <a:lnTo>
                    <a:pt x="1096" y="4689"/>
                  </a:lnTo>
                  <a:close/>
                  <a:moveTo>
                    <a:pt x="11787" y="4484"/>
                  </a:moveTo>
                  <a:lnTo>
                    <a:pt x="11849" y="4546"/>
                  </a:lnTo>
                  <a:lnTo>
                    <a:pt x="11849" y="4591"/>
                  </a:lnTo>
                  <a:lnTo>
                    <a:pt x="11831" y="4591"/>
                  </a:lnTo>
                  <a:lnTo>
                    <a:pt x="11827" y="4609"/>
                  </a:lnTo>
                  <a:lnTo>
                    <a:pt x="11809" y="4627"/>
                  </a:lnTo>
                  <a:lnTo>
                    <a:pt x="11800" y="4653"/>
                  </a:lnTo>
                  <a:lnTo>
                    <a:pt x="11787" y="4636"/>
                  </a:lnTo>
                  <a:lnTo>
                    <a:pt x="11778" y="4636"/>
                  </a:lnTo>
                  <a:lnTo>
                    <a:pt x="11769" y="4627"/>
                  </a:lnTo>
                  <a:lnTo>
                    <a:pt x="11764" y="4627"/>
                  </a:lnTo>
                  <a:lnTo>
                    <a:pt x="11764" y="4546"/>
                  </a:lnTo>
                  <a:lnTo>
                    <a:pt x="11769" y="4511"/>
                  </a:lnTo>
                  <a:lnTo>
                    <a:pt x="11787" y="4484"/>
                  </a:lnTo>
                  <a:close/>
                  <a:moveTo>
                    <a:pt x="10121" y="4404"/>
                  </a:moveTo>
                  <a:lnTo>
                    <a:pt x="10201" y="4422"/>
                  </a:lnTo>
                  <a:lnTo>
                    <a:pt x="10263" y="4448"/>
                  </a:lnTo>
                  <a:lnTo>
                    <a:pt x="10245" y="4511"/>
                  </a:lnTo>
                  <a:lnTo>
                    <a:pt x="10236" y="4564"/>
                  </a:lnTo>
                  <a:lnTo>
                    <a:pt x="10223" y="4609"/>
                  </a:lnTo>
                  <a:lnTo>
                    <a:pt x="10205" y="4653"/>
                  </a:lnTo>
                  <a:lnTo>
                    <a:pt x="10245" y="4653"/>
                  </a:lnTo>
                  <a:lnTo>
                    <a:pt x="10263" y="4627"/>
                  </a:lnTo>
                  <a:lnTo>
                    <a:pt x="10268" y="4609"/>
                  </a:lnTo>
                  <a:lnTo>
                    <a:pt x="10285" y="4591"/>
                  </a:lnTo>
                  <a:lnTo>
                    <a:pt x="10308" y="4591"/>
                  </a:lnTo>
                  <a:lnTo>
                    <a:pt x="10308" y="4653"/>
                  </a:lnTo>
                  <a:lnTo>
                    <a:pt x="10330" y="4760"/>
                  </a:lnTo>
                  <a:lnTo>
                    <a:pt x="10317" y="4858"/>
                  </a:lnTo>
                  <a:lnTo>
                    <a:pt x="10294" y="4939"/>
                  </a:lnTo>
                  <a:lnTo>
                    <a:pt x="10277" y="5001"/>
                  </a:lnTo>
                  <a:lnTo>
                    <a:pt x="10317" y="5072"/>
                  </a:lnTo>
                  <a:lnTo>
                    <a:pt x="10357" y="5188"/>
                  </a:lnTo>
                  <a:lnTo>
                    <a:pt x="10410" y="5304"/>
                  </a:lnTo>
                  <a:lnTo>
                    <a:pt x="10455" y="5447"/>
                  </a:lnTo>
                  <a:lnTo>
                    <a:pt x="10495" y="5607"/>
                  </a:lnTo>
                  <a:lnTo>
                    <a:pt x="10526" y="5741"/>
                  </a:lnTo>
                  <a:lnTo>
                    <a:pt x="10535" y="5857"/>
                  </a:lnTo>
                  <a:lnTo>
                    <a:pt x="10517" y="5964"/>
                  </a:lnTo>
                  <a:lnTo>
                    <a:pt x="10481" y="6026"/>
                  </a:lnTo>
                  <a:lnTo>
                    <a:pt x="10432" y="6089"/>
                  </a:lnTo>
                  <a:lnTo>
                    <a:pt x="10357" y="6151"/>
                  </a:lnTo>
                  <a:lnTo>
                    <a:pt x="10263" y="6196"/>
                  </a:lnTo>
                  <a:lnTo>
                    <a:pt x="10178" y="6240"/>
                  </a:lnTo>
                  <a:lnTo>
                    <a:pt x="10107" y="6258"/>
                  </a:lnTo>
                  <a:lnTo>
                    <a:pt x="10107" y="6222"/>
                  </a:lnTo>
                  <a:lnTo>
                    <a:pt x="10152" y="6089"/>
                  </a:lnTo>
                  <a:lnTo>
                    <a:pt x="10192" y="5946"/>
                  </a:lnTo>
                  <a:lnTo>
                    <a:pt x="10152" y="5946"/>
                  </a:lnTo>
                  <a:lnTo>
                    <a:pt x="10139" y="5928"/>
                  </a:lnTo>
                  <a:lnTo>
                    <a:pt x="10139" y="5919"/>
                  </a:lnTo>
                  <a:lnTo>
                    <a:pt x="10130" y="5901"/>
                  </a:lnTo>
                  <a:lnTo>
                    <a:pt x="10130" y="5866"/>
                  </a:lnTo>
                  <a:lnTo>
                    <a:pt x="10121" y="5821"/>
                  </a:lnTo>
                  <a:lnTo>
                    <a:pt x="10178" y="5794"/>
                  </a:lnTo>
                  <a:lnTo>
                    <a:pt x="10161" y="5759"/>
                  </a:lnTo>
                  <a:lnTo>
                    <a:pt x="10161" y="5741"/>
                  </a:lnTo>
                  <a:lnTo>
                    <a:pt x="10152" y="5732"/>
                  </a:lnTo>
                  <a:lnTo>
                    <a:pt x="10152" y="5714"/>
                  </a:lnTo>
                  <a:lnTo>
                    <a:pt x="10161" y="5679"/>
                  </a:lnTo>
                  <a:lnTo>
                    <a:pt x="10170" y="5616"/>
                  </a:lnTo>
                  <a:lnTo>
                    <a:pt x="10192" y="5572"/>
                  </a:lnTo>
                  <a:lnTo>
                    <a:pt x="10205" y="5545"/>
                  </a:lnTo>
                  <a:lnTo>
                    <a:pt x="10236" y="5509"/>
                  </a:lnTo>
                  <a:lnTo>
                    <a:pt x="10263" y="5482"/>
                  </a:lnTo>
                  <a:lnTo>
                    <a:pt x="10254" y="5447"/>
                  </a:lnTo>
                  <a:lnTo>
                    <a:pt x="10254" y="5429"/>
                  </a:lnTo>
                  <a:lnTo>
                    <a:pt x="10245" y="5420"/>
                  </a:lnTo>
                  <a:lnTo>
                    <a:pt x="10245" y="5402"/>
                  </a:lnTo>
                  <a:lnTo>
                    <a:pt x="10236" y="5367"/>
                  </a:lnTo>
                  <a:lnTo>
                    <a:pt x="10232" y="5367"/>
                  </a:lnTo>
                  <a:lnTo>
                    <a:pt x="10232" y="5358"/>
                  </a:lnTo>
                  <a:lnTo>
                    <a:pt x="10223" y="5358"/>
                  </a:lnTo>
                  <a:lnTo>
                    <a:pt x="10205" y="5340"/>
                  </a:lnTo>
                  <a:lnTo>
                    <a:pt x="10192" y="5322"/>
                  </a:lnTo>
                  <a:lnTo>
                    <a:pt x="10170" y="5322"/>
                  </a:lnTo>
                  <a:lnTo>
                    <a:pt x="10152" y="5304"/>
                  </a:lnTo>
                  <a:lnTo>
                    <a:pt x="10139" y="5304"/>
                  </a:lnTo>
                  <a:lnTo>
                    <a:pt x="10139" y="5295"/>
                  </a:lnTo>
                  <a:lnTo>
                    <a:pt x="10130" y="5277"/>
                  </a:lnTo>
                  <a:lnTo>
                    <a:pt x="10130" y="5233"/>
                  </a:lnTo>
                  <a:lnTo>
                    <a:pt x="10121" y="5197"/>
                  </a:lnTo>
                  <a:lnTo>
                    <a:pt x="10130" y="5188"/>
                  </a:lnTo>
                  <a:lnTo>
                    <a:pt x="10130" y="5170"/>
                  </a:lnTo>
                  <a:lnTo>
                    <a:pt x="10139" y="5153"/>
                  </a:lnTo>
                  <a:lnTo>
                    <a:pt x="10139" y="5108"/>
                  </a:lnTo>
                  <a:lnTo>
                    <a:pt x="10121" y="5108"/>
                  </a:lnTo>
                  <a:lnTo>
                    <a:pt x="10116" y="5135"/>
                  </a:lnTo>
                  <a:lnTo>
                    <a:pt x="10116" y="5170"/>
                  </a:lnTo>
                  <a:lnTo>
                    <a:pt x="10107" y="5170"/>
                  </a:lnTo>
                  <a:lnTo>
                    <a:pt x="10098" y="5188"/>
                  </a:lnTo>
                  <a:lnTo>
                    <a:pt x="10089" y="5197"/>
                  </a:lnTo>
                  <a:lnTo>
                    <a:pt x="10076" y="5046"/>
                  </a:lnTo>
                  <a:lnTo>
                    <a:pt x="10058" y="4903"/>
                  </a:lnTo>
                  <a:lnTo>
                    <a:pt x="10054" y="4796"/>
                  </a:lnTo>
                  <a:lnTo>
                    <a:pt x="10067" y="4716"/>
                  </a:lnTo>
                  <a:lnTo>
                    <a:pt x="10089" y="4636"/>
                  </a:lnTo>
                  <a:lnTo>
                    <a:pt x="10116" y="4546"/>
                  </a:lnTo>
                  <a:lnTo>
                    <a:pt x="10121" y="4404"/>
                  </a:lnTo>
                  <a:close/>
                  <a:moveTo>
                    <a:pt x="129" y="4083"/>
                  </a:moveTo>
                  <a:lnTo>
                    <a:pt x="218" y="4083"/>
                  </a:lnTo>
                  <a:lnTo>
                    <a:pt x="218" y="4145"/>
                  </a:lnTo>
                  <a:lnTo>
                    <a:pt x="200" y="4145"/>
                  </a:lnTo>
                  <a:lnTo>
                    <a:pt x="200" y="4172"/>
                  </a:lnTo>
                  <a:lnTo>
                    <a:pt x="178" y="4154"/>
                  </a:lnTo>
                  <a:lnTo>
                    <a:pt x="160" y="4127"/>
                  </a:lnTo>
                  <a:lnTo>
                    <a:pt x="147" y="4110"/>
                  </a:lnTo>
                  <a:lnTo>
                    <a:pt x="129" y="4083"/>
                  </a:lnTo>
                  <a:close/>
                  <a:moveTo>
                    <a:pt x="5519" y="3592"/>
                  </a:moveTo>
                  <a:lnTo>
                    <a:pt x="5541" y="3628"/>
                  </a:lnTo>
                  <a:lnTo>
                    <a:pt x="5564" y="3673"/>
                  </a:lnTo>
                  <a:lnTo>
                    <a:pt x="5581" y="3735"/>
                  </a:lnTo>
                  <a:lnTo>
                    <a:pt x="5590" y="3797"/>
                  </a:lnTo>
                  <a:lnTo>
                    <a:pt x="5572" y="3797"/>
                  </a:lnTo>
                  <a:lnTo>
                    <a:pt x="5559" y="3815"/>
                  </a:lnTo>
                  <a:lnTo>
                    <a:pt x="5550" y="3815"/>
                  </a:lnTo>
                  <a:lnTo>
                    <a:pt x="5528" y="3833"/>
                  </a:lnTo>
                  <a:lnTo>
                    <a:pt x="5501" y="3833"/>
                  </a:lnTo>
                  <a:lnTo>
                    <a:pt x="5501" y="3797"/>
                  </a:lnTo>
                  <a:lnTo>
                    <a:pt x="5497" y="3797"/>
                  </a:lnTo>
                  <a:lnTo>
                    <a:pt x="5497" y="3780"/>
                  </a:lnTo>
                  <a:lnTo>
                    <a:pt x="5488" y="3771"/>
                  </a:lnTo>
                  <a:lnTo>
                    <a:pt x="5497" y="3735"/>
                  </a:lnTo>
                  <a:lnTo>
                    <a:pt x="5497" y="3708"/>
                  </a:lnTo>
                  <a:lnTo>
                    <a:pt x="5501" y="3691"/>
                  </a:lnTo>
                  <a:lnTo>
                    <a:pt x="5519" y="3592"/>
                  </a:lnTo>
                  <a:close/>
                  <a:moveTo>
                    <a:pt x="5385" y="3486"/>
                  </a:moveTo>
                  <a:lnTo>
                    <a:pt x="5403" y="3521"/>
                  </a:lnTo>
                  <a:lnTo>
                    <a:pt x="5412" y="3539"/>
                  </a:lnTo>
                  <a:lnTo>
                    <a:pt x="5412" y="3548"/>
                  </a:lnTo>
                  <a:lnTo>
                    <a:pt x="5417" y="3584"/>
                  </a:lnTo>
                  <a:lnTo>
                    <a:pt x="5417" y="3655"/>
                  </a:lnTo>
                  <a:lnTo>
                    <a:pt x="5403" y="3655"/>
                  </a:lnTo>
                  <a:lnTo>
                    <a:pt x="5403" y="3691"/>
                  </a:lnTo>
                  <a:lnTo>
                    <a:pt x="5341" y="3655"/>
                  </a:lnTo>
                  <a:lnTo>
                    <a:pt x="5319" y="3628"/>
                  </a:lnTo>
                  <a:lnTo>
                    <a:pt x="5301" y="3628"/>
                  </a:lnTo>
                  <a:lnTo>
                    <a:pt x="5301" y="3592"/>
                  </a:lnTo>
                  <a:lnTo>
                    <a:pt x="5332" y="3566"/>
                  </a:lnTo>
                  <a:lnTo>
                    <a:pt x="5363" y="3539"/>
                  </a:lnTo>
                  <a:lnTo>
                    <a:pt x="5385" y="3486"/>
                  </a:lnTo>
                  <a:close/>
                  <a:moveTo>
                    <a:pt x="5728" y="3209"/>
                  </a:moveTo>
                  <a:lnTo>
                    <a:pt x="5746" y="3227"/>
                  </a:lnTo>
                  <a:lnTo>
                    <a:pt x="5751" y="3236"/>
                  </a:lnTo>
                  <a:lnTo>
                    <a:pt x="5760" y="3254"/>
                  </a:lnTo>
                  <a:lnTo>
                    <a:pt x="5777" y="3254"/>
                  </a:lnTo>
                  <a:lnTo>
                    <a:pt x="5777" y="3289"/>
                  </a:lnTo>
                  <a:lnTo>
                    <a:pt x="5768" y="3298"/>
                  </a:lnTo>
                  <a:lnTo>
                    <a:pt x="5760" y="3316"/>
                  </a:lnTo>
                  <a:lnTo>
                    <a:pt x="5751" y="3334"/>
                  </a:lnTo>
                  <a:lnTo>
                    <a:pt x="5746" y="3334"/>
                  </a:lnTo>
                  <a:lnTo>
                    <a:pt x="5737" y="3352"/>
                  </a:lnTo>
                  <a:lnTo>
                    <a:pt x="5715" y="3352"/>
                  </a:lnTo>
                  <a:lnTo>
                    <a:pt x="5715" y="3272"/>
                  </a:lnTo>
                  <a:lnTo>
                    <a:pt x="5720" y="3254"/>
                  </a:lnTo>
                  <a:lnTo>
                    <a:pt x="5728" y="3209"/>
                  </a:lnTo>
                  <a:close/>
                  <a:moveTo>
                    <a:pt x="0" y="3040"/>
                  </a:moveTo>
                  <a:lnTo>
                    <a:pt x="76" y="3067"/>
                  </a:lnTo>
                  <a:lnTo>
                    <a:pt x="129" y="3111"/>
                  </a:lnTo>
                  <a:lnTo>
                    <a:pt x="169" y="3209"/>
                  </a:lnTo>
                  <a:lnTo>
                    <a:pt x="156" y="3236"/>
                  </a:lnTo>
                  <a:lnTo>
                    <a:pt x="138" y="3236"/>
                  </a:lnTo>
                  <a:lnTo>
                    <a:pt x="129" y="3254"/>
                  </a:lnTo>
                  <a:lnTo>
                    <a:pt x="125" y="3272"/>
                  </a:lnTo>
                  <a:lnTo>
                    <a:pt x="98" y="3289"/>
                  </a:lnTo>
                  <a:lnTo>
                    <a:pt x="85" y="3254"/>
                  </a:lnTo>
                  <a:lnTo>
                    <a:pt x="62" y="3227"/>
                  </a:lnTo>
                  <a:lnTo>
                    <a:pt x="44" y="3191"/>
                  </a:lnTo>
                  <a:lnTo>
                    <a:pt x="22" y="3174"/>
                  </a:lnTo>
                  <a:lnTo>
                    <a:pt x="13" y="3165"/>
                  </a:lnTo>
                  <a:lnTo>
                    <a:pt x="0" y="3129"/>
                  </a:lnTo>
                  <a:lnTo>
                    <a:pt x="0" y="3040"/>
                  </a:lnTo>
                  <a:close/>
                  <a:moveTo>
                    <a:pt x="5247" y="2665"/>
                  </a:moveTo>
                  <a:lnTo>
                    <a:pt x="5247" y="2737"/>
                  </a:lnTo>
                  <a:lnTo>
                    <a:pt x="5256" y="2772"/>
                  </a:lnTo>
                  <a:lnTo>
                    <a:pt x="5261" y="2799"/>
                  </a:lnTo>
                  <a:lnTo>
                    <a:pt x="5261" y="2915"/>
                  </a:lnTo>
                  <a:lnTo>
                    <a:pt x="5350" y="2915"/>
                  </a:lnTo>
                  <a:lnTo>
                    <a:pt x="5501" y="3254"/>
                  </a:lnTo>
                  <a:lnTo>
                    <a:pt x="5501" y="3272"/>
                  </a:lnTo>
                  <a:lnTo>
                    <a:pt x="5497" y="3289"/>
                  </a:lnTo>
                  <a:lnTo>
                    <a:pt x="5497" y="3298"/>
                  </a:lnTo>
                  <a:lnTo>
                    <a:pt x="5488" y="3316"/>
                  </a:lnTo>
                  <a:lnTo>
                    <a:pt x="5475" y="3352"/>
                  </a:lnTo>
                  <a:lnTo>
                    <a:pt x="5466" y="3361"/>
                  </a:lnTo>
                  <a:lnTo>
                    <a:pt x="5457" y="3379"/>
                  </a:lnTo>
                  <a:lnTo>
                    <a:pt x="5426" y="3379"/>
                  </a:lnTo>
                  <a:lnTo>
                    <a:pt x="5403" y="3396"/>
                  </a:lnTo>
                  <a:lnTo>
                    <a:pt x="5403" y="3254"/>
                  </a:lnTo>
                  <a:lnTo>
                    <a:pt x="5385" y="3227"/>
                  </a:lnTo>
                  <a:lnTo>
                    <a:pt x="5372" y="3209"/>
                  </a:lnTo>
                  <a:lnTo>
                    <a:pt x="5350" y="3174"/>
                  </a:lnTo>
                  <a:lnTo>
                    <a:pt x="5323" y="3298"/>
                  </a:lnTo>
                  <a:lnTo>
                    <a:pt x="5279" y="3379"/>
                  </a:lnTo>
                  <a:lnTo>
                    <a:pt x="5216" y="3423"/>
                  </a:lnTo>
                  <a:lnTo>
                    <a:pt x="5216" y="3352"/>
                  </a:lnTo>
                  <a:lnTo>
                    <a:pt x="5225" y="3316"/>
                  </a:lnTo>
                  <a:lnTo>
                    <a:pt x="5216" y="3289"/>
                  </a:lnTo>
                  <a:lnTo>
                    <a:pt x="5207" y="3254"/>
                  </a:lnTo>
                  <a:lnTo>
                    <a:pt x="5198" y="3209"/>
                  </a:lnTo>
                  <a:lnTo>
                    <a:pt x="5176" y="3191"/>
                  </a:lnTo>
                  <a:lnTo>
                    <a:pt x="5163" y="3174"/>
                  </a:lnTo>
                  <a:lnTo>
                    <a:pt x="5145" y="3174"/>
                  </a:lnTo>
                  <a:lnTo>
                    <a:pt x="5131" y="3165"/>
                  </a:lnTo>
                  <a:lnTo>
                    <a:pt x="5123" y="3165"/>
                  </a:lnTo>
                  <a:lnTo>
                    <a:pt x="5105" y="3147"/>
                  </a:lnTo>
                  <a:lnTo>
                    <a:pt x="5091" y="3111"/>
                  </a:lnTo>
                  <a:lnTo>
                    <a:pt x="5136" y="3004"/>
                  </a:lnTo>
                  <a:lnTo>
                    <a:pt x="5167" y="2879"/>
                  </a:lnTo>
                  <a:lnTo>
                    <a:pt x="5198" y="2755"/>
                  </a:lnTo>
                  <a:lnTo>
                    <a:pt x="5247" y="2665"/>
                  </a:lnTo>
                  <a:close/>
                  <a:moveTo>
                    <a:pt x="9577" y="2398"/>
                  </a:moveTo>
                  <a:lnTo>
                    <a:pt x="9586" y="2434"/>
                  </a:lnTo>
                  <a:lnTo>
                    <a:pt x="9595" y="2460"/>
                  </a:lnTo>
                  <a:lnTo>
                    <a:pt x="9599" y="2478"/>
                  </a:lnTo>
                  <a:lnTo>
                    <a:pt x="9599" y="2505"/>
                  </a:lnTo>
                  <a:lnTo>
                    <a:pt x="9608" y="2541"/>
                  </a:lnTo>
                  <a:lnTo>
                    <a:pt x="9608" y="2648"/>
                  </a:lnTo>
                  <a:lnTo>
                    <a:pt x="9617" y="2772"/>
                  </a:lnTo>
                  <a:lnTo>
                    <a:pt x="9626" y="2915"/>
                  </a:lnTo>
                  <a:lnTo>
                    <a:pt x="9626" y="3040"/>
                  </a:lnTo>
                  <a:lnTo>
                    <a:pt x="9537" y="3129"/>
                  </a:lnTo>
                  <a:lnTo>
                    <a:pt x="9439" y="3209"/>
                  </a:lnTo>
                  <a:lnTo>
                    <a:pt x="9345" y="3298"/>
                  </a:lnTo>
                  <a:lnTo>
                    <a:pt x="9265" y="3423"/>
                  </a:lnTo>
                  <a:lnTo>
                    <a:pt x="9243" y="3396"/>
                  </a:lnTo>
                  <a:lnTo>
                    <a:pt x="9203" y="3361"/>
                  </a:lnTo>
                  <a:lnTo>
                    <a:pt x="9150" y="3298"/>
                  </a:lnTo>
                  <a:lnTo>
                    <a:pt x="9105" y="3254"/>
                  </a:lnTo>
                  <a:lnTo>
                    <a:pt x="9065" y="3209"/>
                  </a:lnTo>
                  <a:lnTo>
                    <a:pt x="9047" y="3174"/>
                  </a:lnTo>
                  <a:lnTo>
                    <a:pt x="9056" y="3165"/>
                  </a:lnTo>
                  <a:lnTo>
                    <a:pt x="9065" y="3147"/>
                  </a:lnTo>
                  <a:lnTo>
                    <a:pt x="9074" y="3129"/>
                  </a:lnTo>
                  <a:lnTo>
                    <a:pt x="9074" y="3111"/>
                  </a:lnTo>
                  <a:lnTo>
                    <a:pt x="9078" y="3084"/>
                  </a:lnTo>
                  <a:lnTo>
                    <a:pt x="9056" y="3049"/>
                  </a:lnTo>
                  <a:lnTo>
                    <a:pt x="9025" y="3040"/>
                  </a:lnTo>
                  <a:lnTo>
                    <a:pt x="9003" y="3004"/>
                  </a:lnTo>
                  <a:lnTo>
                    <a:pt x="8980" y="2977"/>
                  </a:lnTo>
                  <a:lnTo>
                    <a:pt x="8994" y="2977"/>
                  </a:lnTo>
                  <a:lnTo>
                    <a:pt x="9011" y="2942"/>
                  </a:lnTo>
                  <a:lnTo>
                    <a:pt x="9016" y="2924"/>
                  </a:lnTo>
                  <a:lnTo>
                    <a:pt x="9025" y="2924"/>
                  </a:lnTo>
                  <a:lnTo>
                    <a:pt x="9034" y="2915"/>
                  </a:lnTo>
                  <a:lnTo>
                    <a:pt x="9078" y="2915"/>
                  </a:lnTo>
                  <a:lnTo>
                    <a:pt x="9078" y="2799"/>
                  </a:lnTo>
                  <a:lnTo>
                    <a:pt x="8962" y="2799"/>
                  </a:lnTo>
                  <a:lnTo>
                    <a:pt x="8940" y="2710"/>
                  </a:lnTo>
                  <a:lnTo>
                    <a:pt x="8980" y="2648"/>
                  </a:lnTo>
                  <a:lnTo>
                    <a:pt x="9011" y="2585"/>
                  </a:lnTo>
                  <a:lnTo>
                    <a:pt x="9047" y="2558"/>
                  </a:lnTo>
                  <a:lnTo>
                    <a:pt x="9109" y="2523"/>
                  </a:lnTo>
                  <a:lnTo>
                    <a:pt x="9136" y="2567"/>
                  </a:lnTo>
                  <a:lnTo>
                    <a:pt x="9150" y="2621"/>
                  </a:lnTo>
                  <a:lnTo>
                    <a:pt x="9167" y="2648"/>
                  </a:lnTo>
                  <a:lnTo>
                    <a:pt x="9181" y="2710"/>
                  </a:lnTo>
                  <a:lnTo>
                    <a:pt x="9230" y="2630"/>
                  </a:lnTo>
                  <a:lnTo>
                    <a:pt x="9274" y="2567"/>
                  </a:lnTo>
                  <a:lnTo>
                    <a:pt x="9337" y="2523"/>
                  </a:lnTo>
                  <a:lnTo>
                    <a:pt x="9345" y="2567"/>
                  </a:lnTo>
                  <a:lnTo>
                    <a:pt x="9359" y="2585"/>
                  </a:lnTo>
                  <a:lnTo>
                    <a:pt x="9359" y="2603"/>
                  </a:lnTo>
                  <a:lnTo>
                    <a:pt x="9390" y="2603"/>
                  </a:lnTo>
                  <a:lnTo>
                    <a:pt x="9430" y="2558"/>
                  </a:lnTo>
                  <a:lnTo>
                    <a:pt x="9452" y="2505"/>
                  </a:lnTo>
                  <a:lnTo>
                    <a:pt x="9484" y="2460"/>
                  </a:lnTo>
                  <a:lnTo>
                    <a:pt x="9515" y="2416"/>
                  </a:lnTo>
                  <a:lnTo>
                    <a:pt x="9577" y="2398"/>
                  </a:lnTo>
                  <a:close/>
                  <a:moveTo>
                    <a:pt x="5800" y="1836"/>
                  </a:moveTo>
                  <a:lnTo>
                    <a:pt x="5813" y="1854"/>
                  </a:lnTo>
                  <a:lnTo>
                    <a:pt x="5822" y="1872"/>
                  </a:lnTo>
                  <a:lnTo>
                    <a:pt x="5831" y="1872"/>
                  </a:lnTo>
                  <a:lnTo>
                    <a:pt x="5840" y="1881"/>
                  </a:lnTo>
                  <a:lnTo>
                    <a:pt x="5840" y="1916"/>
                  </a:lnTo>
                  <a:lnTo>
                    <a:pt x="5844" y="1943"/>
                  </a:lnTo>
                  <a:lnTo>
                    <a:pt x="5862" y="1997"/>
                  </a:lnTo>
                  <a:lnTo>
                    <a:pt x="5871" y="2041"/>
                  </a:lnTo>
                  <a:lnTo>
                    <a:pt x="5875" y="2086"/>
                  </a:lnTo>
                  <a:lnTo>
                    <a:pt x="5884" y="2148"/>
                  </a:lnTo>
                  <a:lnTo>
                    <a:pt x="5840" y="2184"/>
                  </a:lnTo>
                  <a:lnTo>
                    <a:pt x="5813" y="2184"/>
                  </a:lnTo>
                  <a:lnTo>
                    <a:pt x="5777" y="2193"/>
                  </a:lnTo>
                  <a:lnTo>
                    <a:pt x="5768" y="2122"/>
                  </a:lnTo>
                  <a:lnTo>
                    <a:pt x="5760" y="2041"/>
                  </a:lnTo>
                  <a:lnTo>
                    <a:pt x="5760" y="1943"/>
                  </a:lnTo>
                  <a:lnTo>
                    <a:pt x="5777" y="1916"/>
                  </a:lnTo>
                  <a:lnTo>
                    <a:pt x="5782" y="1881"/>
                  </a:lnTo>
                  <a:lnTo>
                    <a:pt x="5800" y="1836"/>
                  </a:lnTo>
                  <a:close/>
                  <a:moveTo>
                    <a:pt x="7145" y="1578"/>
                  </a:moveTo>
                  <a:lnTo>
                    <a:pt x="7176" y="1605"/>
                  </a:lnTo>
                  <a:lnTo>
                    <a:pt x="7207" y="1640"/>
                  </a:lnTo>
                  <a:lnTo>
                    <a:pt x="7221" y="1667"/>
                  </a:lnTo>
                  <a:lnTo>
                    <a:pt x="7243" y="1703"/>
                  </a:lnTo>
                  <a:lnTo>
                    <a:pt x="7270" y="1747"/>
                  </a:lnTo>
                  <a:lnTo>
                    <a:pt x="7261" y="1774"/>
                  </a:lnTo>
                  <a:lnTo>
                    <a:pt x="7261" y="1792"/>
                  </a:lnTo>
                  <a:lnTo>
                    <a:pt x="7252" y="1792"/>
                  </a:lnTo>
                  <a:lnTo>
                    <a:pt x="7252" y="1810"/>
                  </a:lnTo>
                  <a:lnTo>
                    <a:pt x="7239" y="1836"/>
                  </a:lnTo>
                  <a:lnTo>
                    <a:pt x="7239" y="1854"/>
                  </a:lnTo>
                  <a:lnTo>
                    <a:pt x="7221" y="1854"/>
                  </a:lnTo>
                  <a:lnTo>
                    <a:pt x="7212" y="1872"/>
                  </a:lnTo>
                  <a:lnTo>
                    <a:pt x="7198" y="1881"/>
                  </a:lnTo>
                  <a:lnTo>
                    <a:pt x="7176" y="1836"/>
                  </a:lnTo>
                  <a:lnTo>
                    <a:pt x="7154" y="1792"/>
                  </a:lnTo>
                  <a:lnTo>
                    <a:pt x="7123" y="1747"/>
                  </a:lnTo>
                  <a:lnTo>
                    <a:pt x="7096" y="1711"/>
                  </a:lnTo>
                  <a:lnTo>
                    <a:pt x="7114" y="1605"/>
                  </a:lnTo>
                  <a:lnTo>
                    <a:pt x="7127" y="1605"/>
                  </a:lnTo>
                  <a:lnTo>
                    <a:pt x="7136" y="1587"/>
                  </a:lnTo>
                  <a:lnTo>
                    <a:pt x="7145" y="1578"/>
                  </a:lnTo>
                  <a:close/>
                  <a:moveTo>
                    <a:pt x="13199" y="1515"/>
                  </a:moveTo>
                  <a:lnTo>
                    <a:pt x="13270" y="1515"/>
                  </a:lnTo>
                  <a:lnTo>
                    <a:pt x="13270" y="1578"/>
                  </a:lnTo>
                  <a:lnTo>
                    <a:pt x="13257" y="1578"/>
                  </a:lnTo>
                  <a:lnTo>
                    <a:pt x="13239" y="1605"/>
                  </a:lnTo>
                  <a:lnTo>
                    <a:pt x="13216" y="1605"/>
                  </a:lnTo>
                  <a:lnTo>
                    <a:pt x="13216" y="1587"/>
                  </a:lnTo>
                  <a:lnTo>
                    <a:pt x="13208" y="1560"/>
                  </a:lnTo>
                  <a:lnTo>
                    <a:pt x="13208" y="1542"/>
                  </a:lnTo>
                  <a:lnTo>
                    <a:pt x="13199" y="1524"/>
                  </a:lnTo>
                  <a:lnTo>
                    <a:pt x="13199" y="1515"/>
                  </a:lnTo>
                  <a:close/>
                  <a:moveTo>
                    <a:pt x="4405" y="1328"/>
                  </a:moveTo>
                  <a:lnTo>
                    <a:pt x="4477" y="1417"/>
                  </a:lnTo>
                  <a:lnTo>
                    <a:pt x="4539" y="1524"/>
                  </a:lnTo>
                  <a:lnTo>
                    <a:pt x="4602" y="1640"/>
                  </a:lnTo>
                  <a:lnTo>
                    <a:pt x="4579" y="1640"/>
                  </a:lnTo>
                  <a:lnTo>
                    <a:pt x="4561" y="1685"/>
                  </a:lnTo>
                  <a:lnTo>
                    <a:pt x="4548" y="1703"/>
                  </a:lnTo>
                  <a:lnTo>
                    <a:pt x="4526" y="1703"/>
                  </a:lnTo>
                  <a:lnTo>
                    <a:pt x="4499" y="1711"/>
                  </a:lnTo>
                  <a:lnTo>
                    <a:pt x="4463" y="1711"/>
                  </a:lnTo>
                  <a:lnTo>
                    <a:pt x="4432" y="1649"/>
                  </a:lnTo>
                  <a:lnTo>
                    <a:pt x="4401" y="1605"/>
                  </a:lnTo>
                  <a:lnTo>
                    <a:pt x="4361" y="1578"/>
                  </a:lnTo>
                  <a:lnTo>
                    <a:pt x="4361" y="1542"/>
                  </a:lnTo>
                  <a:lnTo>
                    <a:pt x="4432" y="1462"/>
                  </a:lnTo>
                  <a:lnTo>
                    <a:pt x="4423" y="1435"/>
                  </a:lnTo>
                  <a:lnTo>
                    <a:pt x="4414" y="1417"/>
                  </a:lnTo>
                  <a:lnTo>
                    <a:pt x="4414" y="1391"/>
                  </a:lnTo>
                  <a:lnTo>
                    <a:pt x="4405" y="1328"/>
                  </a:lnTo>
                  <a:close/>
                  <a:moveTo>
                    <a:pt x="21480" y="891"/>
                  </a:moveTo>
                  <a:lnTo>
                    <a:pt x="21497" y="936"/>
                  </a:lnTo>
                  <a:lnTo>
                    <a:pt x="21511" y="972"/>
                  </a:lnTo>
                  <a:lnTo>
                    <a:pt x="21529" y="972"/>
                  </a:lnTo>
                  <a:lnTo>
                    <a:pt x="21538" y="980"/>
                  </a:lnTo>
                  <a:lnTo>
                    <a:pt x="21573" y="980"/>
                  </a:lnTo>
                  <a:lnTo>
                    <a:pt x="21591" y="998"/>
                  </a:lnTo>
                  <a:lnTo>
                    <a:pt x="21600" y="1025"/>
                  </a:lnTo>
                  <a:lnTo>
                    <a:pt x="21569" y="1079"/>
                  </a:lnTo>
                  <a:lnTo>
                    <a:pt x="21538" y="1123"/>
                  </a:lnTo>
                  <a:lnTo>
                    <a:pt x="21382" y="1150"/>
                  </a:lnTo>
                  <a:lnTo>
                    <a:pt x="21382" y="1025"/>
                  </a:lnTo>
                  <a:lnTo>
                    <a:pt x="21404" y="980"/>
                  </a:lnTo>
                  <a:lnTo>
                    <a:pt x="21426" y="954"/>
                  </a:lnTo>
                  <a:lnTo>
                    <a:pt x="21448" y="918"/>
                  </a:lnTo>
                  <a:lnTo>
                    <a:pt x="21480" y="891"/>
                  </a:lnTo>
                  <a:close/>
                  <a:moveTo>
                    <a:pt x="4735" y="642"/>
                  </a:moveTo>
                  <a:lnTo>
                    <a:pt x="4740" y="704"/>
                  </a:lnTo>
                  <a:lnTo>
                    <a:pt x="4740" y="749"/>
                  </a:lnTo>
                  <a:lnTo>
                    <a:pt x="4748" y="767"/>
                  </a:lnTo>
                  <a:lnTo>
                    <a:pt x="4757" y="784"/>
                  </a:lnTo>
                  <a:lnTo>
                    <a:pt x="4766" y="793"/>
                  </a:lnTo>
                  <a:lnTo>
                    <a:pt x="4780" y="829"/>
                  </a:lnTo>
                  <a:lnTo>
                    <a:pt x="4789" y="856"/>
                  </a:lnTo>
                  <a:lnTo>
                    <a:pt x="4780" y="891"/>
                  </a:lnTo>
                  <a:lnTo>
                    <a:pt x="4771" y="936"/>
                  </a:lnTo>
                  <a:lnTo>
                    <a:pt x="4766" y="972"/>
                  </a:lnTo>
                  <a:lnTo>
                    <a:pt x="4757" y="998"/>
                  </a:lnTo>
                  <a:lnTo>
                    <a:pt x="4748" y="1061"/>
                  </a:lnTo>
                  <a:lnTo>
                    <a:pt x="4780" y="1079"/>
                  </a:lnTo>
                  <a:lnTo>
                    <a:pt x="4797" y="1105"/>
                  </a:lnTo>
                  <a:lnTo>
                    <a:pt x="4811" y="1141"/>
                  </a:lnTo>
                  <a:lnTo>
                    <a:pt x="4820" y="1168"/>
                  </a:lnTo>
                  <a:lnTo>
                    <a:pt x="4820" y="1293"/>
                  </a:lnTo>
                  <a:lnTo>
                    <a:pt x="4797" y="1328"/>
                  </a:lnTo>
                  <a:lnTo>
                    <a:pt x="4780" y="1355"/>
                  </a:lnTo>
                  <a:lnTo>
                    <a:pt x="4771" y="1400"/>
                  </a:lnTo>
                  <a:lnTo>
                    <a:pt x="4766" y="1453"/>
                  </a:lnTo>
                  <a:lnTo>
                    <a:pt x="4748" y="1515"/>
                  </a:lnTo>
                  <a:lnTo>
                    <a:pt x="4860" y="1515"/>
                  </a:lnTo>
                  <a:lnTo>
                    <a:pt x="4860" y="1649"/>
                  </a:lnTo>
                  <a:lnTo>
                    <a:pt x="4873" y="1774"/>
                  </a:lnTo>
                  <a:lnTo>
                    <a:pt x="4922" y="1774"/>
                  </a:lnTo>
                  <a:lnTo>
                    <a:pt x="4944" y="1729"/>
                  </a:lnTo>
                  <a:lnTo>
                    <a:pt x="4967" y="1685"/>
                  </a:lnTo>
                  <a:lnTo>
                    <a:pt x="4989" y="1640"/>
                  </a:lnTo>
                  <a:lnTo>
                    <a:pt x="5029" y="1605"/>
                  </a:lnTo>
                  <a:lnTo>
                    <a:pt x="5029" y="1703"/>
                  </a:lnTo>
                  <a:lnTo>
                    <a:pt x="5020" y="1827"/>
                  </a:lnTo>
                  <a:lnTo>
                    <a:pt x="5016" y="1934"/>
                  </a:lnTo>
                  <a:lnTo>
                    <a:pt x="5016" y="2006"/>
                  </a:lnTo>
                  <a:lnTo>
                    <a:pt x="5007" y="2059"/>
                  </a:lnTo>
                  <a:lnTo>
                    <a:pt x="5020" y="2086"/>
                  </a:lnTo>
                  <a:lnTo>
                    <a:pt x="5029" y="2104"/>
                  </a:lnTo>
                  <a:lnTo>
                    <a:pt x="5038" y="2122"/>
                  </a:lnTo>
                  <a:lnTo>
                    <a:pt x="5051" y="2130"/>
                  </a:lnTo>
                  <a:lnTo>
                    <a:pt x="5074" y="2148"/>
                  </a:lnTo>
                  <a:lnTo>
                    <a:pt x="5114" y="2024"/>
                  </a:lnTo>
                  <a:lnTo>
                    <a:pt x="5145" y="1881"/>
                  </a:lnTo>
                  <a:lnTo>
                    <a:pt x="5145" y="1774"/>
                  </a:lnTo>
                  <a:lnTo>
                    <a:pt x="5136" y="1667"/>
                  </a:lnTo>
                  <a:lnTo>
                    <a:pt x="5136" y="1560"/>
                  </a:lnTo>
                  <a:lnTo>
                    <a:pt x="5154" y="1453"/>
                  </a:lnTo>
                  <a:lnTo>
                    <a:pt x="5198" y="1373"/>
                  </a:lnTo>
                  <a:lnTo>
                    <a:pt x="5216" y="1337"/>
                  </a:lnTo>
                  <a:lnTo>
                    <a:pt x="5230" y="1337"/>
                  </a:lnTo>
                  <a:lnTo>
                    <a:pt x="5247" y="1355"/>
                  </a:lnTo>
                  <a:lnTo>
                    <a:pt x="5261" y="1373"/>
                  </a:lnTo>
                  <a:lnTo>
                    <a:pt x="5270" y="1400"/>
                  </a:lnTo>
                  <a:lnTo>
                    <a:pt x="5288" y="1435"/>
                  </a:lnTo>
                  <a:lnTo>
                    <a:pt x="5292" y="1462"/>
                  </a:lnTo>
                  <a:lnTo>
                    <a:pt x="5310" y="1480"/>
                  </a:lnTo>
                  <a:lnTo>
                    <a:pt x="5319" y="1515"/>
                  </a:lnTo>
                  <a:lnTo>
                    <a:pt x="5350" y="1515"/>
                  </a:lnTo>
                  <a:lnTo>
                    <a:pt x="5385" y="1480"/>
                  </a:lnTo>
                  <a:lnTo>
                    <a:pt x="5426" y="1462"/>
                  </a:lnTo>
                  <a:lnTo>
                    <a:pt x="5457" y="1515"/>
                  </a:lnTo>
                  <a:lnTo>
                    <a:pt x="5457" y="1703"/>
                  </a:lnTo>
                  <a:lnTo>
                    <a:pt x="5448" y="1810"/>
                  </a:lnTo>
                  <a:lnTo>
                    <a:pt x="5443" y="1943"/>
                  </a:lnTo>
                  <a:lnTo>
                    <a:pt x="5426" y="2104"/>
                  </a:lnTo>
                  <a:lnTo>
                    <a:pt x="5412" y="2229"/>
                  </a:lnTo>
                  <a:lnTo>
                    <a:pt x="5403" y="2318"/>
                  </a:lnTo>
                  <a:lnTo>
                    <a:pt x="5372" y="2318"/>
                  </a:lnTo>
                  <a:lnTo>
                    <a:pt x="5354" y="2309"/>
                  </a:lnTo>
                  <a:lnTo>
                    <a:pt x="5341" y="2291"/>
                  </a:lnTo>
                  <a:lnTo>
                    <a:pt x="5323" y="2273"/>
                  </a:lnTo>
                  <a:lnTo>
                    <a:pt x="5301" y="2255"/>
                  </a:lnTo>
                  <a:lnTo>
                    <a:pt x="5301" y="2291"/>
                  </a:lnTo>
                  <a:lnTo>
                    <a:pt x="5310" y="2309"/>
                  </a:lnTo>
                  <a:lnTo>
                    <a:pt x="5319" y="2318"/>
                  </a:lnTo>
                  <a:lnTo>
                    <a:pt x="5323" y="2336"/>
                  </a:lnTo>
                  <a:lnTo>
                    <a:pt x="5323" y="2353"/>
                  </a:lnTo>
                  <a:lnTo>
                    <a:pt x="5332" y="2380"/>
                  </a:lnTo>
                  <a:lnTo>
                    <a:pt x="5332" y="2434"/>
                  </a:lnTo>
                  <a:lnTo>
                    <a:pt x="5114" y="2460"/>
                  </a:lnTo>
                  <a:lnTo>
                    <a:pt x="5114" y="2496"/>
                  </a:lnTo>
                  <a:lnTo>
                    <a:pt x="5131" y="2585"/>
                  </a:lnTo>
                  <a:lnTo>
                    <a:pt x="5123" y="2683"/>
                  </a:lnTo>
                  <a:lnTo>
                    <a:pt x="5114" y="2835"/>
                  </a:lnTo>
                  <a:lnTo>
                    <a:pt x="5074" y="2835"/>
                  </a:lnTo>
                  <a:lnTo>
                    <a:pt x="5020" y="2772"/>
                  </a:lnTo>
                  <a:lnTo>
                    <a:pt x="4944" y="2737"/>
                  </a:lnTo>
                  <a:lnTo>
                    <a:pt x="4944" y="2772"/>
                  </a:lnTo>
                  <a:lnTo>
                    <a:pt x="4958" y="2772"/>
                  </a:lnTo>
                  <a:lnTo>
                    <a:pt x="4976" y="2799"/>
                  </a:lnTo>
                  <a:lnTo>
                    <a:pt x="4985" y="2817"/>
                  </a:lnTo>
                  <a:lnTo>
                    <a:pt x="4989" y="2835"/>
                  </a:lnTo>
                  <a:lnTo>
                    <a:pt x="4998" y="2853"/>
                  </a:lnTo>
                  <a:lnTo>
                    <a:pt x="5007" y="2897"/>
                  </a:lnTo>
                  <a:lnTo>
                    <a:pt x="5007" y="2942"/>
                  </a:lnTo>
                  <a:lnTo>
                    <a:pt x="4998" y="2977"/>
                  </a:lnTo>
                  <a:lnTo>
                    <a:pt x="4985" y="3004"/>
                  </a:lnTo>
                  <a:lnTo>
                    <a:pt x="4976" y="3040"/>
                  </a:lnTo>
                  <a:lnTo>
                    <a:pt x="4936" y="3102"/>
                  </a:lnTo>
                  <a:lnTo>
                    <a:pt x="4904" y="3165"/>
                  </a:lnTo>
                  <a:lnTo>
                    <a:pt x="4891" y="3236"/>
                  </a:lnTo>
                  <a:lnTo>
                    <a:pt x="4873" y="3352"/>
                  </a:lnTo>
                  <a:lnTo>
                    <a:pt x="4842" y="3352"/>
                  </a:lnTo>
                  <a:lnTo>
                    <a:pt x="4797" y="3316"/>
                  </a:lnTo>
                  <a:lnTo>
                    <a:pt x="4780" y="3298"/>
                  </a:lnTo>
                  <a:lnTo>
                    <a:pt x="4748" y="3289"/>
                  </a:lnTo>
                  <a:lnTo>
                    <a:pt x="4748" y="3316"/>
                  </a:lnTo>
                  <a:lnTo>
                    <a:pt x="4789" y="3316"/>
                  </a:lnTo>
                  <a:lnTo>
                    <a:pt x="4797" y="3352"/>
                  </a:lnTo>
                  <a:lnTo>
                    <a:pt x="4802" y="3379"/>
                  </a:lnTo>
                  <a:lnTo>
                    <a:pt x="4811" y="3396"/>
                  </a:lnTo>
                  <a:lnTo>
                    <a:pt x="4811" y="3423"/>
                  </a:lnTo>
                  <a:lnTo>
                    <a:pt x="4820" y="3477"/>
                  </a:lnTo>
                  <a:lnTo>
                    <a:pt x="4820" y="3521"/>
                  </a:lnTo>
                  <a:lnTo>
                    <a:pt x="4748" y="3566"/>
                  </a:lnTo>
                  <a:lnTo>
                    <a:pt x="4686" y="3646"/>
                  </a:lnTo>
                  <a:lnTo>
                    <a:pt x="4646" y="3735"/>
                  </a:lnTo>
                  <a:lnTo>
                    <a:pt x="4619" y="3878"/>
                  </a:lnTo>
                  <a:lnTo>
                    <a:pt x="4619" y="4083"/>
                  </a:lnTo>
                  <a:lnTo>
                    <a:pt x="4646" y="4208"/>
                  </a:lnTo>
                  <a:lnTo>
                    <a:pt x="4664" y="4377"/>
                  </a:lnTo>
                  <a:lnTo>
                    <a:pt x="4664" y="4546"/>
                  </a:lnTo>
                  <a:lnTo>
                    <a:pt x="4748" y="4546"/>
                  </a:lnTo>
                  <a:lnTo>
                    <a:pt x="4748" y="4627"/>
                  </a:lnTo>
                  <a:lnTo>
                    <a:pt x="4766" y="4653"/>
                  </a:lnTo>
                  <a:lnTo>
                    <a:pt x="4766" y="4760"/>
                  </a:lnTo>
                  <a:lnTo>
                    <a:pt x="4771" y="4778"/>
                  </a:lnTo>
                  <a:lnTo>
                    <a:pt x="4797" y="4778"/>
                  </a:lnTo>
                  <a:lnTo>
                    <a:pt x="4820" y="4796"/>
                  </a:lnTo>
                  <a:lnTo>
                    <a:pt x="4873" y="4778"/>
                  </a:lnTo>
                  <a:lnTo>
                    <a:pt x="4927" y="4823"/>
                  </a:lnTo>
                  <a:lnTo>
                    <a:pt x="4985" y="4903"/>
                  </a:lnTo>
                  <a:lnTo>
                    <a:pt x="5038" y="5010"/>
                  </a:lnTo>
                  <a:lnTo>
                    <a:pt x="5082" y="5108"/>
                  </a:lnTo>
                  <a:lnTo>
                    <a:pt x="5131" y="5170"/>
                  </a:lnTo>
                  <a:lnTo>
                    <a:pt x="5154" y="5188"/>
                  </a:lnTo>
                  <a:lnTo>
                    <a:pt x="5167" y="5197"/>
                  </a:lnTo>
                  <a:lnTo>
                    <a:pt x="5185" y="5188"/>
                  </a:lnTo>
                  <a:lnTo>
                    <a:pt x="5198" y="5188"/>
                  </a:lnTo>
                  <a:lnTo>
                    <a:pt x="5207" y="5170"/>
                  </a:lnTo>
                  <a:lnTo>
                    <a:pt x="5225" y="5153"/>
                  </a:lnTo>
                  <a:lnTo>
                    <a:pt x="5230" y="5135"/>
                  </a:lnTo>
                  <a:lnTo>
                    <a:pt x="5247" y="5135"/>
                  </a:lnTo>
                  <a:lnTo>
                    <a:pt x="5372" y="5197"/>
                  </a:lnTo>
                  <a:lnTo>
                    <a:pt x="5385" y="5367"/>
                  </a:lnTo>
                  <a:lnTo>
                    <a:pt x="5403" y="5491"/>
                  </a:lnTo>
                  <a:lnTo>
                    <a:pt x="5412" y="5589"/>
                  </a:lnTo>
                  <a:lnTo>
                    <a:pt x="5417" y="5679"/>
                  </a:lnTo>
                  <a:lnTo>
                    <a:pt x="5434" y="5777"/>
                  </a:lnTo>
                  <a:lnTo>
                    <a:pt x="5475" y="5884"/>
                  </a:lnTo>
                  <a:lnTo>
                    <a:pt x="5519" y="6026"/>
                  </a:lnTo>
                  <a:lnTo>
                    <a:pt x="5532" y="6008"/>
                  </a:lnTo>
                  <a:lnTo>
                    <a:pt x="5541" y="6008"/>
                  </a:lnTo>
                  <a:lnTo>
                    <a:pt x="5550" y="5991"/>
                  </a:lnTo>
                  <a:lnTo>
                    <a:pt x="5559" y="5991"/>
                  </a:lnTo>
                  <a:lnTo>
                    <a:pt x="5572" y="5982"/>
                  </a:lnTo>
                  <a:lnTo>
                    <a:pt x="5581" y="5982"/>
                  </a:lnTo>
                  <a:lnTo>
                    <a:pt x="5581" y="5946"/>
                  </a:lnTo>
                  <a:lnTo>
                    <a:pt x="5590" y="5919"/>
                  </a:lnTo>
                  <a:lnTo>
                    <a:pt x="5590" y="5821"/>
                  </a:lnTo>
                  <a:lnTo>
                    <a:pt x="5581" y="5696"/>
                  </a:lnTo>
                  <a:lnTo>
                    <a:pt x="5564" y="5545"/>
                  </a:lnTo>
                  <a:lnTo>
                    <a:pt x="5541" y="5402"/>
                  </a:lnTo>
                  <a:lnTo>
                    <a:pt x="5604" y="5340"/>
                  </a:lnTo>
                  <a:lnTo>
                    <a:pt x="5666" y="5251"/>
                  </a:lnTo>
                  <a:lnTo>
                    <a:pt x="5706" y="5126"/>
                  </a:lnTo>
                  <a:lnTo>
                    <a:pt x="5728" y="4965"/>
                  </a:lnTo>
                  <a:lnTo>
                    <a:pt x="5737" y="4876"/>
                  </a:lnTo>
                  <a:lnTo>
                    <a:pt x="5728" y="4733"/>
                  </a:lnTo>
                  <a:lnTo>
                    <a:pt x="5728" y="4591"/>
                  </a:lnTo>
                  <a:lnTo>
                    <a:pt x="5697" y="4564"/>
                  </a:lnTo>
                  <a:lnTo>
                    <a:pt x="5684" y="4546"/>
                  </a:lnTo>
                  <a:lnTo>
                    <a:pt x="5666" y="4528"/>
                  </a:lnTo>
                  <a:lnTo>
                    <a:pt x="5653" y="4502"/>
                  </a:lnTo>
                  <a:lnTo>
                    <a:pt x="5644" y="4448"/>
                  </a:lnTo>
                  <a:lnTo>
                    <a:pt x="5675" y="4341"/>
                  </a:lnTo>
                  <a:lnTo>
                    <a:pt x="5688" y="4217"/>
                  </a:lnTo>
                  <a:lnTo>
                    <a:pt x="5675" y="4083"/>
                  </a:lnTo>
                  <a:lnTo>
                    <a:pt x="5657" y="3940"/>
                  </a:lnTo>
                  <a:lnTo>
                    <a:pt x="5635" y="3780"/>
                  </a:lnTo>
                  <a:lnTo>
                    <a:pt x="5626" y="3628"/>
                  </a:lnTo>
                  <a:lnTo>
                    <a:pt x="5644" y="3628"/>
                  </a:lnTo>
                  <a:lnTo>
                    <a:pt x="5644" y="3592"/>
                  </a:lnTo>
                  <a:lnTo>
                    <a:pt x="5751" y="3628"/>
                  </a:lnTo>
                  <a:lnTo>
                    <a:pt x="5844" y="3628"/>
                  </a:lnTo>
                  <a:lnTo>
                    <a:pt x="5947" y="3592"/>
                  </a:lnTo>
                  <a:lnTo>
                    <a:pt x="5969" y="3673"/>
                  </a:lnTo>
                  <a:lnTo>
                    <a:pt x="5991" y="3780"/>
                  </a:lnTo>
                  <a:lnTo>
                    <a:pt x="6018" y="3860"/>
                  </a:lnTo>
                  <a:lnTo>
                    <a:pt x="6040" y="3896"/>
                  </a:lnTo>
                  <a:lnTo>
                    <a:pt x="6054" y="3905"/>
                  </a:lnTo>
                  <a:lnTo>
                    <a:pt x="6080" y="3905"/>
                  </a:lnTo>
                  <a:lnTo>
                    <a:pt x="6103" y="3922"/>
                  </a:lnTo>
                  <a:lnTo>
                    <a:pt x="6125" y="3940"/>
                  </a:lnTo>
                  <a:lnTo>
                    <a:pt x="6143" y="3967"/>
                  </a:lnTo>
                  <a:lnTo>
                    <a:pt x="6147" y="4047"/>
                  </a:lnTo>
                  <a:lnTo>
                    <a:pt x="6165" y="4190"/>
                  </a:lnTo>
                  <a:lnTo>
                    <a:pt x="6174" y="4315"/>
                  </a:lnTo>
                  <a:lnTo>
                    <a:pt x="6187" y="4404"/>
                  </a:lnTo>
                  <a:lnTo>
                    <a:pt x="6196" y="4422"/>
                  </a:lnTo>
                  <a:lnTo>
                    <a:pt x="6209" y="4448"/>
                  </a:lnTo>
                  <a:lnTo>
                    <a:pt x="6227" y="4466"/>
                  </a:lnTo>
                  <a:lnTo>
                    <a:pt x="6241" y="4502"/>
                  </a:lnTo>
                  <a:lnTo>
                    <a:pt x="6267" y="4511"/>
                  </a:lnTo>
                  <a:lnTo>
                    <a:pt x="6272" y="4546"/>
                  </a:lnTo>
                  <a:lnTo>
                    <a:pt x="6334" y="4448"/>
                  </a:lnTo>
                  <a:lnTo>
                    <a:pt x="6383" y="4332"/>
                  </a:lnTo>
                  <a:lnTo>
                    <a:pt x="6419" y="4208"/>
                  </a:lnTo>
                  <a:lnTo>
                    <a:pt x="6481" y="4110"/>
                  </a:lnTo>
                  <a:lnTo>
                    <a:pt x="6490" y="4217"/>
                  </a:lnTo>
                  <a:lnTo>
                    <a:pt x="6512" y="4279"/>
                  </a:lnTo>
                  <a:lnTo>
                    <a:pt x="6544" y="4341"/>
                  </a:lnTo>
                  <a:lnTo>
                    <a:pt x="6575" y="4404"/>
                  </a:lnTo>
                  <a:lnTo>
                    <a:pt x="6602" y="4484"/>
                  </a:lnTo>
                  <a:lnTo>
                    <a:pt x="6602" y="4546"/>
                  </a:lnTo>
                  <a:lnTo>
                    <a:pt x="6593" y="4564"/>
                  </a:lnTo>
                  <a:lnTo>
                    <a:pt x="6593" y="4591"/>
                  </a:lnTo>
                  <a:lnTo>
                    <a:pt x="6584" y="4627"/>
                  </a:lnTo>
                  <a:lnTo>
                    <a:pt x="6593" y="4653"/>
                  </a:lnTo>
                  <a:lnTo>
                    <a:pt x="6602" y="4689"/>
                  </a:lnTo>
                  <a:lnTo>
                    <a:pt x="6606" y="4698"/>
                  </a:lnTo>
                  <a:lnTo>
                    <a:pt x="6664" y="4698"/>
                  </a:lnTo>
                  <a:lnTo>
                    <a:pt x="6668" y="4716"/>
                  </a:lnTo>
                  <a:lnTo>
                    <a:pt x="6695" y="4841"/>
                  </a:lnTo>
                  <a:lnTo>
                    <a:pt x="6695" y="4939"/>
                  </a:lnTo>
                  <a:lnTo>
                    <a:pt x="6686" y="5028"/>
                  </a:lnTo>
                  <a:lnTo>
                    <a:pt x="6700" y="5108"/>
                  </a:lnTo>
                  <a:lnTo>
                    <a:pt x="6757" y="5197"/>
                  </a:lnTo>
                  <a:lnTo>
                    <a:pt x="6708" y="5384"/>
                  </a:lnTo>
                  <a:lnTo>
                    <a:pt x="6655" y="5545"/>
                  </a:lnTo>
                  <a:lnTo>
                    <a:pt x="6668" y="5545"/>
                  </a:lnTo>
                  <a:lnTo>
                    <a:pt x="6717" y="5447"/>
                  </a:lnTo>
                  <a:lnTo>
                    <a:pt x="6762" y="5367"/>
                  </a:lnTo>
                  <a:lnTo>
                    <a:pt x="6802" y="5277"/>
                  </a:lnTo>
                  <a:lnTo>
                    <a:pt x="6855" y="5304"/>
                  </a:lnTo>
                  <a:lnTo>
                    <a:pt x="6887" y="5367"/>
                  </a:lnTo>
                  <a:lnTo>
                    <a:pt x="6918" y="5447"/>
                  </a:lnTo>
                  <a:lnTo>
                    <a:pt x="6927" y="5572"/>
                  </a:lnTo>
                  <a:lnTo>
                    <a:pt x="6998" y="5572"/>
                  </a:lnTo>
                  <a:lnTo>
                    <a:pt x="6998" y="5616"/>
                  </a:lnTo>
                  <a:lnTo>
                    <a:pt x="7002" y="5652"/>
                  </a:lnTo>
                  <a:lnTo>
                    <a:pt x="7002" y="5696"/>
                  </a:lnTo>
                  <a:lnTo>
                    <a:pt x="7011" y="5741"/>
                  </a:lnTo>
                  <a:lnTo>
                    <a:pt x="7002" y="5794"/>
                  </a:lnTo>
                  <a:lnTo>
                    <a:pt x="7002" y="5857"/>
                  </a:lnTo>
                  <a:lnTo>
                    <a:pt x="7011" y="5866"/>
                  </a:lnTo>
                  <a:lnTo>
                    <a:pt x="7011" y="5946"/>
                  </a:lnTo>
                  <a:lnTo>
                    <a:pt x="6927" y="6071"/>
                  </a:lnTo>
                  <a:lnTo>
                    <a:pt x="6833" y="6151"/>
                  </a:lnTo>
                  <a:lnTo>
                    <a:pt x="6726" y="6196"/>
                  </a:lnTo>
                  <a:lnTo>
                    <a:pt x="6615" y="6222"/>
                  </a:lnTo>
                  <a:lnTo>
                    <a:pt x="6508" y="6258"/>
                  </a:lnTo>
                  <a:lnTo>
                    <a:pt x="6397" y="6285"/>
                  </a:lnTo>
                  <a:lnTo>
                    <a:pt x="6303" y="6347"/>
                  </a:lnTo>
                  <a:lnTo>
                    <a:pt x="6218" y="6427"/>
                  </a:lnTo>
                  <a:lnTo>
                    <a:pt x="6156" y="6570"/>
                  </a:lnTo>
                  <a:lnTo>
                    <a:pt x="6174" y="6570"/>
                  </a:lnTo>
                  <a:lnTo>
                    <a:pt x="6250" y="6463"/>
                  </a:lnTo>
                  <a:lnTo>
                    <a:pt x="6343" y="6383"/>
                  </a:lnTo>
                  <a:lnTo>
                    <a:pt x="6446" y="6338"/>
                  </a:lnTo>
                  <a:lnTo>
                    <a:pt x="6450" y="6365"/>
                  </a:lnTo>
                  <a:lnTo>
                    <a:pt x="6459" y="6401"/>
                  </a:lnTo>
                  <a:lnTo>
                    <a:pt x="6468" y="6409"/>
                  </a:lnTo>
                  <a:lnTo>
                    <a:pt x="6481" y="6427"/>
                  </a:lnTo>
                  <a:lnTo>
                    <a:pt x="6499" y="6445"/>
                  </a:lnTo>
                  <a:lnTo>
                    <a:pt x="6512" y="6472"/>
                  </a:lnTo>
                  <a:lnTo>
                    <a:pt x="6490" y="6552"/>
                  </a:lnTo>
                  <a:lnTo>
                    <a:pt x="6477" y="6615"/>
                  </a:lnTo>
                  <a:lnTo>
                    <a:pt x="6468" y="6677"/>
                  </a:lnTo>
                  <a:lnTo>
                    <a:pt x="6459" y="6775"/>
                  </a:lnTo>
                  <a:lnTo>
                    <a:pt x="6521" y="6837"/>
                  </a:lnTo>
                  <a:lnTo>
                    <a:pt x="6561" y="6927"/>
                  </a:lnTo>
                  <a:lnTo>
                    <a:pt x="6593" y="7016"/>
                  </a:lnTo>
                  <a:lnTo>
                    <a:pt x="6633" y="7114"/>
                  </a:lnTo>
                  <a:lnTo>
                    <a:pt x="6633" y="7158"/>
                  </a:lnTo>
                  <a:lnTo>
                    <a:pt x="6624" y="7158"/>
                  </a:lnTo>
                  <a:lnTo>
                    <a:pt x="6624" y="7176"/>
                  </a:lnTo>
                  <a:lnTo>
                    <a:pt x="6615" y="7194"/>
                  </a:lnTo>
                  <a:lnTo>
                    <a:pt x="6570" y="7301"/>
                  </a:lnTo>
                  <a:lnTo>
                    <a:pt x="6508" y="7390"/>
                  </a:lnTo>
                  <a:lnTo>
                    <a:pt x="6428" y="7453"/>
                  </a:lnTo>
                  <a:lnTo>
                    <a:pt x="6428" y="7319"/>
                  </a:lnTo>
                  <a:lnTo>
                    <a:pt x="6468" y="7265"/>
                  </a:lnTo>
                  <a:lnTo>
                    <a:pt x="6499" y="7221"/>
                  </a:lnTo>
                  <a:lnTo>
                    <a:pt x="6530" y="7140"/>
                  </a:lnTo>
                  <a:lnTo>
                    <a:pt x="6499" y="7114"/>
                  </a:lnTo>
                  <a:lnTo>
                    <a:pt x="6499" y="7078"/>
                  </a:lnTo>
                  <a:lnTo>
                    <a:pt x="6481" y="7078"/>
                  </a:lnTo>
                  <a:lnTo>
                    <a:pt x="6481" y="7114"/>
                  </a:lnTo>
                  <a:lnTo>
                    <a:pt x="6428" y="7194"/>
                  </a:lnTo>
                  <a:lnTo>
                    <a:pt x="6357" y="7256"/>
                  </a:lnTo>
                  <a:lnTo>
                    <a:pt x="6299" y="7301"/>
                  </a:lnTo>
                  <a:lnTo>
                    <a:pt x="6236" y="7363"/>
                  </a:lnTo>
                  <a:lnTo>
                    <a:pt x="6178" y="7444"/>
                  </a:lnTo>
                  <a:lnTo>
                    <a:pt x="6143" y="7551"/>
                  </a:lnTo>
                  <a:lnTo>
                    <a:pt x="6116" y="7702"/>
                  </a:lnTo>
                  <a:lnTo>
                    <a:pt x="6143" y="7720"/>
                  </a:lnTo>
                  <a:lnTo>
                    <a:pt x="6174" y="7738"/>
                  </a:lnTo>
                  <a:lnTo>
                    <a:pt x="6187" y="7765"/>
                  </a:lnTo>
                  <a:lnTo>
                    <a:pt x="6156" y="7765"/>
                  </a:lnTo>
                  <a:lnTo>
                    <a:pt x="6112" y="7845"/>
                  </a:lnTo>
                  <a:lnTo>
                    <a:pt x="6049" y="7871"/>
                  </a:lnTo>
                  <a:lnTo>
                    <a:pt x="5991" y="7889"/>
                  </a:lnTo>
                  <a:lnTo>
                    <a:pt x="5929" y="7907"/>
                  </a:lnTo>
                  <a:lnTo>
                    <a:pt x="5884" y="8157"/>
                  </a:lnTo>
                  <a:lnTo>
                    <a:pt x="5831" y="8424"/>
                  </a:lnTo>
                  <a:lnTo>
                    <a:pt x="5813" y="8389"/>
                  </a:lnTo>
                  <a:lnTo>
                    <a:pt x="5809" y="8371"/>
                  </a:lnTo>
                  <a:lnTo>
                    <a:pt x="5791" y="8362"/>
                  </a:lnTo>
                  <a:lnTo>
                    <a:pt x="5782" y="8344"/>
                  </a:lnTo>
                  <a:lnTo>
                    <a:pt x="5760" y="8308"/>
                  </a:lnTo>
                  <a:lnTo>
                    <a:pt x="5760" y="8389"/>
                  </a:lnTo>
                  <a:lnTo>
                    <a:pt x="5768" y="8424"/>
                  </a:lnTo>
                  <a:lnTo>
                    <a:pt x="5782" y="8513"/>
                  </a:lnTo>
                  <a:lnTo>
                    <a:pt x="5800" y="8620"/>
                  </a:lnTo>
                  <a:lnTo>
                    <a:pt x="5813" y="8718"/>
                  </a:lnTo>
                  <a:lnTo>
                    <a:pt x="5813" y="8763"/>
                  </a:lnTo>
                  <a:lnTo>
                    <a:pt x="5751" y="8843"/>
                  </a:lnTo>
                  <a:lnTo>
                    <a:pt x="5684" y="8915"/>
                  </a:lnTo>
                  <a:lnTo>
                    <a:pt x="5613" y="9013"/>
                  </a:lnTo>
                  <a:lnTo>
                    <a:pt x="5541" y="9102"/>
                  </a:lnTo>
                  <a:lnTo>
                    <a:pt x="5497" y="9227"/>
                  </a:lnTo>
                  <a:lnTo>
                    <a:pt x="5475" y="9387"/>
                  </a:lnTo>
                  <a:lnTo>
                    <a:pt x="5448" y="9512"/>
                  </a:lnTo>
                  <a:lnTo>
                    <a:pt x="5457" y="9663"/>
                  </a:lnTo>
                  <a:lnTo>
                    <a:pt x="5479" y="9833"/>
                  </a:lnTo>
                  <a:lnTo>
                    <a:pt x="5510" y="10011"/>
                  </a:lnTo>
                  <a:lnTo>
                    <a:pt x="5541" y="10180"/>
                  </a:lnTo>
                  <a:lnTo>
                    <a:pt x="5559" y="10332"/>
                  </a:lnTo>
                  <a:lnTo>
                    <a:pt x="5541" y="10332"/>
                  </a:lnTo>
                  <a:lnTo>
                    <a:pt x="5541" y="10368"/>
                  </a:lnTo>
                  <a:lnTo>
                    <a:pt x="5488" y="10332"/>
                  </a:lnTo>
                  <a:lnTo>
                    <a:pt x="5466" y="10198"/>
                  </a:lnTo>
                  <a:lnTo>
                    <a:pt x="5426" y="10020"/>
                  </a:lnTo>
                  <a:lnTo>
                    <a:pt x="5381" y="9833"/>
                  </a:lnTo>
                  <a:lnTo>
                    <a:pt x="5332" y="9699"/>
                  </a:lnTo>
                  <a:lnTo>
                    <a:pt x="5288" y="9619"/>
                  </a:lnTo>
                  <a:lnTo>
                    <a:pt x="5230" y="9601"/>
                  </a:lnTo>
                  <a:lnTo>
                    <a:pt x="5163" y="9539"/>
                  </a:lnTo>
                  <a:lnTo>
                    <a:pt x="5082" y="9476"/>
                  </a:lnTo>
                  <a:lnTo>
                    <a:pt x="4989" y="9449"/>
                  </a:lnTo>
                  <a:lnTo>
                    <a:pt x="4989" y="9476"/>
                  </a:lnTo>
                  <a:lnTo>
                    <a:pt x="4976" y="9476"/>
                  </a:lnTo>
                  <a:lnTo>
                    <a:pt x="4985" y="9530"/>
                  </a:lnTo>
                  <a:lnTo>
                    <a:pt x="4998" y="9574"/>
                  </a:lnTo>
                  <a:lnTo>
                    <a:pt x="5007" y="9601"/>
                  </a:lnTo>
                  <a:lnTo>
                    <a:pt x="5016" y="9637"/>
                  </a:lnTo>
                  <a:lnTo>
                    <a:pt x="5029" y="9681"/>
                  </a:lnTo>
                  <a:lnTo>
                    <a:pt x="4958" y="9681"/>
                  </a:lnTo>
                  <a:lnTo>
                    <a:pt x="4904" y="9637"/>
                  </a:lnTo>
                  <a:lnTo>
                    <a:pt x="4833" y="9601"/>
                  </a:lnTo>
                  <a:lnTo>
                    <a:pt x="4766" y="9601"/>
                  </a:lnTo>
                  <a:lnTo>
                    <a:pt x="4695" y="9619"/>
                  </a:lnTo>
                  <a:lnTo>
                    <a:pt x="4646" y="9646"/>
                  </a:lnTo>
                  <a:lnTo>
                    <a:pt x="4593" y="9699"/>
                  </a:lnTo>
                  <a:lnTo>
                    <a:pt x="4548" y="9761"/>
                  </a:lnTo>
                  <a:lnTo>
                    <a:pt x="4517" y="9851"/>
                  </a:lnTo>
                  <a:lnTo>
                    <a:pt x="4499" y="9931"/>
                  </a:lnTo>
                  <a:lnTo>
                    <a:pt x="4508" y="9993"/>
                  </a:lnTo>
                  <a:lnTo>
                    <a:pt x="4508" y="10073"/>
                  </a:lnTo>
                  <a:lnTo>
                    <a:pt x="4495" y="10163"/>
                  </a:lnTo>
                  <a:lnTo>
                    <a:pt x="4463" y="10368"/>
                  </a:lnTo>
                  <a:lnTo>
                    <a:pt x="4463" y="10519"/>
                  </a:lnTo>
                  <a:lnTo>
                    <a:pt x="4468" y="10680"/>
                  </a:lnTo>
                  <a:lnTo>
                    <a:pt x="4499" y="10831"/>
                  </a:lnTo>
                  <a:lnTo>
                    <a:pt x="4548" y="11018"/>
                  </a:lnTo>
                  <a:lnTo>
                    <a:pt x="4602" y="11036"/>
                  </a:lnTo>
                  <a:lnTo>
                    <a:pt x="4633" y="11054"/>
                  </a:lnTo>
                  <a:lnTo>
                    <a:pt x="4646" y="11081"/>
                  </a:lnTo>
                  <a:lnTo>
                    <a:pt x="4664" y="11099"/>
                  </a:lnTo>
                  <a:lnTo>
                    <a:pt x="4686" y="11117"/>
                  </a:lnTo>
                  <a:lnTo>
                    <a:pt x="4726" y="11081"/>
                  </a:lnTo>
                  <a:lnTo>
                    <a:pt x="4789" y="11018"/>
                  </a:lnTo>
                  <a:lnTo>
                    <a:pt x="4802" y="11001"/>
                  </a:lnTo>
                  <a:lnTo>
                    <a:pt x="4842" y="11001"/>
                  </a:lnTo>
                  <a:lnTo>
                    <a:pt x="4842" y="10992"/>
                  </a:lnTo>
                  <a:lnTo>
                    <a:pt x="4860" y="10956"/>
                  </a:lnTo>
                  <a:lnTo>
                    <a:pt x="4864" y="10912"/>
                  </a:lnTo>
                  <a:lnTo>
                    <a:pt x="4873" y="10867"/>
                  </a:lnTo>
                  <a:lnTo>
                    <a:pt x="4882" y="10813"/>
                  </a:lnTo>
                  <a:lnTo>
                    <a:pt x="4891" y="10787"/>
                  </a:lnTo>
                  <a:lnTo>
                    <a:pt x="4927" y="10706"/>
                  </a:lnTo>
                  <a:lnTo>
                    <a:pt x="4976" y="10662"/>
                  </a:lnTo>
                  <a:lnTo>
                    <a:pt x="5047" y="10644"/>
                  </a:lnTo>
                  <a:lnTo>
                    <a:pt x="5051" y="10680"/>
                  </a:lnTo>
                  <a:lnTo>
                    <a:pt x="5060" y="10688"/>
                  </a:lnTo>
                  <a:lnTo>
                    <a:pt x="5060" y="10706"/>
                  </a:lnTo>
                  <a:lnTo>
                    <a:pt x="5069" y="10706"/>
                  </a:lnTo>
                  <a:lnTo>
                    <a:pt x="5069" y="10688"/>
                  </a:lnTo>
                  <a:lnTo>
                    <a:pt x="5091" y="10688"/>
                  </a:lnTo>
                  <a:lnTo>
                    <a:pt x="5114" y="10680"/>
                  </a:lnTo>
                  <a:lnTo>
                    <a:pt x="5114" y="10813"/>
                  </a:lnTo>
                  <a:lnTo>
                    <a:pt x="5082" y="10876"/>
                  </a:lnTo>
                  <a:lnTo>
                    <a:pt x="5060" y="10992"/>
                  </a:lnTo>
                  <a:lnTo>
                    <a:pt x="5038" y="11143"/>
                  </a:lnTo>
                  <a:lnTo>
                    <a:pt x="5016" y="11286"/>
                  </a:lnTo>
                  <a:lnTo>
                    <a:pt x="4989" y="11393"/>
                  </a:lnTo>
                  <a:lnTo>
                    <a:pt x="5069" y="11393"/>
                  </a:lnTo>
                  <a:lnTo>
                    <a:pt x="5136" y="11375"/>
                  </a:lnTo>
                  <a:lnTo>
                    <a:pt x="5198" y="11375"/>
                  </a:lnTo>
                  <a:lnTo>
                    <a:pt x="5256" y="11393"/>
                  </a:lnTo>
                  <a:lnTo>
                    <a:pt x="5292" y="11437"/>
                  </a:lnTo>
                  <a:lnTo>
                    <a:pt x="5323" y="11535"/>
                  </a:lnTo>
                  <a:lnTo>
                    <a:pt x="5332" y="11669"/>
                  </a:lnTo>
                  <a:lnTo>
                    <a:pt x="5319" y="11767"/>
                  </a:lnTo>
                  <a:lnTo>
                    <a:pt x="5301" y="11892"/>
                  </a:lnTo>
                  <a:lnTo>
                    <a:pt x="5301" y="12017"/>
                  </a:lnTo>
                  <a:lnTo>
                    <a:pt x="5341" y="12097"/>
                  </a:lnTo>
                  <a:lnTo>
                    <a:pt x="5363" y="12151"/>
                  </a:lnTo>
                  <a:lnTo>
                    <a:pt x="5394" y="12213"/>
                  </a:lnTo>
                  <a:lnTo>
                    <a:pt x="5443" y="12266"/>
                  </a:lnTo>
                  <a:lnTo>
                    <a:pt x="5501" y="12293"/>
                  </a:lnTo>
                  <a:lnTo>
                    <a:pt x="5532" y="12213"/>
                  </a:lnTo>
                  <a:lnTo>
                    <a:pt x="5572" y="12186"/>
                  </a:lnTo>
                  <a:lnTo>
                    <a:pt x="5644" y="12186"/>
                  </a:lnTo>
                  <a:lnTo>
                    <a:pt x="5653" y="12213"/>
                  </a:lnTo>
                  <a:lnTo>
                    <a:pt x="5666" y="12249"/>
                  </a:lnTo>
                  <a:lnTo>
                    <a:pt x="5675" y="12266"/>
                  </a:lnTo>
                  <a:lnTo>
                    <a:pt x="5684" y="12266"/>
                  </a:lnTo>
                  <a:lnTo>
                    <a:pt x="5706" y="12275"/>
                  </a:lnTo>
                  <a:lnTo>
                    <a:pt x="5728" y="12293"/>
                  </a:lnTo>
                  <a:lnTo>
                    <a:pt x="5760" y="12168"/>
                  </a:lnTo>
                  <a:lnTo>
                    <a:pt x="5800" y="12079"/>
                  </a:lnTo>
                  <a:lnTo>
                    <a:pt x="5844" y="11999"/>
                  </a:lnTo>
                  <a:lnTo>
                    <a:pt x="5902" y="11937"/>
                  </a:lnTo>
                  <a:lnTo>
                    <a:pt x="5987" y="11910"/>
                  </a:lnTo>
                  <a:lnTo>
                    <a:pt x="6000" y="11892"/>
                  </a:lnTo>
                  <a:lnTo>
                    <a:pt x="6031" y="11892"/>
                  </a:lnTo>
                  <a:lnTo>
                    <a:pt x="6049" y="11910"/>
                  </a:lnTo>
                  <a:lnTo>
                    <a:pt x="6071" y="11910"/>
                  </a:lnTo>
                  <a:lnTo>
                    <a:pt x="6063" y="11937"/>
                  </a:lnTo>
                  <a:lnTo>
                    <a:pt x="6063" y="11972"/>
                  </a:lnTo>
                  <a:lnTo>
                    <a:pt x="6054" y="11972"/>
                  </a:lnTo>
                  <a:lnTo>
                    <a:pt x="6054" y="11981"/>
                  </a:lnTo>
                  <a:lnTo>
                    <a:pt x="6063" y="11981"/>
                  </a:lnTo>
                  <a:lnTo>
                    <a:pt x="6071" y="11999"/>
                  </a:lnTo>
                  <a:lnTo>
                    <a:pt x="6085" y="12017"/>
                  </a:lnTo>
                  <a:lnTo>
                    <a:pt x="6085" y="11981"/>
                  </a:lnTo>
                  <a:lnTo>
                    <a:pt x="6103" y="11954"/>
                  </a:lnTo>
                  <a:lnTo>
                    <a:pt x="6112" y="11937"/>
                  </a:lnTo>
                  <a:lnTo>
                    <a:pt x="6116" y="11919"/>
                  </a:lnTo>
                  <a:lnTo>
                    <a:pt x="6125" y="11910"/>
                  </a:lnTo>
                  <a:lnTo>
                    <a:pt x="6143" y="11892"/>
                  </a:lnTo>
                  <a:lnTo>
                    <a:pt x="6156" y="11874"/>
                  </a:lnTo>
                  <a:lnTo>
                    <a:pt x="6227" y="11999"/>
                  </a:lnTo>
                  <a:lnTo>
                    <a:pt x="6321" y="12061"/>
                  </a:lnTo>
                  <a:lnTo>
                    <a:pt x="6414" y="12079"/>
                  </a:lnTo>
                  <a:lnTo>
                    <a:pt x="6521" y="12061"/>
                  </a:lnTo>
                  <a:lnTo>
                    <a:pt x="6633" y="12044"/>
                  </a:lnTo>
                  <a:lnTo>
                    <a:pt x="6633" y="12097"/>
                  </a:lnTo>
                  <a:lnTo>
                    <a:pt x="6624" y="12106"/>
                  </a:lnTo>
                  <a:lnTo>
                    <a:pt x="6624" y="12124"/>
                  </a:lnTo>
                  <a:lnTo>
                    <a:pt x="6615" y="12151"/>
                  </a:lnTo>
                  <a:lnTo>
                    <a:pt x="6668" y="12186"/>
                  </a:lnTo>
                  <a:lnTo>
                    <a:pt x="6700" y="12231"/>
                  </a:lnTo>
                  <a:lnTo>
                    <a:pt x="6731" y="12275"/>
                  </a:lnTo>
                  <a:lnTo>
                    <a:pt x="6784" y="12329"/>
                  </a:lnTo>
                  <a:lnTo>
                    <a:pt x="6784" y="12418"/>
                  </a:lnTo>
                  <a:lnTo>
                    <a:pt x="6842" y="12454"/>
                  </a:lnTo>
                  <a:lnTo>
                    <a:pt x="6878" y="12463"/>
                  </a:lnTo>
                  <a:lnTo>
                    <a:pt x="6909" y="12525"/>
                  </a:lnTo>
                  <a:lnTo>
                    <a:pt x="6927" y="12623"/>
                  </a:lnTo>
                  <a:lnTo>
                    <a:pt x="7020" y="12641"/>
                  </a:lnTo>
                  <a:lnTo>
                    <a:pt x="7096" y="12650"/>
                  </a:lnTo>
                  <a:lnTo>
                    <a:pt x="7198" y="12668"/>
                  </a:lnTo>
                  <a:lnTo>
                    <a:pt x="7270" y="12855"/>
                  </a:lnTo>
                  <a:lnTo>
                    <a:pt x="7354" y="13024"/>
                  </a:lnTo>
                  <a:lnTo>
                    <a:pt x="7448" y="13167"/>
                  </a:lnTo>
                  <a:lnTo>
                    <a:pt x="7555" y="13274"/>
                  </a:lnTo>
                  <a:lnTo>
                    <a:pt x="7550" y="13336"/>
                  </a:lnTo>
                  <a:lnTo>
                    <a:pt x="7532" y="13372"/>
                  </a:lnTo>
                  <a:lnTo>
                    <a:pt x="7519" y="13416"/>
                  </a:lnTo>
                  <a:lnTo>
                    <a:pt x="7501" y="13443"/>
                  </a:lnTo>
                  <a:lnTo>
                    <a:pt x="7488" y="13497"/>
                  </a:lnTo>
                  <a:lnTo>
                    <a:pt x="7586" y="13497"/>
                  </a:lnTo>
                  <a:lnTo>
                    <a:pt x="7680" y="13559"/>
                  </a:lnTo>
                  <a:lnTo>
                    <a:pt x="7697" y="13666"/>
                  </a:lnTo>
                  <a:lnTo>
                    <a:pt x="7720" y="13648"/>
                  </a:lnTo>
                  <a:lnTo>
                    <a:pt x="7733" y="13630"/>
                  </a:lnTo>
                  <a:lnTo>
                    <a:pt x="7760" y="13648"/>
                  </a:lnTo>
                  <a:lnTo>
                    <a:pt x="7764" y="13648"/>
                  </a:lnTo>
                  <a:lnTo>
                    <a:pt x="7782" y="13666"/>
                  </a:lnTo>
                  <a:lnTo>
                    <a:pt x="7795" y="13684"/>
                  </a:lnTo>
                  <a:lnTo>
                    <a:pt x="7813" y="13693"/>
                  </a:lnTo>
                  <a:lnTo>
                    <a:pt x="8054" y="13729"/>
                  </a:lnTo>
                  <a:lnTo>
                    <a:pt x="8076" y="13773"/>
                  </a:lnTo>
                  <a:lnTo>
                    <a:pt x="8094" y="13862"/>
                  </a:lnTo>
                  <a:lnTo>
                    <a:pt x="8098" y="13942"/>
                  </a:lnTo>
                  <a:lnTo>
                    <a:pt x="8125" y="14005"/>
                  </a:lnTo>
                  <a:lnTo>
                    <a:pt x="8161" y="14023"/>
                  </a:lnTo>
                  <a:lnTo>
                    <a:pt x="8201" y="14023"/>
                  </a:lnTo>
                  <a:lnTo>
                    <a:pt x="8232" y="14005"/>
                  </a:lnTo>
                  <a:lnTo>
                    <a:pt x="8254" y="14067"/>
                  </a:lnTo>
                  <a:lnTo>
                    <a:pt x="8281" y="14112"/>
                  </a:lnTo>
                  <a:lnTo>
                    <a:pt x="8294" y="14165"/>
                  </a:lnTo>
                  <a:lnTo>
                    <a:pt x="8303" y="14228"/>
                  </a:lnTo>
                  <a:lnTo>
                    <a:pt x="8312" y="14299"/>
                  </a:lnTo>
                  <a:lnTo>
                    <a:pt x="8254" y="14442"/>
                  </a:lnTo>
                  <a:lnTo>
                    <a:pt x="8192" y="14611"/>
                  </a:lnTo>
                  <a:lnTo>
                    <a:pt x="8129" y="14798"/>
                  </a:lnTo>
                  <a:lnTo>
                    <a:pt x="8076" y="14985"/>
                  </a:lnTo>
                  <a:lnTo>
                    <a:pt x="8040" y="15128"/>
                  </a:lnTo>
                  <a:lnTo>
                    <a:pt x="8040" y="15217"/>
                  </a:lnTo>
                  <a:lnTo>
                    <a:pt x="8045" y="15342"/>
                  </a:lnTo>
                  <a:lnTo>
                    <a:pt x="8063" y="15485"/>
                  </a:lnTo>
                  <a:lnTo>
                    <a:pt x="8054" y="15609"/>
                  </a:lnTo>
                  <a:lnTo>
                    <a:pt x="8040" y="15690"/>
                  </a:lnTo>
                  <a:lnTo>
                    <a:pt x="8009" y="15815"/>
                  </a:lnTo>
                  <a:lnTo>
                    <a:pt x="7969" y="15948"/>
                  </a:lnTo>
                  <a:lnTo>
                    <a:pt x="7929" y="16091"/>
                  </a:lnTo>
                  <a:lnTo>
                    <a:pt x="7889" y="16198"/>
                  </a:lnTo>
                  <a:lnTo>
                    <a:pt x="7867" y="16260"/>
                  </a:lnTo>
                  <a:lnTo>
                    <a:pt x="7822" y="16296"/>
                  </a:lnTo>
                  <a:lnTo>
                    <a:pt x="7751" y="16314"/>
                  </a:lnTo>
                  <a:lnTo>
                    <a:pt x="7680" y="16323"/>
                  </a:lnTo>
                  <a:lnTo>
                    <a:pt x="7613" y="16358"/>
                  </a:lnTo>
                  <a:lnTo>
                    <a:pt x="7550" y="16403"/>
                  </a:lnTo>
                  <a:lnTo>
                    <a:pt x="7510" y="16492"/>
                  </a:lnTo>
                  <a:lnTo>
                    <a:pt x="7493" y="16546"/>
                  </a:lnTo>
                  <a:lnTo>
                    <a:pt x="7493" y="16608"/>
                  </a:lnTo>
                  <a:lnTo>
                    <a:pt x="7501" y="16652"/>
                  </a:lnTo>
                  <a:lnTo>
                    <a:pt x="7510" y="16697"/>
                  </a:lnTo>
                  <a:lnTo>
                    <a:pt x="7457" y="16697"/>
                  </a:lnTo>
                  <a:lnTo>
                    <a:pt x="7448" y="16902"/>
                  </a:lnTo>
                  <a:lnTo>
                    <a:pt x="7430" y="17072"/>
                  </a:lnTo>
                  <a:lnTo>
                    <a:pt x="7399" y="17214"/>
                  </a:lnTo>
                  <a:lnTo>
                    <a:pt x="7368" y="17348"/>
                  </a:lnTo>
                  <a:lnTo>
                    <a:pt x="7336" y="17526"/>
                  </a:lnTo>
                  <a:lnTo>
                    <a:pt x="7314" y="17526"/>
                  </a:lnTo>
                  <a:lnTo>
                    <a:pt x="7314" y="17428"/>
                  </a:lnTo>
                  <a:lnTo>
                    <a:pt x="7305" y="17383"/>
                  </a:lnTo>
                  <a:lnTo>
                    <a:pt x="7301" y="17348"/>
                  </a:lnTo>
                  <a:lnTo>
                    <a:pt x="7292" y="17366"/>
                  </a:lnTo>
                  <a:lnTo>
                    <a:pt x="7283" y="17366"/>
                  </a:lnTo>
                  <a:lnTo>
                    <a:pt x="7274" y="17383"/>
                  </a:lnTo>
                  <a:lnTo>
                    <a:pt x="7270" y="17383"/>
                  </a:lnTo>
                  <a:lnTo>
                    <a:pt x="7230" y="17571"/>
                  </a:lnTo>
                  <a:lnTo>
                    <a:pt x="7185" y="17695"/>
                  </a:lnTo>
                  <a:lnTo>
                    <a:pt x="7136" y="17803"/>
                  </a:lnTo>
                  <a:lnTo>
                    <a:pt x="7083" y="17927"/>
                  </a:lnTo>
                  <a:lnTo>
                    <a:pt x="6971" y="17883"/>
                  </a:lnTo>
                  <a:lnTo>
                    <a:pt x="6873" y="17838"/>
                  </a:lnTo>
                  <a:lnTo>
                    <a:pt x="6873" y="17900"/>
                  </a:lnTo>
                  <a:lnTo>
                    <a:pt x="6927" y="17963"/>
                  </a:lnTo>
                  <a:lnTo>
                    <a:pt x="6949" y="18052"/>
                  </a:lnTo>
                  <a:lnTo>
                    <a:pt x="6958" y="18141"/>
                  </a:lnTo>
                  <a:lnTo>
                    <a:pt x="6949" y="18257"/>
                  </a:lnTo>
                  <a:lnTo>
                    <a:pt x="6940" y="18382"/>
                  </a:lnTo>
                  <a:lnTo>
                    <a:pt x="6802" y="18391"/>
                  </a:lnTo>
                  <a:lnTo>
                    <a:pt x="6686" y="18453"/>
                  </a:lnTo>
                  <a:lnTo>
                    <a:pt x="6677" y="18489"/>
                  </a:lnTo>
                  <a:lnTo>
                    <a:pt x="6668" y="18533"/>
                  </a:lnTo>
                  <a:lnTo>
                    <a:pt x="6668" y="18658"/>
                  </a:lnTo>
                  <a:lnTo>
                    <a:pt x="6664" y="18694"/>
                  </a:lnTo>
                  <a:lnTo>
                    <a:pt x="6664" y="18765"/>
                  </a:lnTo>
                  <a:lnTo>
                    <a:pt x="6668" y="18828"/>
                  </a:lnTo>
                  <a:lnTo>
                    <a:pt x="6633" y="18828"/>
                  </a:lnTo>
                  <a:lnTo>
                    <a:pt x="6584" y="18845"/>
                  </a:lnTo>
                  <a:lnTo>
                    <a:pt x="6521" y="18845"/>
                  </a:lnTo>
                  <a:lnTo>
                    <a:pt x="6459" y="18863"/>
                  </a:lnTo>
                  <a:lnTo>
                    <a:pt x="6459" y="18926"/>
                  </a:lnTo>
                  <a:lnTo>
                    <a:pt x="6490" y="18952"/>
                  </a:lnTo>
                  <a:lnTo>
                    <a:pt x="6512" y="18988"/>
                  </a:lnTo>
                  <a:lnTo>
                    <a:pt x="6530" y="18997"/>
                  </a:lnTo>
                  <a:lnTo>
                    <a:pt x="6544" y="19015"/>
                  </a:lnTo>
                  <a:lnTo>
                    <a:pt x="6561" y="19050"/>
                  </a:lnTo>
                  <a:lnTo>
                    <a:pt x="6570" y="19077"/>
                  </a:lnTo>
                  <a:lnTo>
                    <a:pt x="6584" y="19122"/>
                  </a:lnTo>
                  <a:lnTo>
                    <a:pt x="6553" y="19140"/>
                  </a:lnTo>
                  <a:lnTo>
                    <a:pt x="6530" y="19158"/>
                  </a:lnTo>
                  <a:lnTo>
                    <a:pt x="6508" y="19175"/>
                  </a:lnTo>
                  <a:lnTo>
                    <a:pt x="6490" y="19184"/>
                  </a:lnTo>
                  <a:lnTo>
                    <a:pt x="6481" y="19238"/>
                  </a:lnTo>
                  <a:lnTo>
                    <a:pt x="6459" y="19327"/>
                  </a:lnTo>
                  <a:lnTo>
                    <a:pt x="6446" y="19425"/>
                  </a:lnTo>
                  <a:lnTo>
                    <a:pt x="6428" y="19514"/>
                  </a:lnTo>
                  <a:lnTo>
                    <a:pt x="6414" y="19532"/>
                  </a:lnTo>
                  <a:lnTo>
                    <a:pt x="6405" y="19532"/>
                  </a:lnTo>
                  <a:lnTo>
                    <a:pt x="6383" y="19550"/>
                  </a:lnTo>
                  <a:lnTo>
                    <a:pt x="6357" y="19550"/>
                  </a:lnTo>
                  <a:lnTo>
                    <a:pt x="6357" y="19639"/>
                  </a:lnTo>
                  <a:lnTo>
                    <a:pt x="6352" y="19657"/>
                  </a:lnTo>
                  <a:lnTo>
                    <a:pt x="6357" y="19675"/>
                  </a:lnTo>
                  <a:lnTo>
                    <a:pt x="6357" y="19684"/>
                  </a:lnTo>
                  <a:lnTo>
                    <a:pt x="6374" y="19746"/>
                  </a:lnTo>
                  <a:lnTo>
                    <a:pt x="6388" y="19799"/>
                  </a:lnTo>
                  <a:lnTo>
                    <a:pt x="6414" y="19826"/>
                  </a:lnTo>
                  <a:lnTo>
                    <a:pt x="6437" y="19853"/>
                  </a:lnTo>
                  <a:lnTo>
                    <a:pt x="6459" y="19889"/>
                  </a:lnTo>
                  <a:lnTo>
                    <a:pt x="6446" y="19995"/>
                  </a:lnTo>
                  <a:lnTo>
                    <a:pt x="6383" y="20058"/>
                  </a:lnTo>
                  <a:lnTo>
                    <a:pt x="6321" y="20183"/>
                  </a:lnTo>
                  <a:lnTo>
                    <a:pt x="6267" y="20343"/>
                  </a:lnTo>
                  <a:lnTo>
                    <a:pt x="6227" y="20495"/>
                  </a:lnTo>
                  <a:lnTo>
                    <a:pt x="6205" y="20637"/>
                  </a:lnTo>
                  <a:lnTo>
                    <a:pt x="6227" y="20682"/>
                  </a:lnTo>
                  <a:lnTo>
                    <a:pt x="6250" y="20726"/>
                  </a:lnTo>
                  <a:lnTo>
                    <a:pt x="6267" y="20771"/>
                  </a:lnTo>
                  <a:lnTo>
                    <a:pt x="6272" y="20851"/>
                  </a:lnTo>
                  <a:lnTo>
                    <a:pt x="6236" y="20869"/>
                  </a:lnTo>
                  <a:lnTo>
                    <a:pt x="6178" y="20931"/>
                  </a:lnTo>
                  <a:lnTo>
                    <a:pt x="6125" y="21021"/>
                  </a:lnTo>
                  <a:lnTo>
                    <a:pt x="6085" y="21119"/>
                  </a:lnTo>
                  <a:lnTo>
                    <a:pt x="6080" y="21145"/>
                  </a:lnTo>
                  <a:lnTo>
                    <a:pt x="6071" y="21181"/>
                  </a:lnTo>
                  <a:lnTo>
                    <a:pt x="6071" y="21261"/>
                  </a:lnTo>
                  <a:lnTo>
                    <a:pt x="6085" y="21261"/>
                  </a:lnTo>
                  <a:lnTo>
                    <a:pt x="6085" y="21226"/>
                  </a:lnTo>
                  <a:lnTo>
                    <a:pt x="6134" y="21119"/>
                  </a:lnTo>
                  <a:lnTo>
                    <a:pt x="6174" y="21012"/>
                  </a:lnTo>
                  <a:lnTo>
                    <a:pt x="6187" y="21021"/>
                  </a:lnTo>
                  <a:lnTo>
                    <a:pt x="6196" y="21021"/>
                  </a:lnTo>
                  <a:lnTo>
                    <a:pt x="6196" y="21038"/>
                  </a:lnTo>
                  <a:lnTo>
                    <a:pt x="6205" y="21056"/>
                  </a:lnTo>
                  <a:lnTo>
                    <a:pt x="6218" y="21136"/>
                  </a:lnTo>
                  <a:lnTo>
                    <a:pt x="6227" y="21226"/>
                  </a:lnTo>
                  <a:lnTo>
                    <a:pt x="6236" y="21333"/>
                  </a:lnTo>
                  <a:lnTo>
                    <a:pt x="6241" y="21431"/>
                  </a:lnTo>
                  <a:lnTo>
                    <a:pt x="6290" y="21431"/>
                  </a:lnTo>
                  <a:lnTo>
                    <a:pt x="6290" y="21449"/>
                  </a:lnTo>
                  <a:lnTo>
                    <a:pt x="6299" y="21449"/>
                  </a:lnTo>
                  <a:lnTo>
                    <a:pt x="6299" y="21457"/>
                  </a:lnTo>
                  <a:lnTo>
                    <a:pt x="6312" y="21493"/>
                  </a:lnTo>
                  <a:lnTo>
                    <a:pt x="6299" y="21511"/>
                  </a:lnTo>
                  <a:lnTo>
                    <a:pt x="6290" y="21520"/>
                  </a:lnTo>
                  <a:lnTo>
                    <a:pt x="6290" y="21538"/>
                  </a:lnTo>
                  <a:lnTo>
                    <a:pt x="6281" y="21538"/>
                  </a:lnTo>
                  <a:lnTo>
                    <a:pt x="6272" y="21556"/>
                  </a:lnTo>
                  <a:lnTo>
                    <a:pt x="6259" y="21564"/>
                  </a:lnTo>
                  <a:lnTo>
                    <a:pt x="6187" y="21600"/>
                  </a:lnTo>
                  <a:lnTo>
                    <a:pt x="6116" y="21564"/>
                  </a:lnTo>
                  <a:lnTo>
                    <a:pt x="6049" y="21493"/>
                  </a:lnTo>
                  <a:lnTo>
                    <a:pt x="5978" y="21386"/>
                  </a:lnTo>
                  <a:lnTo>
                    <a:pt x="5916" y="21261"/>
                  </a:lnTo>
                  <a:lnTo>
                    <a:pt x="5871" y="21136"/>
                  </a:lnTo>
                  <a:lnTo>
                    <a:pt x="5844" y="21012"/>
                  </a:lnTo>
                  <a:lnTo>
                    <a:pt x="5862" y="21012"/>
                  </a:lnTo>
                  <a:lnTo>
                    <a:pt x="5916" y="21119"/>
                  </a:lnTo>
                  <a:lnTo>
                    <a:pt x="5969" y="21208"/>
                  </a:lnTo>
                  <a:lnTo>
                    <a:pt x="6031" y="21288"/>
                  </a:lnTo>
                  <a:lnTo>
                    <a:pt x="6031" y="21226"/>
                  </a:lnTo>
                  <a:lnTo>
                    <a:pt x="5947" y="21136"/>
                  </a:lnTo>
                  <a:lnTo>
                    <a:pt x="5875" y="21012"/>
                  </a:lnTo>
                  <a:lnTo>
                    <a:pt x="5831" y="20833"/>
                  </a:lnTo>
                  <a:lnTo>
                    <a:pt x="5800" y="20637"/>
                  </a:lnTo>
                  <a:lnTo>
                    <a:pt x="5782" y="20432"/>
                  </a:lnTo>
                  <a:lnTo>
                    <a:pt x="5791" y="20200"/>
                  </a:lnTo>
                  <a:lnTo>
                    <a:pt x="5800" y="19978"/>
                  </a:lnTo>
                  <a:lnTo>
                    <a:pt x="5822" y="19781"/>
                  </a:lnTo>
                  <a:lnTo>
                    <a:pt x="5853" y="19594"/>
                  </a:lnTo>
                  <a:lnTo>
                    <a:pt x="5884" y="19434"/>
                  </a:lnTo>
                  <a:lnTo>
                    <a:pt x="5929" y="19434"/>
                  </a:lnTo>
                  <a:lnTo>
                    <a:pt x="5969" y="19122"/>
                  </a:lnTo>
                  <a:lnTo>
                    <a:pt x="5947" y="19122"/>
                  </a:lnTo>
                  <a:lnTo>
                    <a:pt x="5947" y="19095"/>
                  </a:lnTo>
                  <a:lnTo>
                    <a:pt x="5929" y="19122"/>
                  </a:lnTo>
                  <a:lnTo>
                    <a:pt x="5916" y="19158"/>
                  </a:lnTo>
                  <a:lnTo>
                    <a:pt x="5907" y="19184"/>
                  </a:lnTo>
                  <a:lnTo>
                    <a:pt x="5893" y="19220"/>
                  </a:lnTo>
                  <a:lnTo>
                    <a:pt x="5862" y="19238"/>
                  </a:lnTo>
                  <a:lnTo>
                    <a:pt x="5862" y="19202"/>
                  </a:lnTo>
                  <a:lnTo>
                    <a:pt x="5916" y="18551"/>
                  </a:lnTo>
                  <a:lnTo>
                    <a:pt x="5907" y="18489"/>
                  </a:lnTo>
                  <a:lnTo>
                    <a:pt x="5893" y="18382"/>
                  </a:lnTo>
                  <a:lnTo>
                    <a:pt x="5902" y="18284"/>
                  </a:lnTo>
                  <a:lnTo>
                    <a:pt x="5956" y="17909"/>
                  </a:lnTo>
                  <a:lnTo>
                    <a:pt x="6000" y="17526"/>
                  </a:lnTo>
                  <a:lnTo>
                    <a:pt x="6040" y="17107"/>
                  </a:lnTo>
                  <a:lnTo>
                    <a:pt x="6085" y="16697"/>
                  </a:lnTo>
                  <a:lnTo>
                    <a:pt x="6112" y="16430"/>
                  </a:lnTo>
                  <a:lnTo>
                    <a:pt x="6116" y="16153"/>
                  </a:lnTo>
                  <a:lnTo>
                    <a:pt x="6125" y="15886"/>
                  </a:lnTo>
                  <a:lnTo>
                    <a:pt x="6143" y="15636"/>
                  </a:lnTo>
                  <a:lnTo>
                    <a:pt x="5987" y="15520"/>
                  </a:lnTo>
                  <a:lnTo>
                    <a:pt x="5853" y="15342"/>
                  </a:lnTo>
                  <a:lnTo>
                    <a:pt x="5746" y="15110"/>
                  </a:lnTo>
                  <a:lnTo>
                    <a:pt x="5657" y="14861"/>
                  </a:lnTo>
                  <a:lnTo>
                    <a:pt x="5626" y="14718"/>
                  </a:lnTo>
                  <a:lnTo>
                    <a:pt x="5604" y="14584"/>
                  </a:lnTo>
                  <a:lnTo>
                    <a:pt x="5581" y="14424"/>
                  </a:lnTo>
                  <a:lnTo>
                    <a:pt x="5550" y="14299"/>
                  </a:lnTo>
                  <a:lnTo>
                    <a:pt x="5501" y="14210"/>
                  </a:lnTo>
                  <a:lnTo>
                    <a:pt x="5488" y="14174"/>
                  </a:lnTo>
                  <a:lnTo>
                    <a:pt x="5466" y="14174"/>
                  </a:lnTo>
                  <a:lnTo>
                    <a:pt x="5448" y="14165"/>
                  </a:lnTo>
                  <a:lnTo>
                    <a:pt x="5434" y="14130"/>
                  </a:lnTo>
                  <a:lnTo>
                    <a:pt x="5417" y="14103"/>
                  </a:lnTo>
                  <a:lnTo>
                    <a:pt x="5434" y="14040"/>
                  </a:lnTo>
                  <a:lnTo>
                    <a:pt x="5434" y="13862"/>
                  </a:lnTo>
                  <a:lnTo>
                    <a:pt x="5475" y="13818"/>
                  </a:lnTo>
                  <a:lnTo>
                    <a:pt x="5501" y="13773"/>
                  </a:lnTo>
                  <a:lnTo>
                    <a:pt x="5541" y="13729"/>
                  </a:lnTo>
                  <a:lnTo>
                    <a:pt x="5541" y="13693"/>
                  </a:lnTo>
                  <a:lnTo>
                    <a:pt x="5501" y="13693"/>
                  </a:lnTo>
                  <a:lnTo>
                    <a:pt x="5479" y="13684"/>
                  </a:lnTo>
                  <a:lnTo>
                    <a:pt x="5457" y="13684"/>
                  </a:lnTo>
                  <a:lnTo>
                    <a:pt x="5434" y="13666"/>
                  </a:lnTo>
                  <a:lnTo>
                    <a:pt x="5466" y="13524"/>
                  </a:lnTo>
                  <a:lnTo>
                    <a:pt x="5488" y="13381"/>
                  </a:lnTo>
                  <a:lnTo>
                    <a:pt x="5519" y="13247"/>
                  </a:lnTo>
                  <a:lnTo>
                    <a:pt x="5572" y="13131"/>
                  </a:lnTo>
                  <a:lnTo>
                    <a:pt x="5635" y="13024"/>
                  </a:lnTo>
                  <a:lnTo>
                    <a:pt x="5688" y="12899"/>
                  </a:lnTo>
                  <a:lnTo>
                    <a:pt x="5684" y="12810"/>
                  </a:lnTo>
                  <a:lnTo>
                    <a:pt x="5684" y="12685"/>
                  </a:lnTo>
                  <a:lnTo>
                    <a:pt x="5675" y="12561"/>
                  </a:lnTo>
                  <a:lnTo>
                    <a:pt x="5653" y="12480"/>
                  </a:lnTo>
                  <a:lnTo>
                    <a:pt x="5622" y="12391"/>
                  </a:lnTo>
                  <a:lnTo>
                    <a:pt x="5590" y="12293"/>
                  </a:lnTo>
                  <a:lnTo>
                    <a:pt x="5559" y="12293"/>
                  </a:lnTo>
                  <a:lnTo>
                    <a:pt x="5550" y="12311"/>
                  </a:lnTo>
                  <a:lnTo>
                    <a:pt x="5541" y="12329"/>
                  </a:lnTo>
                  <a:lnTo>
                    <a:pt x="5532" y="12338"/>
                  </a:lnTo>
                  <a:lnTo>
                    <a:pt x="5519" y="12356"/>
                  </a:lnTo>
                  <a:lnTo>
                    <a:pt x="5528" y="12391"/>
                  </a:lnTo>
                  <a:lnTo>
                    <a:pt x="5528" y="12436"/>
                  </a:lnTo>
                  <a:lnTo>
                    <a:pt x="5519" y="12463"/>
                  </a:lnTo>
                  <a:lnTo>
                    <a:pt x="5510" y="12463"/>
                  </a:lnTo>
                  <a:lnTo>
                    <a:pt x="5501" y="12480"/>
                  </a:lnTo>
                  <a:lnTo>
                    <a:pt x="5488" y="12480"/>
                  </a:lnTo>
                  <a:lnTo>
                    <a:pt x="5475" y="12498"/>
                  </a:lnTo>
                  <a:lnTo>
                    <a:pt x="5434" y="12436"/>
                  </a:lnTo>
                  <a:lnTo>
                    <a:pt x="5363" y="12356"/>
                  </a:lnTo>
                  <a:lnTo>
                    <a:pt x="5292" y="12275"/>
                  </a:lnTo>
                  <a:lnTo>
                    <a:pt x="5225" y="12213"/>
                  </a:lnTo>
                  <a:lnTo>
                    <a:pt x="5176" y="12186"/>
                  </a:lnTo>
                  <a:lnTo>
                    <a:pt x="5136" y="11999"/>
                  </a:lnTo>
                  <a:lnTo>
                    <a:pt x="5100" y="11892"/>
                  </a:lnTo>
                  <a:lnTo>
                    <a:pt x="5060" y="11812"/>
                  </a:lnTo>
                  <a:lnTo>
                    <a:pt x="5020" y="11785"/>
                  </a:lnTo>
                  <a:lnTo>
                    <a:pt x="4958" y="11749"/>
                  </a:lnTo>
                  <a:lnTo>
                    <a:pt x="4891" y="11705"/>
                  </a:lnTo>
                  <a:lnTo>
                    <a:pt x="4802" y="11642"/>
                  </a:lnTo>
                  <a:lnTo>
                    <a:pt x="4748" y="11562"/>
                  </a:lnTo>
                  <a:lnTo>
                    <a:pt x="4704" y="11482"/>
                  </a:lnTo>
                  <a:lnTo>
                    <a:pt x="4633" y="11420"/>
                  </a:lnTo>
                  <a:lnTo>
                    <a:pt x="4588" y="11420"/>
                  </a:lnTo>
                  <a:lnTo>
                    <a:pt x="4557" y="11455"/>
                  </a:lnTo>
                  <a:lnTo>
                    <a:pt x="4530" y="11482"/>
                  </a:lnTo>
                  <a:lnTo>
                    <a:pt x="4499" y="11518"/>
                  </a:lnTo>
                  <a:lnTo>
                    <a:pt x="4463" y="11500"/>
                  </a:lnTo>
                  <a:lnTo>
                    <a:pt x="4445" y="11482"/>
                  </a:lnTo>
                  <a:lnTo>
                    <a:pt x="4392" y="11375"/>
                  </a:lnTo>
                  <a:lnTo>
                    <a:pt x="4374" y="11348"/>
                  </a:lnTo>
                  <a:lnTo>
                    <a:pt x="4361" y="11330"/>
                  </a:lnTo>
                  <a:lnTo>
                    <a:pt x="4258" y="11295"/>
                  </a:lnTo>
                  <a:lnTo>
                    <a:pt x="4245" y="11268"/>
                  </a:lnTo>
                  <a:lnTo>
                    <a:pt x="4227" y="11241"/>
                  </a:lnTo>
                  <a:lnTo>
                    <a:pt x="4214" y="11206"/>
                  </a:lnTo>
                  <a:lnTo>
                    <a:pt x="4196" y="11179"/>
                  </a:lnTo>
                  <a:lnTo>
                    <a:pt x="4192" y="11161"/>
                  </a:lnTo>
                  <a:lnTo>
                    <a:pt x="4103" y="11188"/>
                  </a:lnTo>
                  <a:lnTo>
                    <a:pt x="4089" y="11179"/>
                  </a:lnTo>
                  <a:lnTo>
                    <a:pt x="4067" y="11117"/>
                  </a:lnTo>
                  <a:lnTo>
                    <a:pt x="4027" y="11054"/>
                  </a:lnTo>
                  <a:lnTo>
                    <a:pt x="3996" y="10974"/>
                  </a:lnTo>
                  <a:lnTo>
                    <a:pt x="3965" y="10912"/>
                  </a:lnTo>
                  <a:lnTo>
                    <a:pt x="3947" y="10876"/>
                  </a:lnTo>
                  <a:lnTo>
                    <a:pt x="3978" y="10680"/>
                  </a:lnTo>
                  <a:lnTo>
                    <a:pt x="3893" y="10492"/>
                  </a:lnTo>
                  <a:lnTo>
                    <a:pt x="3817" y="10287"/>
                  </a:lnTo>
                  <a:lnTo>
                    <a:pt x="3737" y="10073"/>
                  </a:lnTo>
                  <a:lnTo>
                    <a:pt x="3662" y="9851"/>
                  </a:lnTo>
                  <a:lnTo>
                    <a:pt x="3644" y="9833"/>
                  </a:lnTo>
                  <a:lnTo>
                    <a:pt x="3621" y="9824"/>
                  </a:lnTo>
                  <a:lnTo>
                    <a:pt x="3608" y="9824"/>
                  </a:lnTo>
                  <a:lnTo>
                    <a:pt x="3581" y="9806"/>
                  </a:lnTo>
                  <a:lnTo>
                    <a:pt x="3577" y="9788"/>
                  </a:lnTo>
                  <a:lnTo>
                    <a:pt x="3546" y="9708"/>
                  </a:lnTo>
                  <a:lnTo>
                    <a:pt x="3528" y="9619"/>
                  </a:lnTo>
                  <a:lnTo>
                    <a:pt x="3515" y="9530"/>
                  </a:lnTo>
                  <a:lnTo>
                    <a:pt x="3488" y="9432"/>
                  </a:lnTo>
                  <a:lnTo>
                    <a:pt x="3452" y="9387"/>
                  </a:lnTo>
                  <a:lnTo>
                    <a:pt x="3434" y="9351"/>
                  </a:lnTo>
                  <a:lnTo>
                    <a:pt x="3421" y="9325"/>
                  </a:lnTo>
                  <a:lnTo>
                    <a:pt x="3403" y="9307"/>
                  </a:lnTo>
                  <a:lnTo>
                    <a:pt x="3403" y="9476"/>
                  </a:lnTo>
                  <a:lnTo>
                    <a:pt x="3425" y="9539"/>
                  </a:lnTo>
                  <a:lnTo>
                    <a:pt x="3474" y="9646"/>
                  </a:lnTo>
                  <a:lnTo>
                    <a:pt x="3519" y="9770"/>
                  </a:lnTo>
                  <a:lnTo>
                    <a:pt x="3577" y="9931"/>
                  </a:lnTo>
                  <a:lnTo>
                    <a:pt x="3621" y="10082"/>
                  </a:lnTo>
                  <a:lnTo>
                    <a:pt x="3670" y="10243"/>
                  </a:lnTo>
                  <a:lnTo>
                    <a:pt x="3706" y="10386"/>
                  </a:lnTo>
                  <a:lnTo>
                    <a:pt x="3724" y="10475"/>
                  </a:lnTo>
                  <a:lnTo>
                    <a:pt x="3724" y="10537"/>
                  </a:lnTo>
                  <a:lnTo>
                    <a:pt x="3715" y="10564"/>
                  </a:lnTo>
                  <a:lnTo>
                    <a:pt x="3706" y="10582"/>
                  </a:lnTo>
                  <a:lnTo>
                    <a:pt x="3706" y="10599"/>
                  </a:lnTo>
                  <a:lnTo>
                    <a:pt x="3693" y="10617"/>
                  </a:lnTo>
                  <a:lnTo>
                    <a:pt x="3693" y="10555"/>
                  </a:lnTo>
                  <a:lnTo>
                    <a:pt x="3684" y="10501"/>
                  </a:lnTo>
                  <a:lnTo>
                    <a:pt x="3684" y="10475"/>
                  </a:lnTo>
                  <a:lnTo>
                    <a:pt x="3675" y="10439"/>
                  </a:lnTo>
                  <a:lnTo>
                    <a:pt x="3608" y="10439"/>
                  </a:lnTo>
                  <a:lnTo>
                    <a:pt x="3590" y="10332"/>
                  </a:lnTo>
                  <a:lnTo>
                    <a:pt x="3577" y="10225"/>
                  </a:lnTo>
                  <a:lnTo>
                    <a:pt x="3550" y="10136"/>
                  </a:lnTo>
                  <a:lnTo>
                    <a:pt x="3515" y="10056"/>
                  </a:lnTo>
                  <a:lnTo>
                    <a:pt x="3466" y="9993"/>
                  </a:lnTo>
                  <a:lnTo>
                    <a:pt x="3421" y="9931"/>
                  </a:lnTo>
                  <a:lnTo>
                    <a:pt x="3381" y="9824"/>
                  </a:lnTo>
                  <a:lnTo>
                    <a:pt x="3394" y="9806"/>
                  </a:lnTo>
                  <a:lnTo>
                    <a:pt x="3412" y="9806"/>
                  </a:lnTo>
                  <a:lnTo>
                    <a:pt x="3412" y="9770"/>
                  </a:lnTo>
                  <a:lnTo>
                    <a:pt x="3421" y="9761"/>
                  </a:lnTo>
                  <a:lnTo>
                    <a:pt x="3363" y="9681"/>
                  </a:lnTo>
                  <a:lnTo>
                    <a:pt x="3336" y="9583"/>
                  </a:lnTo>
                  <a:lnTo>
                    <a:pt x="3310" y="9476"/>
                  </a:lnTo>
                  <a:lnTo>
                    <a:pt x="3296" y="9351"/>
                  </a:lnTo>
                  <a:lnTo>
                    <a:pt x="3265" y="9244"/>
                  </a:lnTo>
                  <a:lnTo>
                    <a:pt x="3225" y="9155"/>
                  </a:lnTo>
                  <a:lnTo>
                    <a:pt x="3180" y="9102"/>
                  </a:lnTo>
                  <a:lnTo>
                    <a:pt x="3122" y="9057"/>
                  </a:lnTo>
                  <a:lnTo>
                    <a:pt x="3078" y="8995"/>
                  </a:lnTo>
                  <a:lnTo>
                    <a:pt x="3047" y="8915"/>
                  </a:lnTo>
                  <a:lnTo>
                    <a:pt x="3029" y="8825"/>
                  </a:lnTo>
                  <a:lnTo>
                    <a:pt x="3007" y="8727"/>
                  </a:lnTo>
                  <a:lnTo>
                    <a:pt x="2953" y="8576"/>
                  </a:lnTo>
                  <a:lnTo>
                    <a:pt x="2909" y="8469"/>
                  </a:lnTo>
                  <a:lnTo>
                    <a:pt x="2860" y="8371"/>
                  </a:lnTo>
                  <a:lnTo>
                    <a:pt x="2829" y="8264"/>
                  </a:lnTo>
                  <a:lnTo>
                    <a:pt x="2806" y="8121"/>
                  </a:lnTo>
                  <a:lnTo>
                    <a:pt x="2788" y="7934"/>
                  </a:lnTo>
                  <a:lnTo>
                    <a:pt x="2784" y="7675"/>
                  </a:lnTo>
                  <a:lnTo>
                    <a:pt x="2784" y="7613"/>
                  </a:lnTo>
                  <a:lnTo>
                    <a:pt x="2788" y="7488"/>
                  </a:lnTo>
                  <a:lnTo>
                    <a:pt x="2788" y="6927"/>
                  </a:lnTo>
                  <a:lnTo>
                    <a:pt x="2797" y="6775"/>
                  </a:lnTo>
                  <a:lnTo>
                    <a:pt x="2806" y="6677"/>
                  </a:lnTo>
                  <a:lnTo>
                    <a:pt x="2829" y="6659"/>
                  </a:lnTo>
                  <a:lnTo>
                    <a:pt x="2877" y="6659"/>
                  </a:lnTo>
                  <a:lnTo>
                    <a:pt x="2891" y="6677"/>
                  </a:lnTo>
                  <a:lnTo>
                    <a:pt x="2900" y="6713"/>
                  </a:lnTo>
                  <a:lnTo>
                    <a:pt x="2913" y="6739"/>
                  </a:lnTo>
                  <a:lnTo>
                    <a:pt x="2922" y="6775"/>
                  </a:lnTo>
                  <a:lnTo>
                    <a:pt x="2922" y="6597"/>
                  </a:lnTo>
                  <a:lnTo>
                    <a:pt x="2869" y="6472"/>
                  </a:lnTo>
                  <a:lnTo>
                    <a:pt x="2806" y="6347"/>
                  </a:lnTo>
                  <a:lnTo>
                    <a:pt x="2735" y="6258"/>
                  </a:lnTo>
                  <a:lnTo>
                    <a:pt x="2735" y="6338"/>
                  </a:lnTo>
                  <a:lnTo>
                    <a:pt x="2766" y="6383"/>
                  </a:lnTo>
                  <a:lnTo>
                    <a:pt x="2797" y="6427"/>
                  </a:lnTo>
                  <a:lnTo>
                    <a:pt x="2829" y="6472"/>
                  </a:lnTo>
                  <a:lnTo>
                    <a:pt x="2851" y="6534"/>
                  </a:lnTo>
                  <a:lnTo>
                    <a:pt x="2851" y="6570"/>
                  </a:lnTo>
                  <a:lnTo>
                    <a:pt x="2846" y="6570"/>
                  </a:lnTo>
                  <a:lnTo>
                    <a:pt x="2846" y="6588"/>
                  </a:lnTo>
                  <a:lnTo>
                    <a:pt x="2820" y="6615"/>
                  </a:lnTo>
                  <a:lnTo>
                    <a:pt x="2815" y="6632"/>
                  </a:lnTo>
                  <a:lnTo>
                    <a:pt x="2757" y="6632"/>
                  </a:lnTo>
                  <a:lnTo>
                    <a:pt x="2757" y="6615"/>
                  </a:lnTo>
                  <a:lnTo>
                    <a:pt x="2753" y="6615"/>
                  </a:lnTo>
                  <a:lnTo>
                    <a:pt x="2735" y="6597"/>
                  </a:lnTo>
                  <a:lnTo>
                    <a:pt x="2681" y="6463"/>
                  </a:lnTo>
                  <a:lnTo>
                    <a:pt x="2632" y="6320"/>
                  </a:lnTo>
                  <a:lnTo>
                    <a:pt x="2597" y="6160"/>
                  </a:lnTo>
                  <a:lnTo>
                    <a:pt x="2632" y="6160"/>
                  </a:lnTo>
                  <a:lnTo>
                    <a:pt x="2650" y="6178"/>
                  </a:lnTo>
                  <a:lnTo>
                    <a:pt x="2681" y="6178"/>
                  </a:lnTo>
                  <a:lnTo>
                    <a:pt x="2695" y="6160"/>
                  </a:lnTo>
                  <a:lnTo>
                    <a:pt x="2632" y="6115"/>
                  </a:lnTo>
                  <a:lnTo>
                    <a:pt x="2597" y="6044"/>
                  </a:lnTo>
                  <a:lnTo>
                    <a:pt x="2566" y="5946"/>
                  </a:lnTo>
                  <a:lnTo>
                    <a:pt x="2539" y="5839"/>
                  </a:lnTo>
                  <a:lnTo>
                    <a:pt x="2526" y="5732"/>
                  </a:lnTo>
                  <a:lnTo>
                    <a:pt x="2503" y="5634"/>
                  </a:lnTo>
                  <a:lnTo>
                    <a:pt x="2472" y="5554"/>
                  </a:lnTo>
                  <a:lnTo>
                    <a:pt x="2423" y="5509"/>
                  </a:lnTo>
                  <a:lnTo>
                    <a:pt x="2441" y="5304"/>
                  </a:lnTo>
                  <a:lnTo>
                    <a:pt x="2388" y="5188"/>
                  </a:lnTo>
                  <a:lnTo>
                    <a:pt x="2339" y="5046"/>
                  </a:lnTo>
                  <a:lnTo>
                    <a:pt x="2298" y="4903"/>
                  </a:lnTo>
                  <a:lnTo>
                    <a:pt x="2245" y="4760"/>
                  </a:lnTo>
                  <a:lnTo>
                    <a:pt x="2183" y="4653"/>
                  </a:lnTo>
                  <a:lnTo>
                    <a:pt x="2098" y="4573"/>
                  </a:lnTo>
                  <a:lnTo>
                    <a:pt x="1995" y="4528"/>
                  </a:lnTo>
                  <a:lnTo>
                    <a:pt x="1911" y="4448"/>
                  </a:lnTo>
                  <a:lnTo>
                    <a:pt x="1849" y="4341"/>
                  </a:lnTo>
                  <a:lnTo>
                    <a:pt x="1777" y="4217"/>
                  </a:lnTo>
                  <a:lnTo>
                    <a:pt x="1710" y="4145"/>
                  </a:lnTo>
                  <a:lnTo>
                    <a:pt x="1568" y="4145"/>
                  </a:lnTo>
                  <a:lnTo>
                    <a:pt x="1523" y="4092"/>
                  </a:lnTo>
                  <a:lnTo>
                    <a:pt x="1483" y="4029"/>
                  </a:lnTo>
                  <a:lnTo>
                    <a:pt x="1439" y="3985"/>
                  </a:lnTo>
                  <a:lnTo>
                    <a:pt x="1367" y="3967"/>
                  </a:lnTo>
                  <a:lnTo>
                    <a:pt x="1367" y="4172"/>
                  </a:lnTo>
                  <a:lnTo>
                    <a:pt x="1287" y="4252"/>
                  </a:lnTo>
                  <a:lnTo>
                    <a:pt x="1220" y="4332"/>
                  </a:lnTo>
                  <a:lnTo>
                    <a:pt x="1127" y="4377"/>
                  </a:lnTo>
                  <a:lnTo>
                    <a:pt x="1149" y="4234"/>
                  </a:lnTo>
                  <a:lnTo>
                    <a:pt x="1180" y="4092"/>
                  </a:lnTo>
                  <a:lnTo>
                    <a:pt x="1225" y="3967"/>
                  </a:lnTo>
                  <a:lnTo>
                    <a:pt x="1265" y="3833"/>
                  </a:lnTo>
                  <a:lnTo>
                    <a:pt x="1225" y="3833"/>
                  </a:lnTo>
                  <a:lnTo>
                    <a:pt x="1225" y="3860"/>
                  </a:lnTo>
                  <a:lnTo>
                    <a:pt x="1167" y="3958"/>
                  </a:lnTo>
                  <a:lnTo>
                    <a:pt x="1118" y="4083"/>
                  </a:lnTo>
                  <a:lnTo>
                    <a:pt x="1087" y="4217"/>
                  </a:lnTo>
                  <a:lnTo>
                    <a:pt x="1065" y="4359"/>
                  </a:lnTo>
                  <a:lnTo>
                    <a:pt x="1033" y="4511"/>
                  </a:lnTo>
                  <a:lnTo>
                    <a:pt x="984" y="4653"/>
                  </a:lnTo>
                  <a:lnTo>
                    <a:pt x="953" y="4716"/>
                  </a:lnTo>
                  <a:lnTo>
                    <a:pt x="891" y="4814"/>
                  </a:lnTo>
                  <a:lnTo>
                    <a:pt x="815" y="4903"/>
                  </a:lnTo>
                  <a:lnTo>
                    <a:pt x="722" y="5010"/>
                  </a:lnTo>
                  <a:lnTo>
                    <a:pt x="628" y="5135"/>
                  </a:lnTo>
                  <a:lnTo>
                    <a:pt x="534" y="5251"/>
                  </a:lnTo>
                  <a:lnTo>
                    <a:pt x="441" y="5340"/>
                  </a:lnTo>
                  <a:lnTo>
                    <a:pt x="370" y="5402"/>
                  </a:lnTo>
                  <a:lnTo>
                    <a:pt x="325" y="5429"/>
                  </a:lnTo>
                  <a:lnTo>
                    <a:pt x="325" y="5402"/>
                  </a:lnTo>
                  <a:lnTo>
                    <a:pt x="343" y="5402"/>
                  </a:lnTo>
                  <a:lnTo>
                    <a:pt x="396" y="5295"/>
                  </a:lnTo>
                  <a:lnTo>
                    <a:pt x="463" y="5197"/>
                  </a:lnTo>
                  <a:lnTo>
                    <a:pt x="543" y="5108"/>
                  </a:lnTo>
                  <a:lnTo>
                    <a:pt x="619" y="5010"/>
                  </a:lnTo>
                  <a:lnTo>
                    <a:pt x="690" y="4903"/>
                  </a:lnTo>
                  <a:lnTo>
                    <a:pt x="744" y="4778"/>
                  </a:lnTo>
                  <a:lnTo>
                    <a:pt x="784" y="4636"/>
                  </a:lnTo>
                  <a:lnTo>
                    <a:pt x="797" y="4448"/>
                  </a:lnTo>
                  <a:lnTo>
                    <a:pt x="739" y="4484"/>
                  </a:lnTo>
                  <a:lnTo>
                    <a:pt x="699" y="4511"/>
                  </a:lnTo>
                  <a:lnTo>
                    <a:pt x="646" y="4546"/>
                  </a:lnTo>
                  <a:lnTo>
                    <a:pt x="646" y="4484"/>
                  </a:lnTo>
                  <a:lnTo>
                    <a:pt x="637" y="4466"/>
                  </a:lnTo>
                  <a:lnTo>
                    <a:pt x="628" y="4466"/>
                  </a:lnTo>
                  <a:lnTo>
                    <a:pt x="615" y="4448"/>
                  </a:lnTo>
                  <a:lnTo>
                    <a:pt x="606" y="4466"/>
                  </a:lnTo>
                  <a:lnTo>
                    <a:pt x="597" y="4484"/>
                  </a:lnTo>
                  <a:lnTo>
                    <a:pt x="588" y="4502"/>
                  </a:lnTo>
                  <a:lnTo>
                    <a:pt x="583" y="4502"/>
                  </a:lnTo>
                  <a:lnTo>
                    <a:pt x="566" y="4511"/>
                  </a:lnTo>
                  <a:lnTo>
                    <a:pt x="543" y="4511"/>
                  </a:lnTo>
                  <a:lnTo>
                    <a:pt x="534" y="4422"/>
                  </a:lnTo>
                  <a:lnTo>
                    <a:pt x="512" y="4297"/>
                  </a:lnTo>
                  <a:lnTo>
                    <a:pt x="494" y="4208"/>
                  </a:lnTo>
                  <a:lnTo>
                    <a:pt x="481" y="4234"/>
                  </a:lnTo>
                  <a:lnTo>
                    <a:pt x="472" y="4252"/>
                  </a:lnTo>
                  <a:lnTo>
                    <a:pt x="450" y="4252"/>
                  </a:lnTo>
                  <a:lnTo>
                    <a:pt x="441" y="4234"/>
                  </a:lnTo>
                  <a:lnTo>
                    <a:pt x="365" y="4127"/>
                  </a:lnTo>
                  <a:lnTo>
                    <a:pt x="303" y="3967"/>
                  </a:lnTo>
                  <a:lnTo>
                    <a:pt x="254" y="3797"/>
                  </a:lnTo>
                  <a:lnTo>
                    <a:pt x="281" y="3708"/>
                  </a:lnTo>
                  <a:lnTo>
                    <a:pt x="303" y="3592"/>
                  </a:lnTo>
                  <a:lnTo>
                    <a:pt x="325" y="3503"/>
                  </a:lnTo>
                  <a:lnTo>
                    <a:pt x="356" y="3423"/>
                  </a:lnTo>
                  <a:lnTo>
                    <a:pt x="410" y="3361"/>
                  </a:lnTo>
                  <a:lnTo>
                    <a:pt x="459" y="3334"/>
                  </a:lnTo>
                  <a:lnTo>
                    <a:pt x="503" y="3289"/>
                  </a:lnTo>
                  <a:lnTo>
                    <a:pt x="534" y="3227"/>
                  </a:lnTo>
                  <a:lnTo>
                    <a:pt x="557" y="3129"/>
                  </a:lnTo>
                  <a:lnTo>
                    <a:pt x="557" y="2977"/>
                  </a:lnTo>
                  <a:lnTo>
                    <a:pt x="566" y="2960"/>
                  </a:lnTo>
                  <a:lnTo>
                    <a:pt x="575" y="2960"/>
                  </a:lnTo>
                  <a:lnTo>
                    <a:pt x="575" y="2924"/>
                  </a:lnTo>
                  <a:lnTo>
                    <a:pt x="583" y="2915"/>
                  </a:lnTo>
                  <a:lnTo>
                    <a:pt x="512" y="2915"/>
                  </a:lnTo>
                  <a:lnTo>
                    <a:pt x="494" y="2942"/>
                  </a:lnTo>
                  <a:lnTo>
                    <a:pt x="490" y="2960"/>
                  </a:lnTo>
                  <a:lnTo>
                    <a:pt x="481" y="2977"/>
                  </a:lnTo>
                  <a:lnTo>
                    <a:pt x="463" y="2986"/>
                  </a:lnTo>
                  <a:lnTo>
                    <a:pt x="450" y="3004"/>
                  </a:lnTo>
                  <a:lnTo>
                    <a:pt x="427" y="3004"/>
                  </a:lnTo>
                  <a:lnTo>
                    <a:pt x="379" y="2977"/>
                  </a:lnTo>
                  <a:lnTo>
                    <a:pt x="312" y="2924"/>
                  </a:lnTo>
                  <a:lnTo>
                    <a:pt x="231" y="2897"/>
                  </a:lnTo>
                  <a:lnTo>
                    <a:pt x="169" y="2835"/>
                  </a:lnTo>
                  <a:lnTo>
                    <a:pt x="156" y="2603"/>
                  </a:lnTo>
                  <a:lnTo>
                    <a:pt x="187" y="2603"/>
                  </a:lnTo>
                  <a:lnTo>
                    <a:pt x="200" y="2585"/>
                  </a:lnTo>
                  <a:lnTo>
                    <a:pt x="223" y="2567"/>
                  </a:lnTo>
                  <a:lnTo>
                    <a:pt x="240" y="2558"/>
                  </a:lnTo>
                  <a:lnTo>
                    <a:pt x="254" y="2558"/>
                  </a:lnTo>
                  <a:lnTo>
                    <a:pt x="285" y="2496"/>
                  </a:lnTo>
                  <a:lnTo>
                    <a:pt x="281" y="2478"/>
                  </a:lnTo>
                  <a:lnTo>
                    <a:pt x="281" y="2460"/>
                  </a:lnTo>
                  <a:lnTo>
                    <a:pt x="272" y="2434"/>
                  </a:lnTo>
                  <a:lnTo>
                    <a:pt x="343" y="2434"/>
                  </a:lnTo>
                  <a:lnTo>
                    <a:pt x="347" y="2416"/>
                  </a:lnTo>
                  <a:lnTo>
                    <a:pt x="356" y="2416"/>
                  </a:lnTo>
                  <a:lnTo>
                    <a:pt x="365" y="2398"/>
                  </a:lnTo>
                  <a:lnTo>
                    <a:pt x="388" y="2398"/>
                  </a:lnTo>
                  <a:lnTo>
                    <a:pt x="410" y="2442"/>
                  </a:lnTo>
                  <a:lnTo>
                    <a:pt x="432" y="2478"/>
                  </a:lnTo>
                  <a:lnTo>
                    <a:pt x="459" y="2523"/>
                  </a:lnTo>
                  <a:lnTo>
                    <a:pt x="472" y="2567"/>
                  </a:lnTo>
                  <a:lnTo>
                    <a:pt x="526" y="2523"/>
                  </a:lnTo>
                  <a:lnTo>
                    <a:pt x="526" y="2460"/>
                  </a:lnTo>
                  <a:lnTo>
                    <a:pt x="512" y="2416"/>
                  </a:lnTo>
                  <a:lnTo>
                    <a:pt x="503" y="2371"/>
                  </a:lnTo>
                  <a:lnTo>
                    <a:pt x="494" y="2318"/>
                  </a:lnTo>
                  <a:lnTo>
                    <a:pt x="490" y="2273"/>
                  </a:lnTo>
                  <a:lnTo>
                    <a:pt x="472" y="2229"/>
                  </a:lnTo>
                  <a:lnTo>
                    <a:pt x="419" y="2104"/>
                  </a:lnTo>
                  <a:lnTo>
                    <a:pt x="356" y="2006"/>
                  </a:lnTo>
                  <a:lnTo>
                    <a:pt x="285" y="1916"/>
                  </a:lnTo>
                  <a:lnTo>
                    <a:pt x="223" y="1827"/>
                  </a:lnTo>
                  <a:lnTo>
                    <a:pt x="187" y="1685"/>
                  </a:lnTo>
                  <a:lnTo>
                    <a:pt x="200" y="1640"/>
                  </a:lnTo>
                  <a:lnTo>
                    <a:pt x="209" y="1587"/>
                  </a:lnTo>
                  <a:lnTo>
                    <a:pt x="218" y="1542"/>
                  </a:lnTo>
                  <a:lnTo>
                    <a:pt x="312" y="1560"/>
                  </a:lnTo>
                  <a:lnTo>
                    <a:pt x="401" y="1542"/>
                  </a:lnTo>
                  <a:lnTo>
                    <a:pt x="472" y="1462"/>
                  </a:lnTo>
                  <a:lnTo>
                    <a:pt x="494" y="1355"/>
                  </a:lnTo>
                  <a:lnTo>
                    <a:pt x="512" y="1248"/>
                  </a:lnTo>
                  <a:lnTo>
                    <a:pt x="526" y="1150"/>
                  </a:lnTo>
                  <a:lnTo>
                    <a:pt x="583" y="1061"/>
                  </a:lnTo>
                  <a:lnTo>
                    <a:pt x="659" y="980"/>
                  </a:lnTo>
                  <a:lnTo>
                    <a:pt x="744" y="936"/>
                  </a:lnTo>
                  <a:lnTo>
                    <a:pt x="815" y="874"/>
                  </a:lnTo>
                  <a:lnTo>
                    <a:pt x="886" y="784"/>
                  </a:lnTo>
                  <a:lnTo>
                    <a:pt x="909" y="811"/>
                  </a:lnTo>
                  <a:lnTo>
                    <a:pt x="922" y="829"/>
                  </a:lnTo>
                  <a:lnTo>
                    <a:pt x="922" y="856"/>
                  </a:lnTo>
                  <a:lnTo>
                    <a:pt x="931" y="874"/>
                  </a:lnTo>
                  <a:lnTo>
                    <a:pt x="931" y="909"/>
                  </a:lnTo>
                  <a:lnTo>
                    <a:pt x="940" y="918"/>
                  </a:lnTo>
                  <a:lnTo>
                    <a:pt x="953" y="954"/>
                  </a:lnTo>
                  <a:lnTo>
                    <a:pt x="971" y="980"/>
                  </a:lnTo>
                  <a:lnTo>
                    <a:pt x="1011" y="980"/>
                  </a:lnTo>
                  <a:lnTo>
                    <a:pt x="1024" y="972"/>
                  </a:lnTo>
                  <a:lnTo>
                    <a:pt x="1042" y="954"/>
                  </a:lnTo>
                  <a:lnTo>
                    <a:pt x="1074" y="954"/>
                  </a:lnTo>
                  <a:lnTo>
                    <a:pt x="1087" y="972"/>
                  </a:lnTo>
                  <a:lnTo>
                    <a:pt x="1105" y="998"/>
                  </a:lnTo>
                  <a:lnTo>
                    <a:pt x="1127" y="1043"/>
                  </a:lnTo>
                  <a:lnTo>
                    <a:pt x="1140" y="1079"/>
                  </a:lnTo>
                  <a:lnTo>
                    <a:pt x="1158" y="1105"/>
                  </a:lnTo>
                  <a:lnTo>
                    <a:pt x="1180" y="1123"/>
                  </a:lnTo>
                  <a:lnTo>
                    <a:pt x="1203" y="1141"/>
                  </a:lnTo>
                  <a:lnTo>
                    <a:pt x="1225" y="1123"/>
                  </a:lnTo>
                  <a:lnTo>
                    <a:pt x="1243" y="1123"/>
                  </a:lnTo>
                  <a:lnTo>
                    <a:pt x="1256" y="1105"/>
                  </a:lnTo>
                  <a:lnTo>
                    <a:pt x="1283" y="1088"/>
                  </a:lnTo>
                  <a:lnTo>
                    <a:pt x="1296" y="1088"/>
                  </a:lnTo>
                  <a:lnTo>
                    <a:pt x="1345" y="1123"/>
                  </a:lnTo>
                  <a:lnTo>
                    <a:pt x="1412" y="1168"/>
                  </a:lnTo>
                  <a:lnTo>
                    <a:pt x="1474" y="1230"/>
                  </a:lnTo>
                  <a:lnTo>
                    <a:pt x="1537" y="1266"/>
                  </a:lnTo>
                  <a:lnTo>
                    <a:pt x="1670" y="1230"/>
                  </a:lnTo>
                  <a:lnTo>
                    <a:pt x="1755" y="1310"/>
                  </a:lnTo>
                  <a:lnTo>
                    <a:pt x="1835" y="1417"/>
                  </a:lnTo>
                  <a:lnTo>
                    <a:pt x="1911" y="1515"/>
                  </a:lnTo>
                  <a:lnTo>
                    <a:pt x="1995" y="1605"/>
                  </a:lnTo>
                  <a:lnTo>
                    <a:pt x="2098" y="1640"/>
                  </a:lnTo>
                  <a:lnTo>
                    <a:pt x="2098" y="1578"/>
                  </a:lnTo>
                  <a:lnTo>
                    <a:pt x="2076" y="1524"/>
                  </a:lnTo>
                  <a:lnTo>
                    <a:pt x="2053" y="1462"/>
                  </a:lnTo>
                  <a:lnTo>
                    <a:pt x="2027" y="1400"/>
                  </a:lnTo>
                  <a:lnTo>
                    <a:pt x="2013" y="1328"/>
                  </a:lnTo>
                  <a:lnTo>
                    <a:pt x="2107" y="1310"/>
                  </a:lnTo>
                  <a:lnTo>
                    <a:pt x="2169" y="1275"/>
                  </a:lnTo>
                  <a:lnTo>
                    <a:pt x="2223" y="1212"/>
                  </a:lnTo>
                  <a:lnTo>
                    <a:pt x="2267" y="1150"/>
                  </a:lnTo>
                  <a:lnTo>
                    <a:pt x="2316" y="1079"/>
                  </a:lnTo>
                  <a:lnTo>
                    <a:pt x="2370" y="1025"/>
                  </a:lnTo>
                  <a:lnTo>
                    <a:pt x="2441" y="998"/>
                  </a:lnTo>
                  <a:lnTo>
                    <a:pt x="2454" y="1016"/>
                  </a:lnTo>
                  <a:lnTo>
                    <a:pt x="2481" y="1025"/>
                  </a:lnTo>
                  <a:lnTo>
                    <a:pt x="2508" y="1061"/>
                  </a:lnTo>
                  <a:lnTo>
                    <a:pt x="2481" y="1061"/>
                  </a:lnTo>
                  <a:lnTo>
                    <a:pt x="2401" y="1185"/>
                  </a:lnTo>
                  <a:lnTo>
                    <a:pt x="2316" y="1293"/>
                  </a:lnTo>
                  <a:lnTo>
                    <a:pt x="2223" y="1373"/>
                  </a:lnTo>
                  <a:lnTo>
                    <a:pt x="2223" y="1435"/>
                  </a:lnTo>
                  <a:lnTo>
                    <a:pt x="2307" y="1462"/>
                  </a:lnTo>
                  <a:lnTo>
                    <a:pt x="2347" y="1373"/>
                  </a:lnTo>
                  <a:lnTo>
                    <a:pt x="2388" y="1328"/>
                  </a:lnTo>
                  <a:lnTo>
                    <a:pt x="2441" y="1310"/>
                  </a:lnTo>
                  <a:lnTo>
                    <a:pt x="2494" y="1310"/>
                  </a:lnTo>
                  <a:lnTo>
                    <a:pt x="2566" y="1293"/>
                  </a:lnTo>
                  <a:lnTo>
                    <a:pt x="2570" y="1248"/>
                  </a:lnTo>
                  <a:lnTo>
                    <a:pt x="2579" y="1203"/>
                  </a:lnTo>
                  <a:lnTo>
                    <a:pt x="2597" y="1150"/>
                  </a:lnTo>
                  <a:lnTo>
                    <a:pt x="2610" y="1123"/>
                  </a:lnTo>
                  <a:lnTo>
                    <a:pt x="2632" y="1230"/>
                  </a:lnTo>
                  <a:lnTo>
                    <a:pt x="2659" y="1310"/>
                  </a:lnTo>
                  <a:lnTo>
                    <a:pt x="2695" y="1373"/>
                  </a:lnTo>
                  <a:lnTo>
                    <a:pt x="2753" y="1400"/>
                  </a:lnTo>
                  <a:lnTo>
                    <a:pt x="2766" y="1373"/>
                  </a:lnTo>
                  <a:lnTo>
                    <a:pt x="2775" y="1355"/>
                  </a:lnTo>
                  <a:lnTo>
                    <a:pt x="2788" y="1337"/>
                  </a:lnTo>
                  <a:lnTo>
                    <a:pt x="2797" y="1328"/>
                  </a:lnTo>
                  <a:lnTo>
                    <a:pt x="2820" y="1328"/>
                  </a:lnTo>
                  <a:lnTo>
                    <a:pt x="2838" y="1373"/>
                  </a:lnTo>
                  <a:lnTo>
                    <a:pt x="2846" y="1400"/>
                  </a:lnTo>
                  <a:lnTo>
                    <a:pt x="2851" y="1435"/>
                  </a:lnTo>
                  <a:lnTo>
                    <a:pt x="2877" y="1417"/>
                  </a:lnTo>
                  <a:lnTo>
                    <a:pt x="2900" y="1391"/>
                  </a:lnTo>
                  <a:lnTo>
                    <a:pt x="2913" y="1355"/>
                  </a:lnTo>
                  <a:lnTo>
                    <a:pt x="2935" y="1337"/>
                  </a:lnTo>
                  <a:lnTo>
                    <a:pt x="2953" y="1328"/>
                  </a:lnTo>
                  <a:lnTo>
                    <a:pt x="3038" y="1373"/>
                  </a:lnTo>
                  <a:lnTo>
                    <a:pt x="3109" y="1480"/>
                  </a:lnTo>
                  <a:lnTo>
                    <a:pt x="3180" y="1587"/>
                  </a:lnTo>
                  <a:lnTo>
                    <a:pt x="3247" y="1685"/>
                  </a:lnTo>
                  <a:lnTo>
                    <a:pt x="3296" y="1685"/>
                  </a:lnTo>
                  <a:lnTo>
                    <a:pt x="3310" y="1667"/>
                  </a:lnTo>
                  <a:lnTo>
                    <a:pt x="3336" y="1649"/>
                  </a:lnTo>
                  <a:lnTo>
                    <a:pt x="3350" y="1640"/>
                  </a:lnTo>
                  <a:lnTo>
                    <a:pt x="3363" y="1640"/>
                  </a:lnTo>
                  <a:lnTo>
                    <a:pt x="3381" y="1667"/>
                  </a:lnTo>
                  <a:lnTo>
                    <a:pt x="3394" y="1703"/>
                  </a:lnTo>
                  <a:lnTo>
                    <a:pt x="3412" y="1747"/>
                  </a:lnTo>
                  <a:lnTo>
                    <a:pt x="3425" y="1810"/>
                  </a:lnTo>
                  <a:lnTo>
                    <a:pt x="3434" y="1836"/>
                  </a:lnTo>
                  <a:lnTo>
                    <a:pt x="3421" y="1854"/>
                  </a:lnTo>
                  <a:lnTo>
                    <a:pt x="3394" y="1881"/>
                  </a:lnTo>
                  <a:lnTo>
                    <a:pt x="3394" y="1899"/>
                  </a:lnTo>
                  <a:lnTo>
                    <a:pt x="3390" y="1916"/>
                  </a:lnTo>
                  <a:lnTo>
                    <a:pt x="3381" y="1943"/>
                  </a:lnTo>
                  <a:lnTo>
                    <a:pt x="3434" y="1943"/>
                  </a:lnTo>
                  <a:lnTo>
                    <a:pt x="3506" y="1961"/>
                  </a:lnTo>
                  <a:lnTo>
                    <a:pt x="3639" y="1961"/>
                  </a:lnTo>
                  <a:lnTo>
                    <a:pt x="3675" y="1979"/>
                  </a:lnTo>
                  <a:lnTo>
                    <a:pt x="3715" y="2068"/>
                  </a:lnTo>
                  <a:lnTo>
                    <a:pt x="3755" y="2166"/>
                  </a:lnTo>
                  <a:lnTo>
                    <a:pt x="3791" y="2255"/>
                  </a:lnTo>
                  <a:lnTo>
                    <a:pt x="3791" y="1943"/>
                  </a:lnTo>
                  <a:lnTo>
                    <a:pt x="3862" y="1943"/>
                  </a:lnTo>
                  <a:lnTo>
                    <a:pt x="3884" y="1934"/>
                  </a:lnTo>
                  <a:lnTo>
                    <a:pt x="3915" y="1916"/>
                  </a:lnTo>
                  <a:lnTo>
                    <a:pt x="3915" y="1881"/>
                  </a:lnTo>
                  <a:lnTo>
                    <a:pt x="3777" y="1881"/>
                  </a:lnTo>
                  <a:lnTo>
                    <a:pt x="3768" y="1836"/>
                  </a:lnTo>
                  <a:lnTo>
                    <a:pt x="3764" y="1827"/>
                  </a:lnTo>
                  <a:lnTo>
                    <a:pt x="3755" y="1792"/>
                  </a:lnTo>
                  <a:lnTo>
                    <a:pt x="3746" y="1765"/>
                  </a:lnTo>
                  <a:lnTo>
                    <a:pt x="3746" y="1711"/>
                  </a:lnTo>
                  <a:lnTo>
                    <a:pt x="3764" y="1711"/>
                  </a:lnTo>
                  <a:lnTo>
                    <a:pt x="3764" y="1685"/>
                  </a:lnTo>
                  <a:lnTo>
                    <a:pt x="3965" y="1640"/>
                  </a:lnTo>
                  <a:lnTo>
                    <a:pt x="3965" y="1747"/>
                  </a:lnTo>
                  <a:lnTo>
                    <a:pt x="3987" y="1774"/>
                  </a:lnTo>
                  <a:lnTo>
                    <a:pt x="4004" y="1827"/>
                  </a:lnTo>
                  <a:lnTo>
                    <a:pt x="4018" y="1854"/>
                  </a:lnTo>
                  <a:lnTo>
                    <a:pt x="4036" y="1916"/>
                  </a:lnTo>
                  <a:lnTo>
                    <a:pt x="4120" y="1916"/>
                  </a:lnTo>
                  <a:lnTo>
                    <a:pt x="4174" y="1943"/>
                  </a:lnTo>
                  <a:lnTo>
                    <a:pt x="4281" y="1979"/>
                  </a:lnTo>
                  <a:lnTo>
                    <a:pt x="4361" y="1979"/>
                  </a:lnTo>
                  <a:lnTo>
                    <a:pt x="4370" y="1961"/>
                  </a:lnTo>
                  <a:lnTo>
                    <a:pt x="4374" y="1943"/>
                  </a:lnTo>
                  <a:lnTo>
                    <a:pt x="4383" y="1934"/>
                  </a:lnTo>
                  <a:lnTo>
                    <a:pt x="4392" y="1916"/>
                  </a:lnTo>
                  <a:lnTo>
                    <a:pt x="4392" y="1810"/>
                  </a:lnTo>
                  <a:lnTo>
                    <a:pt x="4495" y="1810"/>
                  </a:lnTo>
                  <a:lnTo>
                    <a:pt x="4526" y="1943"/>
                  </a:lnTo>
                  <a:lnTo>
                    <a:pt x="4561" y="2086"/>
                  </a:lnTo>
                  <a:lnTo>
                    <a:pt x="4570" y="2024"/>
                  </a:lnTo>
                  <a:lnTo>
                    <a:pt x="4570" y="1997"/>
                  </a:lnTo>
                  <a:lnTo>
                    <a:pt x="4579" y="1943"/>
                  </a:lnTo>
                  <a:lnTo>
                    <a:pt x="4579" y="1916"/>
                  </a:lnTo>
                  <a:lnTo>
                    <a:pt x="4633" y="1916"/>
                  </a:lnTo>
                  <a:lnTo>
                    <a:pt x="4633" y="1649"/>
                  </a:lnTo>
                  <a:lnTo>
                    <a:pt x="4641" y="1524"/>
                  </a:lnTo>
                  <a:lnTo>
                    <a:pt x="4633" y="1462"/>
                  </a:lnTo>
                  <a:lnTo>
                    <a:pt x="4579" y="1337"/>
                  </a:lnTo>
                  <a:lnTo>
                    <a:pt x="4539" y="1203"/>
                  </a:lnTo>
                  <a:lnTo>
                    <a:pt x="4530" y="1043"/>
                  </a:lnTo>
                  <a:lnTo>
                    <a:pt x="4548" y="891"/>
                  </a:lnTo>
                  <a:lnTo>
                    <a:pt x="4602" y="722"/>
                  </a:lnTo>
                  <a:lnTo>
                    <a:pt x="4641" y="686"/>
                  </a:lnTo>
                  <a:lnTo>
                    <a:pt x="4686" y="660"/>
                  </a:lnTo>
                  <a:lnTo>
                    <a:pt x="4735" y="642"/>
                  </a:lnTo>
                  <a:close/>
                  <a:moveTo>
                    <a:pt x="3791" y="205"/>
                  </a:moveTo>
                  <a:lnTo>
                    <a:pt x="3884" y="330"/>
                  </a:lnTo>
                  <a:lnTo>
                    <a:pt x="3942" y="481"/>
                  </a:lnTo>
                  <a:lnTo>
                    <a:pt x="3973" y="669"/>
                  </a:lnTo>
                  <a:lnTo>
                    <a:pt x="4018" y="1150"/>
                  </a:lnTo>
                  <a:lnTo>
                    <a:pt x="4089" y="1168"/>
                  </a:lnTo>
                  <a:lnTo>
                    <a:pt x="4134" y="1185"/>
                  </a:lnTo>
                  <a:lnTo>
                    <a:pt x="4174" y="1248"/>
                  </a:lnTo>
                  <a:lnTo>
                    <a:pt x="4196" y="1328"/>
                  </a:lnTo>
                  <a:lnTo>
                    <a:pt x="4205" y="1462"/>
                  </a:lnTo>
                  <a:lnTo>
                    <a:pt x="4192" y="1462"/>
                  </a:lnTo>
                  <a:lnTo>
                    <a:pt x="4183" y="1453"/>
                  </a:lnTo>
                  <a:lnTo>
                    <a:pt x="4174" y="1435"/>
                  </a:lnTo>
                  <a:lnTo>
                    <a:pt x="4165" y="1417"/>
                  </a:lnTo>
                  <a:lnTo>
                    <a:pt x="4152" y="1400"/>
                  </a:lnTo>
                  <a:lnTo>
                    <a:pt x="4152" y="1462"/>
                  </a:lnTo>
                  <a:lnTo>
                    <a:pt x="4165" y="1498"/>
                  </a:lnTo>
                  <a:lnTo>
                    <a:pt x="4174" y="1515"/>
                  </a:lnTo>
                  <a:lnTo>
                    <a:pt x="4183" y="1515"/>
                  </a:lnTo>
                  <a:lnTo>
                    <a:pt x="4183" y="1560"/>
                  </a:lnTo>
                  <a:lnTo>
                    <a:pt x="4192" y="1605"/>
                  </a:lnTo>
                  <a:lnTo>
                    <a:pt x="4111" y="1640"/>
                  </a:lnTo>
                  <a:lnTo>
                    <a:pt x="4067" y="1640"/>
                  </a:lnTo>
                  <a:lnTo>
                    <a:pt x="3987" y="1578"/>
                  </a:lnTo>
                  <a:lnTo>
                    <a:pt x="3911" y="1560"/>
                  </a:lnTo>
                  <a:lnTo>
                    <a:pt x="3822" y="1587"/>
                  </a:lnTo>
                  <a:lnTo>
                    <a:pt x="3737" y="1640"/>
                  </a:lnTo>
                  <a:lnTo>
                    <a:pt x="3653" y="1667"/>
                  </a:lnTo>
                  <a:lnTo>
                    <a:pt x="3559" y="1667"/>
                  </a:lnTo>
                  <a:lnTo>
                    <a:pt x="3452" y="1605"/>
                  </a:lnTo>
                  <a:lnTo>
                    <a:pt x="3394" y="1578"/>
                  </a:lnTo>
                  <a:lnTo>
                    <a:pt x="3350" y="1560"/>
                  </a:lnTo>
                  <a:lnTo>
                    <a:pt x="3310" y="1542"/>
                  </a:lnTo>
                  <a:lnTo>
                    <a:pt x="3274" y="1498"/>
                  </a:lnTo>
                  <a:lnTo>
                    <a:pt x="3247" y="1400"/>
                  </a:lnTo>
                  <a:lnTo>
                    <a:pt x="3265" y="1400"/>
                  </a:lnTo>
                  <a:lnTo>
                    <a:pt x="3305" y="1328"/>
                  </a:lnTo>
                  <a:lnTo>
                    <a:pt x="3363" y="1293"/>
                  </a:lnTo>
                  <a:lnTo>
                    <a:pt x="3434" y="1275"/>
                  </a:lnTo>
                  <a:lnTo>
                    <a:pt x="3506" y="1266"/>
                  </a:lnTo>
                  <a:lnTo>
                    <a:pt x="3506" y="1230"/>
                  </a:lnTo>
                  <a:lnTo>
                    <a:pt x="3474" y="1185"/>
                  </a:lnTo>
                  <a:lnTo>
                    <a:pt x="3452" y="1150"/>
                  </a:lnTo>
                  <a:lnTo>
                    <a:pt x="3421" y="1141"/>
                  </a:lnTo>
                  <a:lnTo>
                    <a:pt x="3363" y="1123"/>
                  </a:lnTo>
                  <a:lnTo>
                    <a:pt x="3212" y="1123"/>
                  </a:lnTo>
                  <a:lnTo>
                    <a:pt x="3203" y="1025"/>
                  </a:lnTo>
                  <a:lnTo>
                    <a:pt x="3180" y="936"/>
                  </a:lnTo>
                  <a:lnTo>
                    <a:pt x="3163" y="856"/>
                  </a:lnTo>
                  <a:lnTo>
                    <a:pt x="3149" y="767"/>
                  </a:lnTo>
                  <a:lnTo>
                    <a:pt x="3149" y="606"/>
                  </a:lnTo>
                  <a:lnTo>
                    <a:pt x="3180" y="517"/>
                  </a:lnTo>
                  <a:lnTo>
                    <a:pt x="3212" y="410"/>
                  </a:lnTo>
                  <a:lnTo>
                    <a:pt x="3247" y="312"/>
                  </a:lnTo>
                  <a:lnTo>
                    <a:pt x="3296" y="249"/>
                  </a:lnTo>
                  <a:lnTo>
                    <a:pt x="3350" y="267"/>
                  </a:lnTo>
                  <a:lnTo>
                    <a:pt x="3363" y="267"/>
                  </a:lnTo>
                  <a:lnTo>
                    <a:pt x="3363" y="312"/>
                  </a:lnTo>
                  <a:lnTo>
                    <a:pt x="3359" y="312"/>
                  </a:lnTo>
                  <a:lnTo>
                    <a:pt x="3359" y="330"/>
                  </a:lnTo>
                  <a:lnTo>
                    <a:pt x="3363" y="348"/>
                  </a:lnTo>
                  <a:lnTo>
                    <a:pt x="3363" y="374"/>
                  </a:lnTo>
                  <a:lnTo>
                    <a:pt x="3537" y="374"/>
                  </a:lnTo>
                  <a:lnTo>
                    <a:pt x="3550" y="392"/>
                  </a:lnTo>
                  <a:lnTo>
                    <a:pt x="3559" y="410"/>
                  </a:lnTo>
                  <a:lnTo>
                    <a:pt x="3568" y="437"/>
                  </a:lnTo>
                  <a:lnTo>
                    <a:pt x="3577" y="472"/>
                  </a:lnTo>
                  <a:lnTo>
                    <a:pt x="3590" y="481"/>
                  </a:lnTo>
                  <a:lnTo>
                    <a:pt x="3608" y="517"/>
                  </a:lnTo>
                  <a:lnTo>
                    <a:pt x="3613" y="472"/>
                  </a:lnTo>
                  <a:lnTo>
                    <a:pt x="3621" y="455"/>
                  </a:lnTo>
                  <a:lnTo>
                    <a:pt x="3639" y="437"/>
                  </a:lnTo>
                  <a:lnTo>
                    <a:pt x="3644" y="419"/>
                  </a:lnTo>
                  <a:lnTo>
                    <a:pt x="3670" y="419"/>
                  </a:lnTo>
                  <a:lnTo>
                    <a:pt x="3693" y="410"/>
                  </a:lnTo>
                  <a:lnTo>
                    <a:pt x="3724" y="535"/>
                  </a:lnTo>
                  <a:lnTo>
                    <a:pt x="3755" y="624"/>
                  </a:lnTo>
                  <a:lnTo>
                    <a:pt x="3777" y="686"/>
                  </a:lnTo>
                  <a:lnTo>
                    <a:pt x="3786" y="642"/>
                  </a:lnTo>
                  <a:lnTo>
                    <a:pt x="3791" y="597"/>
                  </a:lnTo>
                  <a:lnTo>
                    <a:pt x="3791" y="481"/>
                  </a:lnTo>
                  <a:lnTo>
                    <a:pt x="3764" y="392"/>
                  </a:lnTo>
                  <a:lnTo>
                    <a:pt x="3768" y="294"/>
                  </a:lnTo>
                  <a:lnTo>
                    <a:pt x="3791" y="205"/>
                  </a:lnTo>
                  <a:close/>
                  <a:moveTo>
                    <a:pt x="3880" y="62"/>
                  </a:moveTo>
                  <a:lnTo>
                    <a:pt x="3915" y="62"/>
                  </a:lnTo>
                  <a:lnTo>
                    <a:pt x="3947" y="80"/>
                  </a:lnTo>
                  <a:lnTo>
                    <a:pt x="3978" y="98"/>
                  </a:lnTo>
                  <a:lnTo>
                    <a:pt x="4004" y="125"/>
                  </a:lnTo>
                  <a:lnTo>
                    <a:pt x="4009" y="169"/>
                  </a:lnTo>
                  <a:lnTo>
                    <a:pt x="4009" y="205"/>
                  </a:lnTo>
                  <a:lnTo>
                    <a:pt x="4018" y="249"/>
                  </a:lnTo>
                  <a:lnTo>
                    <a:pt x="4018" y="312"/>
                  </a:lnTo>
                  <a:lnTo>
                    <a:pt x="3996" y="312"/>
                  </a:lnTo>
                  <a:lnTo>
                    <a:pt x="3978" y="330"/>
                  </a:lnTo>
                  <a:lnTo>
                    <a:pt x="3955" y="330"/>
                  </a:lnTo>
                  <a:lnTo>
                    <a:pt x="3933" y="348"/>
                  </a:lnTo>
                  <a:lnTo>
                    <a:pt x="3893" y="267"/>
                  </a:lnTo>
                  <a:lnTo>
                    <a:pt x="3849" y="205"/>
                  </a:lnTo>
                  <a:lnTo>
                    <a:pt x="3880" y="62"/>
                  </a:lnTo>
                  <a:close/>
                  <a:moveTo>
                    <a:pt x="19003" y="0"/>
                  </a:moveTo>
                  <a:lnTo>
                    <a:pt x="19088" y="0"/>
                  </a:lnTo>
                  <a:lnTo>
                    <a:pt x="19159" y="36"/>
                  </a:lnTo>
                  <a:lnTo>
                    <a:pt x="19226" y="62"/>
                  </a:lnTo>
                  <a:lnTo>
                    <a:pt x="19243" y="205"/>
                  </a:lnTo>
                  <a:lnTo>
                    <a:pt x="19016" y="205"/>
                  </a:lnTo>
                  <a:lnTo>
                    <a:pt x="19007" y="160"/>
                  </a:lnTo>
                  <a:lnTo>
                    <a:pt x="19007" y="116"/>
                  </a:lnTo>
                  <a:lnTo>
                    <a:pt x="19003" y="62"/>
                  </a:lnTo>
                  <a:lnTo>
                    <a:pt x="19003" y="0"/>
                  </a:ln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05" name="Shape 745"/>
            <p:cNvSpPr/>
            <p:nvPr/>
          </p:nvSpPr>
          <p:spPr>
            <a:xfrm>
              <a:off x="745963" y="316880"/>
              <a:ext cx="5366006" cy="2726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386" y="1954"/>
                  </a:moveTo>
                  <a:lnTo>
                    <a:pt x="13440" y="1993"/>
                  </a:lnTo>
                  <a:lnTo>
                    <a:pt x="13440" y="2061"/>
                  </a:lnTo>
                  <a:lnTo>
                    <a:pt x="13420" y="2061"/>
                  </a:lnTo>
                  <a:lnTo>
                    <a:pt x="13411" y="2081"/>
                  </a:lnTo>
                  <a:lnTo>
                    <a:pt x="13406" y="2091"/>
                  </a:lnTo>
                  <a:lnTo>
                    <a:pt x="13371" y="2091"/>
                  </a:lnTo>
                  <a:lnTo>
                    <a:pt x="13371" y="2012"/>
                  </a:lnTo>
                  <a:lnTo>
                    <a:pt x="13376" y="1993"/>
                  </a:lnTo>
                  <a:lnTo>
                    <a:pt x="13386" y="1954"/>
                  </a:lnTo>
                  <a:close/>
                  <a:moveTo>
                    <a:pt x="2789" y="1876"/>
                  </a:moveTo>
                  <a:lnTo>
                    <a:pt x="2789" y="1905"/>
                  </a:lnTo>
                  <a:lnTo>
                    <a:pt x="2809" y="1905"/>
                  </a:lnTo>
                  <a:lnTo>
                    <a:pt x="2799" y="2081"/>
                  </a:lnTo>
                  <a:lnTo>
                    <a:pt x="2809" y="2227"/>
                  </a:lnTo>
                  <a:lnTo>
                    <a:pt x="2844" y="2364"/>
                  </a:lnTo>
                  <a:lnTo>
                    <a:pt x="2859" y="2384"/>
                  </a:lnTo>
                  <a:lnTo>
                    <a:pt x="2879" y="2384"/>
                  </a:lnTo>
                  <a:lnTo>
                    <a:pt x="2894" y="2403"/>
                  </a:lnTo>
                  <a:lnTo>
                    <a:pt x="2923" y="2403"/>
                  </a:lnTo>
                  <a:lnTo>
                    <a:pt x="2923" y="1993"/>
                  </a:lnTo>
                  <a:lnTo>
                    <a:pt x="3052" y="1993"/>
                  </a:lnTo>
                  <a:lnTo>
                    <a:pt x="3077" y="2110"/>
                  </a:lnTo>
                  <a:lnTo>
                    <a:pt x="3112" y="2227"/>
                  </a:lnTo>
                  <a:lnTo>
                    <a:pt x="3147" y="2335"/>
                  </a:lnTo>
                  <a:lnTo>
                    <a:pt x="3206" y="2364"/>
                  </a:lnTo>
                  <a:lnTo>
                    <a:pt x="3206" y="2413"/>
                  </a:lnTo>
                  <a:lnTo>
                    <a:pt x="3216" y="2520"/>
                  </a:lnTo>
                  <a:lnTo>
                    <a:pt x="3226" y="2638"/>
                  </a:lnTo>
                  <a:lnTo>
                    <a:pt x="3226" y="2706"/>
                  </a:lnTo>
                  <a:lnTo>
                    <a:pt x="3241" y="2686"/>
                  </a:lnTo>
                  <a:lnTo>
                    <a:pt x="3251" y="2686"/>
                  </a:lnTo>
                  <a:lnTo>
                    <a:pt x="3261" y="2677"/>
                  </a:lnTo>
                  <a:lnTo>
                    <a:pt x="3266" y="2657"/>
                  </a:lnTo>
                  <a:lnTo>
                    <a:pt x="3276" y="2618"/>
                  </a:lnTo>
                  <a:lnTo>
                    <a:pt x="3286" y="2569"/>
                  </a:lnTo>
                  <a:lnTo>
                    <a:pt x="3295" y="2520"/>
                  </a:lnTo>
                  <a:lnTo>
                    <a:pt x="3300" y="2481"/>
                  </a:lnTo>
                  <a:lnTo>
                    <a:pt x="3320" y="2452"/>
                  </a:lnTo>
                  <a:lnTo>
                    <a:pt x="3335" y="2433"/>
                  </a:lnTo>
                  <a:lnTo>
                    <a:pt x="3365" y="2413"/>
                  </a:lnTo>
                  <a:lnTo>
                    <a:pt x="3380" y="2384"/>
                  </a:lnTo>
                  <a:lnTo>
                    <a:pt x="3400" y="2364"/>
                  </a:lnTo>
                  <a:lnTo>
                    <a:pt x="3380" y="2364"/>
                  </a:lnTo>
                  <a:lnTo>
                    <a:pt x="3380" y="2335"/>
                  </a:lnTo>
                  <a:lnTo>
                    <a:pt x="3335" y="2364"/>
                  </a:lnTo>
                  <a:lnTo>
                    <a:pt x="3310" y="2403"/>
                  </a:lnTo>
                  <a:lnTo>
                    <a:pt x="3276" y="2452"/>
                  </a:lnTo>
                  <a:lnTo>
                    <a:pt x="3226" y="2481"/>
                  </a:lnTo>
                  <a:lnTo>
                    <a:pt x="3216" y="2335"/>
                  </a:lnTo>
                  <a:lnTo>
                    <a:pt x="3206" y="2227"/>
                  </a:lnTo>
                  <a:lnTo>
                    <a:pt x="3191" y="2139"/>
                  </a:lnTo>
                  <a:lnTo>
                    <a:pt x="3171" y="2022"/>
                  </a:lnTo>
                  <a:lnTo>
                    <a:pt x="3191" y="2012"/>
                  </a:lnTo>
                  <a:lnTo>
                    <a:pt x="3196" y="2012"/>
                  </a:lnTo>
                  <a:lnTo>
                    <a:pt x="3216" y="1993"/>
                  </a:lnTo>
                  <a:lnTo>
                    <a:pt x="3241" y="1993"/>
                  </a:lnTo>
                  <a:lnTo>
                    <a:pt x="3266" y="2022"/>
                  </a:lnTo>
                  <a:lnTo>
                    <a:pt x="3286" y="2042"/>
                  </a:lnTo>
                  <a:lnTo>
                    <a:pt x="3310" y="2061"/>
                  </a:lnTo>
                  <a:lnTo>
                    <a:pt x="3335" y="2081"/>
                  </a:lnTo>
                  <a:lnTo>
                    <a:pt x="3365" y="2091"/>
                  </a:lnTo>
                  <a:lnTo>
                    <a:pt x="3400" y="2208"/>
                  </a:lnTo>
                  <a:lnTo>
                    <a:pt x="3434" y="2344"/>
                  </a:lnTo>
                  <a:lnTo>
                    <a:pt x="3459" y="2472"/>
                  </a:lnTo>
                  <a:lnTo>
                    <a:pt x="3494" y="2550"/>
                  </a:lnTo>
                  <a:lnTo>
                    <a:pt x="3509" y="2569"/>
                  </a:lnTo>
                  <a:lnTo>
                    <a:pt x="3603" y="2569"/>
                  </a:lnTo>
                  <a:lnTo>
                    <a:pt x="3623" y="2589"/>
                  </a:lnTo>
                  <a:lnTo>
                    <a:pt x="3707" y="2706"/>
                  </a:lnTo>
                  <a:lnTo>
                    <a:pt x="3777" y="2862"/>
                  </a:lnTo>
                  <a:lnTo>
                    <a:pt x="3856" y="2999"/>
                  </a:lnTo>
                  <a:lnTo>
                    <a:pt x="3856" y="3116"/>
                  </a:lnTo>
                  <a:lnTo>
                    <a:pt x="3926" y="3165"/>
                  </a:lnTo>
                  <a:lnTo>
                    <a:pt x="3985" y="3234"/>
                  </a:lnTo>
                  <a:lnTo>
                    <a:pt x="4020" y="3341"/>
                  </a:lnTo>
                  <a:lnTo>
                    <a:pt x="4065" y="3458"/>
                  </a:lnTo>
                  <a:lnTo>
                    <a:pt x="4099" y="3576"/>
                  </a:lnTo>
                  <a:lnTo>
                    <a:pt x="4144" y="3683"/>
                  </a:lnTo>
                  <a:lnTo>
                    <a:pt x="4114" y="3751"/>
                  </a:lnTo>
                  <a:lnTo>
                    <a:pt x="4099" y="3781"/>
                  </a:lnTo>
                  <a:lnTo>
                    <a:pt x="4090" y="3829"/>
                  </a:lnTo>
                  <a:lnTo>
                    <a:pt x="4080" y="3869"/>
                  </a:lnTo>
                  <a:lnTo>
                    <a:pt x="4114" y="3986"/>
                  </a:lnTo>
                  <a:lnTo>
                    <a:pt x="4169" y="4074"/>
                  </a:lnTo>
                  <a:lnTo>
                    <a:pt x="4238" y="4123"/>
                  </a:lnTo>
                  <a:lnTo>
                    <a:pt x="4238" y="4191"/>
                  </a:lnTo>
                  <a:lnTo>
                    <a:pt x="4248" y="4211"/>
                  </a:lnTo>
                  <a:lnTo>
                    <a:pt x="4248" y="4220"/>
                  </a:lnTo>
                  <a:lnTo>
                    <a:pt x="4253" y="4240"/>
                  </a:lnTo>
                  <a:lnTo>
                    <a:pt x="4273" y="4259"/>
                  </a:lnTo>
                  <a:lnTo>
                    <a:pt x="4288" y="4289"/>
                  </a:lnTo>
                  <a:lnTo>
                    <a:pt x="4318" y="4308"/>
                  </a:lnTo>
                  <a:lnTo>
                    <a:pt x="4333" y="4328"/>
                  </a:lnTo>
                  <a:lnTo>
                    <a:pt x="4353" y="4357"/>
                  </a:lnTo>
                  <a:lnTo>
                    <a:pt x="4358" y="4377"/>
                  </a:lnTo>
                  <a:lnTo>
                    <a:pt x="4368" y="4416"/>
                  </a:lnTo>
                  <a:lnTo>
                    <a:pt x="4358" y="4425"/>
                  </a:lnTo>
                  <a:lnTo>
                    <a:pt x="4358" y="4465"/>
                  </a:lnTo>
                  <a:lnTo>
                    <a:pt x="4368" y="4484"/>
                  </a:lnTo>
                  <a:lnTo>
                    <a:pt x="4388" y="4494"/>
                  </a:lnTo>
                  <a:lnTo>
                    <a:pt x="4412" y="4513"/>
                  </a:lnTo>
                  <a:lnTo>
                    <a:pt x="4427" y="4533"/>
                  </a:lnTo>
                  <a:lnTo>
                    <a:pt x="4482" y="4533"/>
                  </a:lnTo>
                  <a:lnTo>
                    <a:pt x="4447" y="4992"/>
                  </a:lnTo>
                  <a:lnTo>
                    <a:pt x="4422" y="5012"/>
                  </a:lnTo>
                  <a:lnTo>
                    <a:pt x="4392" y="5012"/>
                  </a:lnTo>
                  <a:lnTo>
                    <a:pt x="4368" y="5021"/>
                  </a:lnTo>
                  <a:lnTo>
                    <a:pt x="4333" y="5021"/>
                  </a:lnTo>
                  <a:lnTo>
                    <a:pt x="4298" y="4943"/>
                  </a:lnTo>
                  <a:lnTo>
                    <a:pt x="4253" y="4855"/>
                  </a:lnTo>
                  <a:lnTo>
                    <a:pt x="4219" y="4767"/>
                  </a:lnTo>
                  <a:lnTo>
                    <a:pt x="4194" y="4650"/>
                  </a:lnTo>
                  <a:lnTo>
                    <a:pt x="4159" y="4650"/>
                  </a:lnTo>
                  <a:lnTo>
                    <a:pt x="4134" y="4670"/>
                  </a:lnTo>
                  <a:lnTo>
                    <a:pt x="4109" y="4670"/>
                  </a:lnTo>
                  <a:lnTo>
                    <a:pt x="4080" y="4689"/>
                  </a:lnTo>
                  <a:lnTo>
                    <a:pt x="4124" y="4953"/>
                  </a:lnTo>
                  <a:lnTo>
                    <a:pt x="4159" y="5246"/>
                  </a:lnTo>
                  <a:lnTo>
                    <a:pt x="4219" y="5246"/>
                  </a:lnTo>
                  <a:lnTo>
                    <a:pt x="4253" y="5383"/>
                  </a:lnTo>
                  <a:lnTo>
                    <a:pt x="4283" y="5520"/>
                  </a:lnTo>
                  <a:lnTo>
                    <a:pt x="4288" y="5705"/>
                  </a:lnTo>
                  <a:lnTo>
                    <a:pt x="4283" y="5725"/>
                  </a:lnTo>
                  <a:lnTo>
                    <a:pt x="4273" y="5744"/>
                  </a:lnTo>
                  <a:lnTo>
                    <a:pt x="4273" y="5764"/>
                  </a:lnTo>
                  <a:lnTo>
                    <a:pt x="4263" y="5773"/>
                  </a:lnTo>
                  <a:lnTo>
                    <a:pt x="4253" y="5793"/>
                  </a:lnTo>
                  <a:lnTo>
                    <a:pt x="4238" y="5813"/>
                  </a:lnTo>
                  <a:lnTo>
                    <a:pt x="4204" y="5773"/>
                  </a:lnTo>
                  <a:lnTo>
                    <a:pt x="4114" y="5676"/>
                  </a:lnTo>
                  <a:lnTo>
                    <a:pt x="4080" y="5637"/>
                  </a:lnTo>
                  <a:lnTo>
                    <a:pt x="4065" y="5627"/>
                  </a:lnTo>
                  <a:lnTo>
                    <a:pt x="4050" y="5627"/>
                  </a:lnTo>
                  <a:lnTo>
                    <a:pt x="4099" y="5764"/>
                  </a:lnTo>
                  <a:lnTo>
                    <a:pt x="4144" y="5881"/>
                  </a:lnTo>
                  <a:lnTo>
                    <a:pt x="4179" y="6028"/>
                  </a:lnTo>
                  <a:lnTo>
                    <a:pt x="4159" y="6028"/>
                  </a:lnTo>
                  <a:lnTo>
                    <a:pt x="4099" y="5979"/>
                  </a:lnTo>
                  <a:lnTo>
                    <a:pt x="4020" y="5949"/>
                  </a:lnTo>
                  <a:lnTo>
                    <a:pt x="3936" y="5910"/>
                  </a:lnTo>
                  <a:lnTo>
                    <a:pt x="3876" y="5842"/>
                  </a:lnTo>
                  <a:lnTo>
                    <a:pt x="3822" y="5744"/>
                  </a:lnTo>
                  <a:lnTo>
                    <a:pt x="3787" y="5588"/>
                  </a:lnTo>
                  <a:lnTo>
                    <a:pt x="3752" y="5451"/>
                  </a:lnTo>
                  <a:lnTo>
                    <a:pt x="3702" y="5314"/>
                  </a:lnTo>
                  <a:lnTo>
                    <a:pt x="3648" y="5217"/>
                  </a:lnTo>
                  <a:lnTo>
                    <a:pt x="3573" y="5295"/>
                  </a:lnTo>
                  <a:lnTo>
                    <a:pt x="3484" y="5354"/>
                  </a:lnTo>
                  <a:lnTo>
                    <a:pt x="3380" y="5363"/>
                  </a:lnTo>
                  <a:lnTo>
                    <a:pt x="3370" y="5314"/>
                  </a:lnTo>
                  <a:lnTo>
                    <a:pt x="3365" y="5266"/>
                  </a:lnTo>
                  <a:lnTo>
                    <a:pt x="3365" y="5148"/>
                  </a:lnTo>
                  <a:lnTo>
                    <a:pt x="3439" y="5090"/>
                  </a:lnTo>
                  <a:lnTo>
                    <a:pt x="3539" y="5041"/>
                  </a:lnTo>
                  <a:lnTo>
                    <a:pt x="3623" y="4992"/>
                  </a:lnTo>
                  <a:lnTo>
                    <a:pt x="3648" y="4894"/>
                  </a:lnTo>
                  <a:lnTo>
                    <a:pt x="3673" y="4758"/>
                  </a:lnTo>
                  <a:lnTo>
                    <a:pt x="3702" y="4601"/>
                  </a:lnTo>
                  <a:lnTo>
                    <a:pt x="3717" y="4445"/>
                  </a:lnTo>
                  <a:lnTo>
                    <a:pt x="3727" y="4328"/>
                  </a:lnTo>
                  <a:lnTo>
                    <a:pt x="3717" y="4240"/>
                  </a:lnTo>
                  <a:lnTo>
                    <a:pt x="3683" y="4123"/>
                  </a:lnTo>
                  <a:lnTo>
                    <a:pt x="3638" y="4054"/>
                  </a:lnTo>
                  <a:lnTo>
                    <a:pt x="3588" y="3986"/>
                  </a:lnTo>
                  <a:lnTo>
                    <a:pt x="3554" y="3898"/>
                  </a:lnTo>
                  <a:lnTo>
                    <a:pt x="3509" y="3487"/>
                  </a:lnTo>
                  <a:lnTo>
                    <a:pt x="3439" y="3458"/>
                  </a:lnTo>
                  <a:lnTo>
                    <a:pt x="3390" y="3390"/>
                  </a:lnTo>
                  <a:lnTo>
                    <a:pt x="3345" y="3322"/>
                  </a:lnTo>
                  <a:lnTo>
                    <a:pt x="3300" y="3302"/>
                  </a:lnTo>
                  <a:lnTo>
                    <a:pt x="3261" y="3341"/>
                  </a:lnTo>
                  <a:lnTo>
                    <a:pt x="3231" y="3390"/>
                  </a:lnTo>
                  <a:lnTo>
                    <a:pt x="3206" y="3439"/>
                  </a:lnTo>
                  <a:lnTo>
                    <a:pt x="3171" y="3487"/>
                  </a:lnTo>
                  <a:lnTo>
                    <a:pt x="3112" y="3527"/>
                  </a:lnTo>
                  <a:lnTo>
                    <a:pt x="3052" y="3458"/>
                  </a:lnTo>
                  <a:lnTo>
                    <a:pt x="2973" y="3409"/>
                  </a:lnTo>
                  <a:lnTo>
                    <a:pt x="2888" y="3370"/>
                  </a:lnTo>
                  <a:lnTo>
                    <a:pt x="2809" y="3322"/>
                  </a:lnTo>
                  <a:lnTo>
                    <a:pt x="2740" y="3273"/>
                  </a:lnTo>
                  <a:lnTo>
                    <a:pt x="2685" y="3185"/>
                  </a:lnTo>
                  <a:lnTo>
                    <a:pt x="2650" y="3048"/>
                  </a:lnTo>
                  <a:lnTo>
                    <a:pt x="2660" y="3028"/>
                  </a:lnTo>
                  <a:lnTo>
                    <a:pt x="2660" y="3019"/>
                  </a:lnTo>
                  <a:lnTo>
                    <a:pt x="2670" y="3019"/>
                  </a:lnTo>
                  <a:lnTo>
                    <a:pt x="2670" y="2960"/>
                  </a:lnTo>
                  <a:lnTo>
                    <a:pt x="2635" y="2950"/>
                  </a:lnTo>
                  <a:lnTo>
                    <a:pt x="2601" y="2931"/>
                  </a:lnTo>
                  <a:lnTo>
                    <a:pt x="2576" y="2892"/>
                  </a:lnTo>
                  <a:lnTo>
                    <a:pt x="2556" y="2843"/>
                  </a:lnTo>
                  <a:lnTo>
                    <a:pt x="2541" y="2774"/>
                  </a:lnTo>
                  <a:lnTo>
                    <a:pt x="2586" y="2608"/>
                  </a:lnTo>
                  <a:lnTo>
                    <a:pt x="2620" y="2384"/>
                  </a:lnTo>
                  <a:lnTo>
                    <a:pt x="2635" y="2139"/>
                  </a:lnTo>
                  <a:lnTo>
                    <a:pt x="2650" y="1905"/>
                  </a:lnTo>
                  <a:lnTo>
                    <a:pt x="2789" y="1876"/>
                  </a:lnTo>
                  <a:close/>
                  <a:moveTo>
                    <a:pt x="1985" y="1837"/>
                  </a:moveTo>
                  <a:lnTo>
                    <a:pt x="2065" y="1837"/>
                  </a:lnTo>
                  <a:lnTo>
                    <a:pt x="2109" y="2179"/>
                  </a:lnTo>
                  <a:lnTo>
                    <a:pt x="2144" y="2550"/>
                  </a:lnTo>
                  <a:lnTo>
                    <a:pt x="2124" y="2550"/>
                  </a:lnTo>
                  <a:lnTo>
                    <a:pt x="2099" y="2618"/>
                  </a:lnTo>
                  <a:lnTo>
                    <a:pt x="2045" y="2589"/>
                  </a:lnTo>
                  <a:lnTo>
                    <a:pt x="2030" y="2618"/>
                  </a:lnTo>
                  <a:lnTo>
                    <a:pt x="2030" y="2706"/>
                  </a:lnTo>
                  <a:lnTo>
                    <a:pt x="2020" y="2726"/>
                  </a:lnTo>
                  <a:lnTo>
                    <a:pt x="2010" y="2755"/>
                  </a:lnTo>
                  <a:lnTo>
                    <a:pt x="1985" y="2774"/>
                  </a:lnTo>
                  <a:lnTo>
                    <a:pt x="1960" y="2745"/>
                  </a:lnTo>
                  <a:lnTo>
                    <a:pt x="1926" y="2686"/>
                  </a:lnTo>
                  <a:lnTo>
                    <a:pt x="1891" y="2657"/>
                  </a:lnTo>
                  <a:lnTo>
                    <a:pt x="1891" y="2550"/>
                  </a:lnTo>
                  <a:lnTo>
                    <a:pt x="1777" y="2520"/>
                  </a:lnTo>
                  <a:lnTo>
                    <a:pt x="1797" y="2208"/>
                  </a:lnTo>
                  <a:lnTo>
                    <a:pt x="1831" y="2179"/>
                  </a:lnTo>
                  <a:lnTo>
                    <a:pt x="1866" y="2130"/>
                  </a:lnTo>
                  <a:lnTo>
                    <a:pt x="1891" y="2061"/>
                  </a:lnTo>
                  <a:lnTo>
                    <a:pt x="1866" y="2042"/>
                  </a:lnTo>
                  <a:lnTo>
                    <a:pt x="1846" y="2022"/>
                  </a:lnTo>
                  <a:lnTo>
                    <a:pt x="1831" y="2012"/>
                  </a:lnTo>
                  <a:lnTo>
                    <a:pt x="1812" y="1973"/>
                  </a:lnTo>
                  <a:lnTo>
                    <a:pt x="1802" y="1944"/>
                  </a:lnTo>
                  <a:lnTo>
                    <a:pt x="1797" y="1876"/>
                  </a:lnTo>
                  <a:lnTo>
                    <a:pt x="1891" y="1856"/>
                  </a:lnTo>
                  <a:lnTo>
                    <a:pt x="1985" y="1837"/>
                  </a:lnTo>
                  <a:close/>
                  <a:moveTo>
                    <a:pt x="18170" y="1680"/>
                  </a:moveTo>
                  <a:lnTo>
                    <a:pt x="18230" y="1739"/>
                  </a:lnTo>
                  <a:lnTo>
                    <a:pt x="18230" y="1807"/>
                  </a:lnTo>
                  <a:lnTo>
                    <a:pt x="18150" y="1807"/>
                  </a:lnTo>
                  <a:lnTo>
                    <a:pt x="18170" y="1680"/>
                  </a:lnTo>
                  <a:close/>
                  <a:moveTo>
                    <a:pt x="2174" y="1680"/>
                  </a:moveTo>
                  <a:lnTo>
                    <a:pt x="2238" y="1700"/>
                  </a:lnTo>
                  <a:lnTo>
                    <a:pt x="2308" y="1719"/>
                  </a:lnTo>
                  <a:lnTo>
                    <a:pt x="2367" y="1739"/>
                  </a:lnTo>
                  <a:lnTo>
                    <a:pt x="2412" y="1768"/>
                  </a:lnTo>
                  <a:lnTo>
                    <a:pt x="2417" y="1807"/>
                  </a:lnTo>
                  <a:lnTo>
                    <a:pt x="2417" y="1856"/>
                  </a:lnTo>
                  <a:lnTo>
                    <a:pt x="2427" y="1924"/>
                  </a:lnTo>
                  <a:lnTo>
                    <a:pt x="2427" y="1993"/>
                  </a:lnTo>
                  <a:lnTo>
                    <a:pt x="2417" y="2022"/>
                  </a:lnTo>
                  <a:lnTo>
                    <a:pt x="2412" y="2061"/>
                  </a:lnTo>
                  <a:lnTo>
                    <a:pt x="2402" y="2110"/>
                  </a:lnTo>
                  <a:lnTo>
                    <a:pt x="2382" y="2139"/>
                  </a:lnTo>
                  <a:lnTo>
                    <a:pt x="2367" y="2159"/>
                  </a:lnTo>
                  <a:lnTo>
                    <a:pt x="2348" y="2179"/>
                  </a:lnTo>
                  <a:lnTo>
                    <a:pt x="2343" y="2198"/>
                  </a:lnTo>
                  <a:lnTo>
                    <a:pt x="2323" y="2208"/>
                  </a:lnTo>
                  <a:lnTo>
                    <a:pt x="2313" y="2247"/>
                  </a:lnTo>
                  <a:lnTo>
                    <a:pt x="2323" y="2335"/>
                  </a:lnTo>
                  <a:lnTo>
                    <a:pt x="2313" y="2433"/>
                  </a:lnTo>
                  <a:lnTo>
                    <a:pt x="2308" y="2501"/>
                  </a:lnTo>
                  <a:lnTo>
                    <a:pt x="2288" y="2550"/>
                  </a:lnTo>
                  <a:lnTo>
                    <a:pt x="2273" y="2569"/>
                  </a:lnTo>
                  <a:lnTo>
                    <a:pt x="2253" y="2589"/>
                  </a:lnTo>
                  <a:lnTo>
                    <a:pt x="2194" y="2589"/>
                  </a:lnTo>
                  <a:lnTo>
                    <a:pt x="2174" y="2481"/>
                  </a:lnTo>
                  <a:lnTo>
                    <a:pt x="2194" y="2384"/>
                  </a:lnTo>
                  <a:lnTo>
                    <a:pt x="2194" y="2266"/>
                  </a:lnTo>
                  <a:lnTo>
                    <a:pt x="2174" y="2130"/>
                  </a:lnTo>
                  <a:lnTo>
                    <a:pt x="2169" y="1973"/>
                  </a:lnTo>
                  <a:lnTo>
                    <a:pt x="2159" y="1837"/>
                  </a:lnTo>
                  <a:lnTo>
                    <a:pt x="2174" y="1680"/>
                  </a:lnTo>
                  <a:close/>
                  <a:moveTo>
                    <a:pt x="298" y="1670"/>
                  </a:moveTo>
                  <a:lnTo>
                    <a:pt x="367" y="1680"/>
                  </a:lnTo>
                  <a:lnTo>
                    <a:pt x="367" y="1807"/>
                  </a:lnTo>
                  <a:lnTo>
                    <a:pt x="600" y="1807"/>
                  </a:lnTo>
                  <a:lnTo>
                    <a:pt x="615" y="1876"/>
                  </a:lnTo>
                  <a:lnTo>
                    <a:pt x="635" y="1954"/>
                  </a:lnTo>
                  <a:lnTo>
                    <a:pt x="650" y="2042"/>
                  </a:lnTo>
                  <a:lnTo>
                    <a:pt x="670" y="2110"/>
                  </a:lnTo>
                  <a:lnTo>
                    <a:pt x="670" y="2139"/>
                  </a:lnTo>
                  <a:lnTo>
                    <a:pt x="615" y="2266"/>
                  </a:lnTo>
                  <a:lnTo>
                    <a:pt x="546" y="2315"/>
                  </a:lnTo>
                  <a:lnTo>
                    <a:pt x="476" y="2364"/>
                  </a:lnTo>
                  <a:lnTo>
                    <a:pt x="437" y="2520"/>
                  </a:lnTo>
                  <a:lnTo>
                    <a:pt x="402" y="2657"/>
                  </a:lnTo>
                  <a:lnTo>
                    <a:pt x="392" y="2813"/>
                  </a:lnTo>
                  <a:lnTo>
                    <a:pt x="407" y="2960"/>
                  </a:lnTo>
                  <a:lnTo>
                    <a:pt x="332" y="2980"/>
                  </a:lnTo>
                  <a:lnTo>
                    <a:pt x="263" y="3028"/>
                  </a:lnTo>
                  <a:lnTo>
                    <a:pt x="174" y="3077"/>
                  </a:lnTo>
                  <a:lnTo>
                    <a:pt x="169" y="3048"/>
                  </a:lnTo>
                  <a:lnTo>
                    <a:pt x="159" y="3019"/>
                  </a:lnTo>
                  <a:lnTo>
                    <a:pt x="149" y="2999"/>
                  </a:lnTo>
                  <a:lnTo>
                    <a:pt x="149" y="2960"/>
                  </a:lnTo>
                  <a:lnTo>
                    <a:pt x="139" y="2931"/>
                  </a:lnTo>
                  <a:lnTo>
                    <a:pt x="149" y="2911"/>
                  </a:lnTo>
                  <a:lnTo>
                    <a:pt x="149" y="2882"/>
                  </a:lnTo>
                  <a:lnTo>
                    <a:pt x="159" y="2843"/>
                  </a:lnTo>
                  <a:lnTo>
                    <a:pt x="159" y="2813"/>
                  </a:lnTo>
                  <a:lnTo>
                    <a:pt x="99" y="2813"/>
                  </a:lnTo>
                  <a:lnTo>
                    <a:pt x="99" y="2745"/>
                  </a:lnTo>
                  <a:lnTo>
                    <a:pt x="89" y="2726"/>
                  </a:lnTo>
                  <a:lnTo>
                    <a:pt x="89" y="2706"/>
                  </a:lnTo>
                  <a:lnTo>
                    <a:pt x="79" y="2686"/>
                  </a:lnTo>
                  <a:lnTo>
                    <a:pt x="64" y="2657"/>
                  </a:lnTo>
                  <a:lnTo>
                    <a:pt x="0" y="2657"/>
                  </a:lnTo>
                  <a:lnTo>
                    <a:pt x="0" y="2550"/>
                  </a:lnTo>
                  <a:lnTo>
                    <a:pt x="64" y="2413"/>
                  </a:lnTo>
                  <a:lnTo>
                    <a:pt x="104" y="2227"/>
                  </a:lnTo>
                  <a:lnTo>
                    <a:pt x="139" y="2022"/>
                  </a:lnTo>
                  <a:lnTo>
                    <a:pt x="114" y="1993"/>
                  </a:lnTo>
                  <a:lnTo>
                    <a:pt x="104" y="1944"/>
                  </a:lnTo>
                  <a:lnTo>
                    <a:pt x="99" y="1905"/>
                  </a:lnTo>
                  <a:lnTo>
                    <a:pt x="79" y="1768"/>
                  </a:lnTo>
                  <a:lnTo>
                    <a:pt x="149" y="1739"/>
                  </a:lnTo>
                  <a:lnTo>
                    <a:pt x="203" y="1719"/>
                  </a:lnTo>
                  <a:lnTo>
                    <a:pt x="243" y="1680"/>
                  </a:lnTo>
                  <a:lnTo>
                    <a:pt x="298" y="1670"/>
                  </a:lnTo>
                  <a:close/>
                  <a:moveTo>
                    <a:pt x="7723" y="1270"/>
                  </a:moveTo>
                  <a:lnTo>
                    <a:pt x="7797" y="1270"/>
                  </a:lnTo>
                  <a:lnTo>
                    <a:pt x="7797" y="1309"/>
                  </a:lnTo>
                  <a:lnTo>
                    <a:pt x="7782" y="1309"/>
                  </a:lnTo>
                  <a:lnTo>
                    <a:pt x="7762" y="1329"/>
                  </a:lnTo>
                  <a:lnTo>
                    <a:pt x="7748" y="1329"/>
                  </a:lnTo>
                  <a:lnTo>
                    <a:pt x="7738" y="1309"/>
                  </a:lnTo>
                  <a:lnTo>
                    <a:pt x="7723" y="1270"/>
                  </a:lnTo>
                  <a:close/>
                  <a:moveTo>
                    <a:pt x="2253" y="1270"/>
                  </a:moveTo>
                  <a:lnTo>
                    <a:pt x="2273" y="1495"/>
                  </a:lnTo>
                  <a:lnTo>
                    <a:pt x="2243" y="1534"/>
                  </a:lnTo>
                  <a:lnTo>
                    <a:pt x="2228" y="1543"/>
                  </a:lnTo>
                  <a:lnTo>
                    <a:pt x="2209" y="1563"/>
                  </a:lnTo>
                  <a:lnTo>
                    <a:pt x="2184" y="1602"/>
                  </a:lnTo>
                  <a:lnTo>
                    <a:pt x="2159" y="1612"/>
                  </a:lnTo>
                  <a:lnTo>
                    <a:pt x="2149" y="1602"/>
                  </a:lnTo>
                  <a:lnTo>
                    <a:pt x="2144" y="1602"/>
                  </a:lnTo>
                  <a:lnTo>
                    <a:pt x="2134" y="1583"/>
                  </a:lnTo>
                  <a:lnTo>
                    <a:pt x="2099" y="1583"/>
                  </a:lnTo>
                  <a:lnTo>
                    <a:pt x="2099" y="1534"/>
                  </a:lnTo>
                  <a:lnTo>
                    <a:pt x="2089" y="1534"/>
                  </a:lnTo>
                  <a:lnTo>
                    <a:pt x="2089" y="1514"/>
                  </a:lnTo>
                  <a:lnTo>
                    <a:pt x="2080" y="1495"/>
                  </a:lnTo>
                  <a:lnTo>
                    <a:pt x="2080" y="1426"/>
                  </a:lnTo>
                  <a:lnTo>
                    <a:pt x="2124" y="1377"/>
                  </a:lnTo>
                  <a:lnTo>
                    <a:pt x="2159" y="1329"/>
                  </a:lnTo>
                  <a:lnTo>
                    <a:pt x="2194" y="1290"/>
                  </a:lnTo>
                  <a:lnTo>
                    <a:pt x="2253" y="1270"/>
                  </a:lnTo>
                  <a:close/>
                  <a:moveTo>
                    <a:pt x="541" y="1241"/>
                  </a:moveTo>
                  <a:lnTo>
                    <a:pt x="556" y="1241"/>
                  </a:lnTo>
                  <a:lnTo>
                    <a:pt x="576" y="1260"/>
                  </a:lnTo>
                  <a:lnTo>
                    <a:pt x="581" y="1260"/>
                  </a:lnTo>
                  <a:lnTo>
                    <a:pt x="591" y="1270"/>
                  </a:lnTo>
                  <a:lnTo>
                    <a:pt x="600" y="1309"/>
                  </a:lnTo>
                  <a:lnTo>
                    <a:pt x="541" y="1309"/>
                  </a:lnTo>
                  <a:lnTo>
                    <a:pt x="541" y="1241"/>
                  </a:lnTo>
                  <a:close/>
                  <a:moveTo>
                    <a:pt x="18582" y="1123"/>
                  </a:moveTo>
                  <a:lnTo>
                    <a:pt x="18662" y="1143"/>
                  </a:lnTo>
                  <a:lnTo>
                    <a:pt x="18741" y="1172"/>
                  </a:lnTo>
                  <a:lnTo>
                    <a:pt x="18811" y="1221"/>
                  </a:lnTo>
                  <a:lnTo>
                    <a:pt x="18860" y="1309"/>
                  </a:lnTo>
                  <a:lnTo>
                    <a:pt x="18895" y="1426"/>
                  </a:lnTo>
                  <a:lnTo>
                    <a:pt x="18915" y="1583"/>
                  </a:lnTo>
                  <a:lnTo>
                    <a:pt x="18801" y="1543"/>
                  </a:lnTo>
                  <a:lnTo>
                    <a:pt x="18696" y="1475"/>
                  </a:lnTo>
                  <a:lnTo>
                    <a:pt x="18617" y="1377"/>
                  </a:lnTo>
                  <a:lnTo>
                    <a:pt x="18567" y="1241"/>
                  </a:lnTo>
                  <a:lnTo>
                    <a:pt x="18577" y="1221"/>
                  </a:lnTo>
                  <a:lnTo>
                    <a:pt x="18577" y="1201"/>
                  </a:lnTo>
                  <a:lnTo>
                    <a:pt x="18582" y="1192"/>
                  </a:lnTo>
                  <a:lnTo>
                    <a:pt x="18582" y="1123"/>
                  </a:lnTo>
                  <a:close/>
                  <a:moveTo>
                    <a:pt x="1906" y="1016"/>
                  </a:moveTo>
                  <a:lnTo>
                    <a:pt x="1941" y="1016"/>
                  </a:lnTo>
                  <a:lnTo>
                    <a:pt x="1950" y="1036"/>
                  </a:lnTo>
                  <a:lnTo>
                    <a:pt x="1960" y="1036"/>
                  </a:lnTo>
                  <a:lnTo>
                    <a:pt x="1970" y="1055"/>
                  </a:lnTo>
                  <a:lnTo>
                    <a:pt x="1975" y="1084"/>
                  </a:lnTo>
                  <a:lnTo>
                    <a:pt x="1985" y="1104"/>
                  </a:lnTo>
                  <a:lnTo>
                    <a:pt x="1985" y="1201"/>
                  </a:lnTo>
                  <a:lnTo>
                    <a:pt x="1970" y="1309"/>
                  </a:lnTo>
                  <a:lnTo>
                    <a:pt x="1960" y="1465"/>
                  </a:lnTo>
                  <a:lnTo>
                    <a:pt x="1950" y="1583"/>
                  </a:lnTo>
                  <a:lnTo>
                    <a:pt x="1926" y="1602"/>
                  </a:lnTo>
                  <a:lnTo>
                    <a:pt x="1906" y="1612"/>
                  </a:lnTo>
                  <a:lnTo>
                    <a:pt x="1891" y="1651"/>
                  </a:lnTo>
                  <a:lnTo>
                    <a:pt x="1871" y="1651"/>
                  </a:lnTo>
                  <a:lnTo>
                    <a:pt x="1871" y="1631"/>
                  </a:lnTo>
                  <a:lnTo>
                    <a:pt x="1866" y="1631"/>
                  </a:lnTo>
                  <a:lnTo>
                    <a:pt x="1856" y="1612"/>
                  </a:lnTo>
                  <a:lnTo>
                    <a:pt x="1836" y="1583"/>
                  </a:lnTo>
                  <a:lnTo>
                    <a:pt x="1831" y="1543"/>
                  </a:lnTo>
                  <a:lnTo>
                    <a:pt x="1831" y="1465"/>
                  </a:lnTo>
                  <a:lnTo>
                    <a:pt x="1812" y="1426"/>
                  </a:lnTo>
                  <a:lnTo>
                    <a:pt x="1777" y="1377"/>
                  </a:lnTo>
                  <a:lnTo>
                    <a:pt x="1732" y="1358"/>
                  </a:lnTo>
                  <a:lnTo>
                    <a:pt x="1692" y="1377"/>
                  </a:lnTo>
                  <a:lnTo>
                    <a:pt x="1648" y="1358"/>
                  </a:lnTo>
                  <a:lnTo>
                    <a:pt x="1603" y="1309"/>
                  </a:lnTo>
                  <a:lnTo>
                    <a:pt x="1568" y="1201"/>
                  </a:lnTo>
                  <a:lnTo>
                    <a:pt x="1588" y="1201"/>
                  </a:lnTo>
                  <a:lnTo>
                    <a:pt x="1598" y="1172"/>
                  </a:lnTo>
                  <a:lnTo>
                    <a:pt x="1603" y="1153"/>
                  </a:lnTo>
                  <a:lnTo>
                    <a:pt x="1603" y="1143"/>
                  </a:lnTo>
                  <a:lnTo>
                    <a:pt x="1638" y="1143"/>
                  </a:lnTo>
                  <a:lnTo>
                    <a:pt x="1668" y="1123"/>
                  </a:lnTo>
                  <a:lnTo>
                    <a:pt x="1717" y="1153"/>
                  </a:lnTo>
                  <a:lnTo>
                    <a:pt x="1777" y="1143"/>
                  </a:lnTo>
                  <a:lnTo>
                    <a:pt x="1846" y="1123"/>
                  </a:lnTo>
                  <a:lnTo>
                    <a:pt x="1906" y="1123"/>
                  </a:lnTo>
                  <a:lnTo>
                    <a:pt x="1906" y="1016"/>
                  </a:lnTo>
                  <a:close/>
                  <a:moveTo>
                    <a:pt x="1266" y="987"/>
                  </a:moveTo>
                  <a:lnTo>
                    <a:pt x="1275" y="1016"/>
                  </a:lnTo>
                  <a:lnTo>
                    <a:pt x="1285" y="1036"/>
                  </a:lnTo>
                  <a:lnTo>
                    <a:pt x="1290" y="1075"/>
                  </a:lnTo>
                  <a:lnTo>
                    <a:pt x="1290" y="1104"/>
                  </a:lnTo>
                  <a:lnTo>
                    <a:pt x="1300" y="1143"/>
                  </a:lnTo>
                  <a:lnTo>
                    <a:pt x="1300" y="1201"/>
                  </a:lnTo>
                  <a:lnTo>
                    <a:pt x="1285" y="1201"/>
                  </a:lnTo>
                  <a:lnTo>
                    <a:pt x="1285" y="1241"/>
                  </a:lnTo>
                  <a:lnTo>
                    <a:pt x="1300" y="1241"/>
                  </a:lnTo>
                  <a:lnTo>
                    <a:pt x="1325" y="1260"/>
                  </a:lnTo>
                  <a:lnTo>
                    <a:pt x="1355" y="1270"/>
                  </a:lnTo>
                  <a:lnTo>
                    <a:pt x="1414" y="1270"/>
                  </a:lnTo>
                  <a:lnTo>
                    <a:pt x="1429" y="1241"/>
                  </a:lnTo>
                  <a:lnTo>
                    <a:pt x="1439" y="1221"/>
                  </a:lnTo>
                  <a:lnTo>
                    <a:pt x="1459" y="1221"/>
                  </a:lnTo>
                  <a:lnTo>
                    <a:pt x="1474" y="1241"/>
                  </a:lnTo>
                  <a:lnTo>
                    <a:pt x="1484" y="1260"/>
                  </a:lnTo>
                  <a:lnTo>
                    <a:pt x="1484" y="1290"/>
                  </a:lnTo>
                  <a:lnTo>
                    <a:pt x="1494" y="1309"/>
                  </a:lnTo>
                  <a:lnTo>
                    <a:pt x="1494" y="1338"/>
                  </a:lnTo>
                  <a:lnTo>
                    <a:pt x="1484" y="1377"/>
                  </a:lnTo>
                  <a:lnTo>
                    <a:pt x="1484" y="1426"/>
                  </a:lnTo>
                  <a:lnTo>
                    <a:pt x="1474" y="1465"/>
                  </a:lnTo>
                  <a:lnTo>
                    <a:pt x="1424" y="1514"/>
                  </a:lnTo>
                  <a:lnTo>
                    <a:pt x="1290" y="1514"/>
                  </a:lnTo>
                  <a:lnTo>
                    <a:pt x="1221" y="1543"/>
                  </a:lnTo>
                  <a:lnTo>
                    <a:pt x="1171" y="1612"/>
                  </a:lnTo>
                  <a:lnTo>
                    <a:pt x="1112" y="1700"/>
                  </a:lnTo>
                  <a:lnTo>
                    <a:pt x="1057" y="1788"/>
                  </a:lnTo>
                  <a:lnTo>
                    <a:pt x="983" y="1837"/>
                  </a:lnTo>
                  <a:lnTo>
                    <a:pt x="973" y="1807"/>
                  </a:lnTo>
                  <a:lnTo>
                    <a:pt x="963" y="1768"/>
                  </a:lnTo>
                  <a:lnTo>
                    <a:pt x="963" y="1739"/>
                  </a:lnTo>
                  <a:lnTo>
                    <a:pt x="953" y="1680"/>
                  </a:lnTo>
                  <a:lnTo>
                    <a:pt x="983" y="1651"/>
                  </a:lnTo>
                  <a:lnTo>
                    <a:pt x="1007" y="1612"/>
                  </a:lnTo>
                  <a:lnTo>
                    <a:pt x="1022" y="1563"/>
                  </a:lnTo>
                  <a:lnTo>
                    <a:pt x="1042" y="1514"/>
                  </a:lnTo>
                  <a:lnTo>
                    <a:pt x="1052" y="1465"/>
                  </a:lnTo>
                  <a:lnTo>
                    <a:pt x="953" y="1465"/>
                  </a:lnTo>
                  <a:lnTo>
                    <a:pt x="893" y="1514"/>
                  </a:lnTo>
                  <a:lnTo>
                    <a:pt x="824" y="1534"/>
                  </a:lnTo>
                  <a:lnTo>
                    <a:pt x="744" y="1514"/>
                  </a:lnTo>
                  <a:lnTo>
                    <a:pt x="695" y="1465"/>
                  </a:lnTo>
                  <a:lnTo>
                    <a:pt x="670" y="1465"/>
                  </a:lnTo>
                  <a:lnTo>
                    <a:pt x="670" y="1426"/>
                  </a:lnTo>
                  <a:lnTo>
                    <a:pt x="695" y="1407"/>
                  </a:lnTo>
                  <a:lnTo>
                    <a:pt x="715" y="1397"/>
                  </a:lnTo>
                  <a:lnTo>
                    <a:pt x="720" y="1377"/>
                  </a:lnTo>
                  <a:lnTo>
                    <a:pt x="739" y="1358"/>
                  </a:lnTo>
                  <a:lnTo>
                    <a:pt x="744" y="1309"/>
                  </a:lnTo>
                  <a:lnTo>
                    <a:pt x="730" y="1309"/>
                  </a:lnTo>
                  <a:lnTo>
                    <a:pt x="730" y="1270"/>
                  </a:lnTo>
                  <a:lnTo>
                    <a:pt x="754" y="1270"/>
                  </a:lnTo>
                  <a:lnTo>
                    <a:pt x="774" y="1260"/>
                  </a:lnTo>
                  <a:lnTo>
                    <a:pt x="789" y="1260"/>
                  </a:lnTo>
                  <a:lnTo>
                    <a:pt x="809" y="1241"/>
                  </a:lnTo>
                  <a:lnTo>
                    <a:pt x="799" y="1221"/>
                  </a:lnTo>
                  <a:lnTo>
                    <a:pt x="789" y="1201"/>
                  </a:lnTo>
                  <a:lnTo>
                    <a:pt x="779" y="1192"/>
                  </a:lnTo>
                  <a:lnTo>
                    <a:pt x="779" y="1172"/>
                  </a:lnTo>
                  <a:lnTo>
                    <a:pt x="774" y="1153"/>
                  </a:lnTo>
                  <a:lnTo>
                    <a:pt x="764" y="1123"/>
                  </a:lnTo>
                  <a:lnTo>
                    <a:pt x="779" y="1123"/>
                  </a:lnTo>
                  <a:lnTo>
                    <a:pt x="789" y="1104"/>
                  </a:lnTo>
                  <a:lnTo>
                    <a:pt x="799" y="1104"/>
                  </a:lnTo>
                  <a:lnTo>
                    <a:pt x="809" y="1084"/>
                  </a:lnTo>
                  <a:lnTo>
                    <a:pt x="903" y="1143"/>
                  </a:lnTo>
                  <a:lnTo>
                    <a:pt x="983" y="1201"/>
                  </a:lnTo>
                  <a:lnTo>
                    <a:pt x="1052" y="1270"/>
                  </a:lnTo>
                  <a:lnTo>
                    <a:pt x="1127" y="1329"/>
                  </a:lnTo>
                  <a:lnTo>
                    <a:pt x="1221" y="1338"/>
                  </a:lnTo>
                  <a:lnTo>
                    <a:pt x="1206" y="1260"/>
                  </a:lnTo>
                  <a:lnTo>
                    <a:pt x="1191" y="1192"/>
                  </a:lnTo>
                  <a:lnTo>
                    <a:pt x="1181" y="1143"/>
                  </a:lnTo>
                  <a:lnTo>
                    <a:pt x="1171" y="1016"/>
                  </a:lnTo>
                  <a:lnTo>
                    <a:pt x="1191" y="1006"/>
                  </a:lnTo>
                  <a:lnTo>
                    <a:pt x="1206" y="987"/>
                  </a:lnTo>
                  <a:lnTo>
                    <a:pt x="1266" y="987"/>
                  </a:lnTo>
                  <a:close/>
                  <a:moveTo>
                    <a:pt x="3683" y="781"/>
                  </a:moveTo>
                  <a:lnTo>
                    <a:pt x="3742" y="830"/>
                  </a:lnTo>
                  <a:lnTo>
                    <a:pt x="3742" y="869"/>
                  </a:lnTo>
                  <a:lnTo>
                    <a:pt x="3693" y="869"/>
                  </a:lnTo>
                  <a:lnTo>
                    <a:pt x="3683" y="850"/>
                  </a:lnTo>
                  <a:lnTo>
                    <a:pt x="3683" y="781"/>
                  </a:lnTo>
                  <a:close/>
                  <a:moveTo>
                    <a:pt x="695" y="781"/>
                  </a:moveTo>
                  <a:lnTo>
                    <a:pt x="695" y="899"/>
                  </a:lnTo>
                  <a:lnTo>
                    <a:pt x="705" y="948"/>
                  </a:lnTo>
                  <a:lnTo>
                    <a:pt x="695" y="987"/>
                  </a:lnTo>
                  <a:lnTo>
                    <a:pt x="695" y="1016"/>
                  </a:lnTo>
                  <a:lnTo>
                    <a:pt x="670" y="1055"/>
                  </a:lnTo>
                  <a:lnTo>
                    <a:pt x="645" y="1084"/>
                  </a:lnTo>
                  <a:lnTo>
                    <a:pt x="615" y="1123"/>
                  </a:lnTo>
                  <a:lnTo>
                    <a:pt x="600" y="1172"/>
                  </a:lnTo>
                  <a:lnTo>
                    <a:pt x="566" y="1143"/>
                  </a:lnTo>
                  <a:lnTo>
                    <a:pt x="546" y="1123"/>
                  </a:lnTo>
                  <a:lnTo>
                    <a:pt x="531" y="1104"/>
                  </a:lnTo>
                  <a:lnTo>
                    <a:pt x="521" y="1084"/>
                  </a:lnTo>
                  <a:lnTo>
                    <a:pt x="506" y="1055"/>
                  </a:lnTo>
                  <a:lnTo>
                    <a:pt x="496" y="1221"/>
                  </a:lnTo>
                  <a:lnTo>
                    <a:pt x="471" y="1309"/>
                  </a:lnTo>
                  <a:lnTo>
                    <a:pt x="407" y="1338"/>
                  </a:lnTo>
                  <a:lnTo>
                    <a:pt x="238" y="1338"/>
                  </a:lnTo>
                  <a:lnTo>
                    <a:pt x="238" y="1201"/>
                  </a:lnTo>
                  <a:lnTo>
                    <a:pt x="332" y="1075"/>
                  </a:lnTo>
                  <a:lnTo>
                    <a:pt x="437" y="948"/>
                  </a:lnTo>
                  <a:lnTo>
                    <a:pt x="556" y="850"/>
                  </a:lnTo>
                  <a:lnTo>
                    <a:pt x="695" y="781"/>
                  </a:lnTo>
                  <a:close/>
                  <a:moveTo>
                    <a:pt x="18220" y="781"/>
                  </a:moveTo>
                  <a:lnTo>
                    <a:pt x="18265" y="781"/>
                  </a:lnTo>
                  <a:lnTo>
                    <a:pt x="18280" y="869"/>
                  </a:lnTo>
                  <a:lnTo>
                    <a:pt x="18280" y="1084"/>
                  </a:lnTo>
                  <a:lnTo>
                    <a:pt x="18359" y="1036"/>
                  </a:lnTo>
                  <a:lnTo>
                    <a:pt x="18418" y="967"/>
                  </a:lnTo>
                  <a:lnTo>
                    <a:pt x="18488" y="899"/>
                  </a:lnTo>
                  <a:lnTo>
                    <a:pt x="18488" y="1446"/>
                  </a:lnTo>
                  <a:lnTo>
                    <a:pt x="18478" y="1446"/>
                  </a:lnTo>
                  <a:lnTo>
                    <a:pt x="18473" y="1465"/>
                  </a:lnTo>
                  <a:lnTo>
                    <a:pt x="18409" y="1465"/>
                  </a:lnTo>
                  <a:lnTo>
                    <a:pt x="18324" y="1475"/>
                  </a:lnTo>
                  <a:lnTo>
                    <a:pt x="18240" y="1495"/>
                  </a:lnTo>
                  <a:lnTo>
                    <a:pt x="18170" y="1514"/>
                  </a:lnTo>
                  <a:lnTo>
                    <a:pt x="18116" y="1534"/>
                  </a:lnTo>
                  <a:lnTo>
                    <a:pt x="18091" y="1543"/>
                  </a:lnTo>
                  <a:lnTo>
                    <a:pt x="18031" y="1446"/>
                  </a:lnTo>
                  <a:lnTo>
                    <a:pt x="17987" y="1309"/>
                  </a:lnTo>
                  <a:lnTo>
                    <a:pt x="17962" y="1123"/>
                  </a:lnTo>
                  <a:lnTo>
                    <a:pt x="17967" y="1075"/>
                  </a:lnTo>
                  <a:lnTo>
                    <a:pt x="17977" y="1036"/>
                  </a:lnTo>
                  <a:lnTo>
                    <a:pt x="17987" y="1006"/>
                  </a:lnTo>
                  <a:lnTo>
                    <a:pt x="17997" y="967"/>
                  </a:lnTo>
                  <a:lnTo>
                    <a:pt x="18002" y="938"/>
                  </a:lnTo>
                  <a:lnTo>
                    <a:pt x="18036" y="899"/>
                  </a:lnTo>
                  <a:lnTo>
                    <a:pt x="18081" y="850"/>
                  </a:lnTo>
                  <a:lnTo>
                    <a:pt x="18150" y="801"/>
                  </a:lnTo>
                  <a:lnTo>
                    <a:pt x="18220" y="781"/>
                  </a:lnTo>
                  <a:close/>
                  <a:moveTo>
                    <a:pt x="2273" y="713"/>
                  </a:moveTo>
                  <a:lnTo>
                    <a:pt x="2288" y="811"/>
                  </a:lnTo>
                  <a:lnTo>
                    <a:pt x="2323" y="850"/>
                  </a:lnTo>
                  <a:lnTo>
                    <a:pt x="2377" y="850"/>
                  </a:lnTo>
                  <a:lnTo>
                    <a:pt x="2462" y="830"/>
                  </a:lnTo>
                  <a:lnTo>
                    <a:pt x="2462" y="869"/>
                  </a:lnTo>
                  <a:lnTo>
                    <a:pt x="2472" y="918"/>
                  </a:lnTo>
                  <a:lnTo>
                    <a:pt x="2481" y="967"/>
                  </a:lnTo>
                  <a:lnTo>
                    <a:pt x="2481" y="1084"/>
                  </a:lnTo>
                  <a:lnTo>
                    <a:pt x="2576" y="1192"/>
                  </a:lnTo>
                  <a:lnTo>
                    <a:pt x="2685" y="1241"/>
                  </a:lnTo>
                  <a:lnTo>
                    <a:pt x="2928" y="1241"/>
                  </a:lnTo>
                  <a:lnTo>
                    <a:pt x="3062" y="1221"/>
                  </a:lnTo>
                  <a:lnTo>
                    <a:pt x="3171" y="1241"/>
                  </a:lnTo>
                  <a:lnTo>
                    <a:pt x="3171" y="1290"/>
                  </a:lnTo>
                  <a:lnTo>
                    <a:pt x="3181" y="1338"/>
                  </a:lnTo>
                  <a:lnTo>
                    <a:pt x="3191" y="1377"/>
                  </a:lnTo>
                  <a:lnTo>
                    <a:pt x="3191" y="1465"/>
                  </a:lnTo>
                  <a:lnTo>
                    <a:pt x="3171" y="1583"/>
                  </a:lnTo>
                  <a:lnTo>
                    <a:pt x="3122" y="1583"/>
                  </a:lnTo>
                  <a:lnTo>
                    <a:pt x="3062" y="1563"/>
                  </a:lnTo>
                  <a:lnTo>
                    <a:pt x="3018" y="1543"/>
                  </a:lnTo>
                  <a:lnTo>
                    <a:pt x="2998" y="1543"/>
                  </a:lnTo>
                  <a:lnTo>
                    <a:pt x="2983" y="1563"/>
                  </a:lnTo>
                  <a:lnTo>
                    <a:pt x="2973" y="1602"/>
                  </a:lnTo>
                  <a:lnTo>
                    <a:pt x="2963" y="1612"/>
                  </a:lnTo>
                  <a:lnTo>
                    <a:pt x="2948" y="1612"/>
                  </a:lnTo>
                  <a:lnTo>
                    <a:pt x="2938" y="1631"/>
                  </a:lnTo>
                  <a:lnTo>
                    <a:pt x="2913" y="1651"/>
                  </a:lnTo>
                  <a:lnTo>
                    <a:pt x="2888" y="1651"/>
                  </a:lnTo>
                  <a:lnTo>
                    <a:pt x="2859" y="1670"/>
                  </a:lnTo>
                  <a:lnTo>
                    <a:pt x="2844" y="1680"/>
                  </a:lnTo>
                  <a:lnTo>
                    <a:pt x="2789" y="1680"/>
                  </a:lnTo>
                  <a:lnTo>
                    <a:pt x="2774" y="1631"/>
                  </a:lnTo>
                  <a:lnTo>
                    <a:pt x="2764" y="1583"/>
                  </a:lnTo>
                  <a:lnTo>
                    <a:pt x="2750" y="1543"/>
                  </a:lnTo>
                  <a:lnTo>
                    <a:pt x="2750" y="1583"/>
                  </a:lnTo>
                  <a:lnTo>
                    <a:pt x="2730" y="1612"/>
                  </a:lnTo>
                  <a:lnTo>
                    <a:pt x="2720" y="1651"/>
                  </a:lnTo>
                  <a:lnTo>
                    <a:pt x="2715" y="1680"/>
                  </a:lnTo>
                  <a:lnTo>
                    <a:pt x="2670" y="1680"/>
                  </a:lnTo>
                  <a:lnTo>
                    <a:pt x="2650" y="1631"/>
                  </a:lnTo>
                  <a:lnTo>
                    <a:pt x="2620" y="1495"/>
                  </a:lnTo>
                  <a:lnTo>
                    <a:pt x="2611" y="1543"/>
                  </a:lnTo>
                  <a:lnTo>
                    <a:pt x="2601" y="1583"/>
                  </a:lnTo>
                  <a:lnTo>
                    <a:pt x="2591" y="1602"/>
                  </a:lnTo>
                  <a:lnTo>
                    <a:pt x="2576" y="1602"/>
                  </a:lnTo>
                  <a:lnTo>
                    <a:pt x="2556" y="1583"/>
                  </a:lnTo>
                  <a:lnTo>
                    <a:pt x="2541" y="1563"/>
                  </a:lnTo>
                  <a:lnTo>
                    <a:pt x="2531" y="1543"/>
                  </a:lnTo>
                  <a:lnTo>
                    <a:pt x="2531" y="1475"/>
                  </a:lnTo>
                  <a:lnTo>
                    <a:pt x="2521" y="1465"/>
                  </a:lnTo>
                  <a:lnTo>
                    <a:pt x="2516" y="1465"/>
                  </a:lnTo>
                  <a:lnTo>
                    <a:pt x="2506" y="1475"/>
                  </a:lnTo>
                  <a:lnTo>
                    <a:pt x="2487" y="1475"/>
                  </a:lnTo>
                  <a:lnTo>
                    <a:pt x="2462" y="1495"/>
                  </a:lnTo>
                  <a:lnTo>
                    <a:pt x="2447" y="1495"/>
                  </a:lnTo>
                  <a:lnTo>
                    <a:pt x="2417" y="1514"/>
                  </a:lnTo>
                  <a:lnTo>
                    <a:pt x="2412" y="1495"/>
                  </a:lnTo>
                  <a:lnTo>
                    <a:pt x="2402" y="1495"/>
                  </a:lnTo>
                  <a:lnTo>
                    <a:pt x="2382" y="1475"/>
                  </a:lnTo>
                  <a:lnTo>
                    <a:pt x="2377" y="1465"/>
                  </a:lnTo>
                  <a:lnTo>
                    <a:pt x="2357" y="1446"/>
                  </a:lnTo>
                  <a:lnTo>
                    <a:pt x="2348" y="1426"/>
                  </a:lnTo>
                  <a:lnTo>
                    <a:pt x="2357" y="1329"/>
                  </a:lnTo>
                  <a:lnTo>
                    <a:pt x="2348" y="1260"/>
                  </a:lnTo>
                  <a:lnTo>
                    <a:pt x="2333" y="1201"/>
                  </a:lnTo>
                  <a:lnTo>
                    <a:pt x="2313" y="1123"/>
                  </a:lnTo>
                  <a:lnTo>
                    <a:pt x="2313" y="1016"/>
                  </a:lnTo>
                  <a:lnTo>
                    <a:pt x="2228" y="1006"/>
                  </a:lnTo>
                  <a:lnTo>
                    <a:pt x="2149" y="948"/>
                  </a:lnTo>
                  <a:lnTo>
                    <a:pt x="2080" y="899"/>
                  </a:lnTo>
                  <a:lnTo>
                    <a:pt x="2075" y="879"/>
                  </a:lnTo>
                  <a:lnTo>
                    <a:pt x="2075" y="850"/>
                  </a:lnTo>
                  <a:lnTo>
                    <a:pt x="2065" y="830"/>
                  </a:lnTo>
                  <a:lnTo>
                    <a:pt x="2065" y="781"/>
                  </a:lnTo>
                  <a:lnTo>
                    <a:pt x="2099" y="762"/>
                  </a:lnTo>
                  <a:lnTo>
                    <a:pt x="2144" y="762"/>
                  </a:lnTo>
                  <a:lnTo>
                    <a:pt x="2194" y="742"/>
                  </a:lnTo>
                  <a:lnTo>
                    <a:pt x="2209" y="733"/>
                  </a:lnTo>
                  <a:lnTo>
                    <a:pt x="2228" y="733"/>
                  </a:lnTo>
                  <a:lnTo>
                    <a:pt x="2243" y="713"/>
                  </a:lnTo>
                  <a:lnTo>
                    <a:pt x="2273" y="713"/>
                  </a:lnTo>
                  <a:close/>
                  <a:moveTo>
                    <a:pt x="1871" y="713"/>
                  </a:moveTo>
                  <a:lnTo>
                    <a:pt x="2030" y="713"/>
                  </a:lnTo>
                  <a:lnTo>
                    <a:pt x="2030" y="742"/>
                  </a:lnTo>
                  <a:lnTo>
                    <a:pt x="2040" y="781"/>
                  </a:lnTo>
                  <a:lnTo>
                    <a:pt x="2040" y="811"/>
                  </a:lnTo>
                  <a:lnTo>
                    <a:pt x="2045" y="869"/>
                  </a:lnTo>
                  <a:lnTo>
                    <a:pt x="1970" y="869"/>
                  </a:lnTo>
                  <a:lnTo>
                    <a:pt x="1936" y="850"/>
                  </a:lnTo>
                  <a:lnTo>
                    <a:pt x="1906" y="850"/>
                  </a:lnTo>
                  <a:lnTo>
                    <a:pt x="1871" y="830"/>
                  </a:lnTo>
                  <a:lnTo>
                    <a:pt x="1871" y="713"/>
                  </a:lnTo>
                  <a:close/>
                  <a:moveTo>
                    <a:pt x="1494" y="674"/>
                  </a:moveTo>
                  <a:lnTo>
                    <a:pt x="1529" y="713"/>
                  </a:lnTo>
                  <a:lnTo>
                    <a:pt x="1563" y="742"/>
                  </a:lnTo>
                  <a:lnTo>
                    <a:pt x="1578" y="801"/>
                  </a:lnTo>
                  <a:lnTo>
                    <a:pt x="1598" y="869"/>
                  </a:lnTo>
                  <a:lnTo>
                    <a:pt x="1603" y="938"/>
                  </a:lnTo>
                  <a:lnTo>
                    <a:pt x="1553" y="938"/>
                  </a:lnTo>
                  <a:lnTo>
                    <a:pt x="1553" y="899"/>
                  </a:lnTo>
                  <a:lnTo>
                    <a:pt x="1529" y="869"/>
                  </a:lnTo>
                  <a:lnTo>
                    <a:pt x="1519" y="830"/>
                  </a:lnTo>
                  <a:lnTo>
                    <a:pt x="1509" y="801"/>
                  </a:lnTo>
                  <a:lnTo>
                    <a:pt x="1499" y="742"/>
                  </a:lnTo>
                  <a:lnTo>
                    <a:pt x="1494" y="674"/>
                  </a:lnTo>
                  <a:close/>
                  <a:moveTo>
                    <a:pt x="2427" y="596"/>
                  </a:moveTo>
                  <a:lnTo>
                    <a:pt x="2506" y="596"/>
                  </a:lnTo>
                  <a:lnTo>
                    <a:pt x="2506" y="674"/>
                  </a:lnTo>
                  <a:lnTo>
                    <a:pt x="2427" y="674"/>
                  </a:lnTo>
                  <a:lnTo>
                    <a:pt x="2427" y="596"/>
                  </a:lnTo>
                  <a:close/>
                  <a:moveTo>
                    <a:pt x="953" y="596"/>
                  </a:moveTo>
                  <a:lnTo>
                    <a:pt x="998" y="606"/>
                  </a:lnTo>
                  <a:lnTo>
                    <a:pt x="1032" y="606"/>
                  </a:lnTo>
                  <a:lnTo>
                    <a:pt x="1067" y="625"/>
                  </a:lnTo>
                  <a:lnTo>
                    <a:pt x="1092" y="645"/>
                  </a:lnTo>
                  <a:lnTo>
                    <a:pt x="1077" y="694"/>
                  </a:lnTo>
                  <a:lnTo>
                    <a:pt x="1057" y="742"/>
                  </a:lnTo>
                  <a:lnTo>
                    <a:pt x="1042" y="781"/>
                  </a:lnTo>
                  <a:lnTo>
                    <a:pt x="1017" y="830"/>
                  </a:lnTo>
                  <a:lnTo>
                    <a:pt x="988" y="869"/>
                  </a:lnTo>
                  <a:lnTo>
                    <a:pt x="963" y="879"/>
                  </a:lnTo>
                  <a:lnTo>
                    <a:pt x="948" y="879"/>
                  </a:lnTo>
                  <a:lnTo>
                    <a:pt x="918" y="869"/>
                  </a:lnTo>
                  <a:lnTo>
                    <a:pt x="903" y="830"/>
                  </a:lnTo>
                  <a:lnTo>
                    <a:pt x="893" y="801"/>
                  </a:lnTo>
                  <a:lnTo>
                    <a:pt x="883" y="762"/>
                  </a:lnTo>
                  <a:lnTo>
                    <a:pt x="883" y="713"/>
                  </a:lnTo>
                  <a:lnTo>
                    <a:pt x="918" y="664"/>
                  </a:lnTo>
                  <a:lnTo>
                    <a:pt x="953" y="596"/>
                  </a:lnTo>
                  <a:close/>
                  <a:moveTo>
                    <a:pt x="2159" y="527"/>
                  </a:moveTo>
                  <a:lnTo>
                    <a:pt x="2288" y="527"/>
                  </a:lnTo>
                  <a:lnTo>
                    <a:pt x="2288" y="596"/>
                  </a:lnTo>
                  <a:lnTo>
                    <a:pt x="2174" y="645"/>
                  </a:lnTo>
                  <a:lnTo>
                    <a:pt x="2159" y="527"/>
                  </a:lnTo>
                  <a:close/>
                  <a:moveTo>
                    <a:pt x="1092" y="420"/>
                  </a:moveTo>
                  <a:lnTo>
                    <a:pt x="1127" y="440"/>
                  </a:lnTo>
                  <a:lnTo>
                    <a:pt x="1161" y="459"/>
                  </a:lnTo>
                  <a:lnTo>
                    <a:pt x="1191" y="488"/>
                  </a:lnTo>
                  <a:lnTo>
                    <a:pt x="1171" y="488"/>
                  </a:lnTo>
                  <a:lnTo>
                    <a:pt x="1127" y="527"/>
                  </a:lnTo>
                  <a:lnTo>
                    <a:pt x="1017" y="527"/>
                  </a:lnTo>
                  <a:lnTo>
                    <a:pt x="1017" y="488"/>
                  </a:lnTo>
                  <a:lnTo>
                    <a:pt x="1032" y="488"/>
                  </a:lnTo>
                  <a:lnTo>
                    <a:pt x="1052" y="459"/>
                  </a:lnTo>
                  <a:lnTo>
                    <a:pt x="1077" y="440"/>
                  </a:lnTo>
                  <a:lnTo>
                    <a:pt x="1092" y="420"/>
                  </a:lnTo>
                  <a:close/>
                  <a:moveTo>
                    <a:pt x="13257" y="400"/>
                  </a:moveTo>
                  <a:lnTo>
                    <a:pt x="13341" y="420"/>
                  </a:lnTo>
                  <a:lnTo>
                    <a:pt x="13361" y="459"/>
                  </a:lnTo>
                  <a:lnTo>
                    <a:pt x="13371" y="488"/>
                  </a:lnTo>
                  <a:lnTo>
                    <a:pt x="13386" y="527"/>
                  </a:lnTo>
                  <a:lnTo>
                    <a:pt x="13376" y="557"/>
                  </a:lnTo>
                  <a:lnTo>
                    <a:pt x="13376" y="576"/>
                  </a:lnTo>
                  <a:lnTo>
                    <a:pt x="13371" y="596"/>
                  </a:lnTo>
                  <a:lnTo>
                    <a:pt x="13316" y="733"/>
                  </a:lnTo>
                  <a:lnTo>
                    <a:pt x="13247" y="830"/>
                  </a:lnTo>
                  <a:lnTo>
                    <a:pt x="13167" y="918"/>
                  </a:lnTo>
                  <a:lnTo>
                    <a:pt x="13073" y="987"/>
                  </a:lnTo>
                  <a:lnTo>
                    <a:pt x="12989" y="1055"/>
                  </a:lnTo>
                  <a:lnTo>
                    <a:pt x="12909" y="1123"/>
                  </a:lnTo>
                  <a:lnTo>
                    <a:pt x="12825" y="1260"/>
                  </a:lnTo>
                  <a:lnTo>
                    <a:pt x="12726" y="1465"/>
                  </a:lnTo>
                  <a:lnTo>
                    <a:pt x="12626" y="1700"/>
                  </a:lnTo>
                  <a:lnTo>
                    <a:pt x="12527" y="1973"/>
                  </a:lnTo>
                  <a:lnTo>
                    <a:pt x="12453" y="2247"/>
                  </a:lnTo>
                  <a:lnTo>
                    <a:pt x="12398" y="2520"/>
                  </a:lnTo>
                  <a:lnTo>
                    <a:pt x="12373" y="2774"/>
                  </a:lnTo>
                  <a:lnTo>
                    <a:pt x="12383" y="2862"/>
                  </a:lnTo>
                  <a:lnTo>
                    <a:pt x="12418" y="2960"/>
                  </a:lnTo>
                  <a:lnTo>
                    <a:pt x="12458" y="3068"/>
                  </a:lnTo>
                  <a:lnTo>
                    <a:pt x="12512" y="3146"/>
                  </a:lnTo>
                  <a:lnTo>
                    <a:pt x="12512" y="3185"/>
                  </a:lnTo>
                  <a:lnTo>
                    <a:pt x="12487" y="3185"/>
                  </a:lnTo>
                  <a:lnTo>
                    <a:pt x="12468" y="3273"/>
                  </a:lnTo>
                  <a:lnTo>
                    <a:pt x="12398" y="3214"/>
                  </a:lnTo>
                  <a:lnTo>
                    <a:pt x="12319" y="3185"/>
                  </a:lnTo>
                  <a:lnTo>
                    <a:pt x="12294" y="3048"/>
                  </a:lnTo>
                  <a:lnTo>
                    <a:pt x="12249" y="2931"/>
                  </a:lnTo>
                  <a:lnTo>
                    <a:pt x="12209" y="2843"/>
                  </a:lnTo>
                  <a:lnTo>
                    <a:pt x="12165" y="2755"/>
                  </a:lnTo>
                  <a:lnTo>
                    <a:pt x="12130" y="2618"/>
                  </a:lnTo>
                  <a:lnTo>
                    <a:pt x="12180" y="2550"/>
                  </a:lnTo>
                  <a:lnTo>
                    <a:pt x="12209" y="2520"/>
                  </a:lnTo>
                  <a:lnTo>
                    <a:pt x="12209" y="2472"/>
                  </a:lnTo>
                  <a:lnTo>
                    <a:pt x="12199" y="2433"/>
                  </a:lnTo>
                  <a:lnTo>
                    <a:pt x="12190" y="2364"/>
                  </a:lnTo>
                  <a:lnTo>
                    <a:pt x="12199" y="2296"/>
                  </a:lnTo>
                  <a:lnTo>
                    <a:pt x="12224" y="2208"/>
                  </a:lnTo>
                  <a:lnTo>
                    <a:pt x="12259" y="2159"/>
                  </a:lnTo>
                  <a:lnTo>
                    <a:pt x="12294" y="2091"/>
                  </a:lnTo>
                  <a:lnTo>
                    <a:pt x="12319" y="1993"/>
                  </a:lnTo>
                  <a:lnTo>
                    <a:pt x="12304" y="1973"/>
                  </a:lnTo>
                  <a:lnTo>
                    <a:pt x="12284" y="1954"/>
                  </a:lnTo>
                  <a:lnTo>
                    <a:pt x="12284" y="1944"/>
                  </a:lnTo>
                  <a:lnTo>
                    <a:pt x="12279" y="1944"/>
                  </a:lnTo>
                  <a:lnTo>
                    <a:pt x="12279" y="1905"/>
                  </a:lnTo>
                  <a:lnTo>
                    <a:pt x="12319" y="1817"/>
                  </a:lnTo>
                  <a:lnTo>
                    <a:pt x="12363" y="1739"/>
                  </a:lnTo>
                  <a:lnTo>
                    <a:pt x="12388" y="1612"/>
                  </a:lnTo>
                  <a:lnTo>
                    <a:pt x="12398" y="1583"/>
                  </a:lnTo>
                  <a:lnTo>
                    <a:pt x="12388" y="1534"/>
                  </a:lnTo>
                  <a:lnTo>
                    <a:pt x="12388" y="1495"/>
                  </a:lnTo>
                  <a:lnTo>
                    <a:pt x="12383" y="1475"/>
                  </a:lnTo>
                  <a:lnTo>
                    <a:pt x="12383" y="1397"/>
                  </a:lnTo>
                  <a:lnTo>
                    <a:pt x="12388" y="1338"/>
                  </a:lnTo>
                  <a:lnTo>
                    <a:pt x="12458" y="1192"/>
                  </a:lnTo>
                  <a:lnTo>
                    <a:pt x="12547" y="1036"/>
                  </a:lnTo>
                  <a:lnTo>
                    <a:pt x="12656" y="879"/>
                  </a:lnTo>
                  <a:lnTo>
                    <a:pt x="12770" y="762"/>
                  </a:lnTo>
                  <a:lnTo>
                    <a:pt x="12865" y="674"/>
                  </a:lnTo>
                  <a:lnTo>
                    <a:pt x="13023" y="674"/>
                  </a:lnTo>
                  <a:lnTo>
                    <a:pt x="13073" y="625"/>
                  </a:lnTo>
                  <a:lnTo>
                    <a:pt x="13108" y="576"/>
                  </a:lnTo>
                  <a:lnTo>
                    <a:pt x="13133" y="508"/>
                  </a:lnTo>
                  <a:lnTo>
                    <a:pt x="13162" y="469"/>
                  </a:lnTo>
                  <a:lnTo>
                    <a:pt x="13197" y="440"/>
                  </a:lnTo>
                  <a:lnTo>
                    <a:pt x="13257" y="400"/>
                  </a:lnTo>
                  <a:close/>
                  <a:moveTo>
                    <a:pt x="1985" y="147"/>
                  </a:moveTo>
                  <a:lnTo>
                    <a:pt x="2065" y="147"/>
                  </a:lnTo>
                  <a:lnTo>
                    <a:pt x="2089" y="215"/>
                  </a:lnTo>
                  <a:lnTo>
                    <a:pt x="2124" y="283"/>
                  </a:lnTo>
                  <a:lnTo>
                    <a:pt x="2159" y="332"/>
                  </a:lnTo>
                  <a:lnTo>
                    <a:pt x="2144" y="371"/>
                  </a:lnTo>
                  <a:lnTo>
                    <a:pt x="2134" y="391"/>
                  </a:lnTo>
                  <a:lnTo>
                    <a:pt x="2124" y="400"/>
                  </a:lnTo>
                  <a:lnTo>
                    <a:pt x="2114" y="440"/>
                  </a:lnTo>
                  <a:lnTo>
                    <a:pt x="2109" y="469"/>
                  </a:lnTo>
                  <a:lnTo>
                    <a:pt x="2099" y="527"/>
                  </a:lnTo>
                  <a:lnTo>
                    <a:pt x="2040" y="527"/>
                  </a:lnTo>
                  <a:lnTo>
                    <a:pt x="2020" y="508"/>
                  </a:lnTo>
                  <a:lnTo>
                    <a:pt x="1995" y="508"/>
                  </a:lnTo>
                  <a:lnTo>
                    <a:pt x="1970" y="488"/>
                  </a:lnTo>
                  <a:lnTo>
                    <a:pt x="1970" y="420"/>
                  </a:lnTo>
                  <a:lnTo>
                    <a:pt x="1975" y="371"/>
                  </a:lnTo>
                  <a:lnTo>
                    <a:pt x="1985" y="303"/>
                  </a:lnTo>
                  <a:lnTo>
                    <a:pt x="1985" y="147"/>
                  </a:lnTo>
                  <a:close/>
                  <a:moveTo>
                    <a:pt x="15709" y="0"/>
                  </a:moveTo>
                  <a:lnTo>
                    <a:pt x="15803" y="0"/>
                  </a:lnTo>
                  <a:lnTo>
                    <a:pt x="15823" y="49"/>
                  </a:lnTo>
                  <a:lnTo>
                    <a:pt x="15828" y="68"/>
                  </a:lnTo>
                  <a:lnTo>
                    <a:pt x="15838" y="98"/>
                  </a:lnTo>
                  <a:lnTo>
                    <a:pt x="15857" y="137"/>
                  </a:lnTo>
                  <a:lnTo>
                    <a:pt x="15862" y="186"/>
                  </a:lnTo>
                  <a:lnTo>
                    <a:pt x="15838" y="205"/>
                  </a:lnTo>
                  <a:lnTo>
                    <a:pt x="15828" y="215"/>
                  </a:lnTo>
                  <a:lnTo>
                    <a:pt x="15813" y="234"/>
                  </a:lnTo>
                  <a:lnTo>
                    <a:pt x="15803" y="264"/>
                  </a:lnTo>
                  <a:lnTo>
                    <a:pt x="15793" y="283"/>
                  </a:lnTo>
                  <a:lnTo>
                    <a:pt x="15788" y="332"/>
                  </a:lnTo>
                  <a:lnTo>
                    <a:pt x="15857" y="371"/>
                  </a:lnTo>
                  <a:lnTo>
                    <a:pt x="15892" y="400"/>
                  </a:lnTo>
                  <a:lnTo>
                    <a:pt x="15927" y="469"/>
                  </a:lnTo>
                  <a:lnTo>
                    <a:pt x="15962" y="557"/>
                  </a:lnTo>
                  <a:lnTo>
                    <a:pt x="16021" y="508"/>
                  </a:lnTo>
                  <a:lnTo>
                    <a:pt x="16081" y="488"/>
                  </a:lnTo>
                  <a:lnTo>
                    <a:pt x="16150" y="469"/>
                  </a:lnTo>
                  <a:lnTo>
                    <a:pt x="16230" y="420"/>
                  </a:lnTo>
                  <a:lnTo>
                    <a:pt x="16235" y="400"/>
                  </a:lnTo>
                  <a:lnTo>
                    <a:pt x="16245" y="420"/>
                  </a:lnTo>
                  <a:lnTo>
                    <a:pt x="16245" y="459"/>
                  </a:lnTo>
                  <a:lnTo>
                    <a:pt x="16314" y="527"/>
                  </a:lnTo>
                  <a:lnTo>
                    <a:pt x="16369" y="606"/>
                  </a:lnTo>
                  <a:lnTo>
                    <a:pt x="16408" y="713"/>
                  </a:lnTo>
                  <a:lnTo>
                    <a:pt x="16453" y="830"/>
                  </a:lnTo>
                  <a:lnTo>
                    <a:pt x="16453" y="1055"/>
                  </a:lnTo>
                  <a:lnTo>
                    <a:pt x="16393" y="1143"/>
                  </a:lnTo>
                  <a:lnTo>
                    <a:pt x="16369" y="1221"/>
                  </a:lnTo>
                  <a:lnTo>
                    <a:pt x="16349" y="1309"/>
                  </a:lnTo>
                  <a:lnTo>
                    <a:pt x="16324" y="1397"/>
                  </a:lnTo>
                  <a:lnTo>
                    <a:pt x="16255" y="1475"/>
                  </a:lnTo>
                  <a:lnTo>
                    <a:pt x="16175" y="1563"/>
                  </a:lnTo>
                  <a:lnTo>
                    <a:pt x="16096" y="1670"/>
                  </a:lnTo>
                  <a:lnTo>
                    <a:pt x="16036" y="1807"/>
                  </a:lnTo>
                  <a:lnTo>
                    <a:pt x="16056" y="1807"/>
                  </a:lnTo>
                  <a:lnTo>
                    <a:pt x="16116" y="1739"/>
                  </a:lnTo>
                  <a:lnTo>
                    <a:pt x="16185" y="1719"/>
                  </a:lnTo>
                  <a:lnTo>
                    <a:pt x="16264" y="1739"/>
                  </a:lnTo>
                  <a:lnTo>
                    <a:pt x="16264" y="1768"/>
                  </a:lnTo>
                  <a:lnTo>
                    <a:pt x="16255" y="1807"/>
                  </a:lnTo>
                  <a:lnTo>
                    <a:pt x="16255" y="1856"/>
                  </a:lnTo>
                  <a:lnTo>
                    <a:pt x="16264" y="1856"/>
                  </a:lnTo>
                  <a:lnTo>
                    <a:pt x="16279" y="1876"/>
                  </a:lnTo>
                  <a:lnTo>
                    <a:pt x="16304" y="1817"/>
                  </a:lnTo>
                  <a:lnTo>
                    <a:pt x="16374" y="1719"/>
                  </a:lnTo>
                  <a:lnTo>
                    <a:pt x="16418" y="1680"/>
                  </a:lnTo>
                  <a:lnTo>
                    <a:pt x="16418" y="1739"/>
                  </a:lnTo>
                  <a:lnTo>
                    <a:pt x="16403" y="1788"/>
                  </a:lnTo>
                  <a:lnTo>
                    <a:pt x="16393" y="1837"/>
                  </a:lnTo>
                  <a:lnTo>
                    <a:pt x="16384" y="1905"/>
                  </a:lnTo>
                  <a:lnTo>
                    <a:pt x="16374" y="1993"/>
                  </a:lnTo>
                  <a:lnTo>
                    <a:pt x="16384" y="2012"/>
                  </a:lnTo>
                  <a:lnTo>
                    <a:pt x="16393" y="2012"/>
                  </a:lnTo>
                  <a:lnTo>
                    <a:pt x="16393" y="2022"/>
                  </a:lnTo>
                  <a:lnTo>
                    <a:pt x="16438" y="2022"/>
                  </a:lnTo>
                  <a:lnTo>
                    <a:pt x="16438" y="1905"/>
                  </a:lnTo>
                  <a:lnTo>
                    <a:pt x="16523" y="1885"/>
                  </a:lnTo>
                  <a:lnTo>
                    <a:pt x="16602" y="1885"/>
                  </a:lnTo>
                  <a:lnTo>
                    <a:pt x="16662" y="1905"/>
                  </a:lnTo>
                  <a:lnTo>
                    <a:pt x="16721" y="1993"/>
                  </a:lnTo>
                  <a:lnTo>
                    <a:pt x="16721" y="2061"/>
                  </a:lnTo>
                  <a:lnTo>
                    <a:pt x="16731" y="2110"/>
                  </a:lnTo>
                  <a:lnTo>
                    <a:pt x="16731" y="2159"/>
                  </a:lnTo>
                  <a:lnTo>
                    <a:pt x="16741" y="2208"/>
                  </a:lnTo>
                  <a:lnTo>
                    <a:pt x="16989" y="2247"/>
                  </a:lnTo>
                  <a:lnTo>
                    <a:pt x="17009" y="2139"/>
                  </a:lnTo>
                  <a:lnTo>
                    <a:pt x="17009" y="1954"/>
                  </a:lnTo>
                  <a:lnTo>
                    <a:pt x="17024" y="1944"/>
                  </a:lnTo>
                  <a:lnTo>
                    <a:pt x="17034" y="1944"/>
                  </a:lnTo>
                  <a:lnTo>
                    <a:pt x="17034" y="1924"/>
                  </a:lnTo>
                  <a:lnTo>
                    <a:pt x="17044" y="1905"/>
                  </a:lnTo>
                  <a:lnTo>
                    <a:pt x="17093" y="1954"/>
                  </a:lnTo>
                  <a:lnTo>
                    <a:pt x="17148" y="2012"/>
                  </a:lnTo>
                  <a:lnTo>
                    <a:pt x="17198" y="2061"/>
                  </a:lnTo>
                  <a:lnTo>
                    <a:pt x="17252" y="1973"/>
                  </a:lnTo>
                  <a:lnTo>
                    <a:pt x="17312" y="1924"/>
                  </a:lnTo>
                  <a:lnTo>
                    <a:pt x="17406" y="1905"/>
                  </a:lnTo>
                  <a:lnTo>
                    <a:pt x="17406" y="1954"/>
                  </a:lnTo>
                  <a:lnTo>
                    <a:pt x="17421" y="1954"/>
                  </a:lnTo>
                  <a:lnTo>
                    <a:pt x="17466" y="2296"/>
                  </a:lnTo>
                  <a:lnTo>
                    <a:pt x="17406" y="2413"/>
                  </a:lnTo>
                  <a:lnTo>
                    <a:pt x="17371" y="2589"/>
                  </a:lnTo>
                  <a:lnTo>
                    <a:pt x="17381" y="2618"/>
                  </a:lnTo>
                  <a:lnTo>
                    <a:pt x="17391" y="2657"/>
                  </a:lnTo>
                  <a:lnTo>
                    <a:pt x="17391" y="2686"/>
                  </a:lnTo>
                  <a:lnTo>
                    <a:pt x="17396" y="2726"/>
                  </a:lnTo>
                  <a:lnTo>
                    <a:pt x="17406" y="2774"/>
                  </a:lnTo>
                  <a:lnTo>
                    <a:pt x="17451" y="2862"/>
                  </a:lnTo>
                  <a:lnTo>
                    <a:pt x="17510" y="2931"/>
                  </a:lnTo>
                  <a:lnTo>
                    <a:pt x="17560" y="2999"/>
                  </a:lnTo>
                  <a:lnTo>
                    <a:pt x="17570" y="2980"/>
                  </a:lnTo>
                  <a:lnTo>
                    <a:pt x="17580" y="2960"/>
                  </a:lnTo>
                  <a:lnTo>
                    <a:pt x="17605" y="2882"/>
                  </a:lnTo>
                  <a:lnTo>
                    <a:pt x="17624" y="2774"/>
                  </a:lnTo>
                  <a:lnTo>
                    <a:pt x="17639" y="2677"/>
                  </a:lnTo>
                  <a:lnTo>
                    <a:pt x="17674" y="2589"/>
                  </a:lnTo>
                  <a:lnTo>
                    <a:pt x="17674" y="2677"/>
                  </a:lnTo>
                  <a:lnTo>
                    <a:pt x="17684" y="2745"/>
                  </a:lnTo>
                  <a:lnTo>
                    <a:pt x="17699" y="2794"/>
                  </a:lnTo>
                  <a:lnTo>
                    <a:pt x="17729" y="2823"/>
                  </a:lnTo>
                  <a:lnTo>
                    <a:pt x="17763" y="2843"/>
                  </a:lnTo>
                  <a:lnTo>
                    <a:pt x="17803" y="2862"/>
                  </a:lnTo>
                  <a:lnTo>
                    <a:pt x="17868" y="2657"/>
                  </a:lnTo>
                  <a:lnTo>
                    <a:pt x="17892" y="2706"/>
                  </a:lnTo>
                  <a:lnTo>
                    <a:pt x="17917" y="2745"/>
                  </a:lnTo>
                  <a:lnTo>
                    <a:pt x="17932" y="2794"/>
                  </a:lnTo>
                  <a:lnTo>
                    <a:pt x="17962" y="2823"/>
                  </a:lnTo>
                  <a:lnTo>
                    <a:pt x="17997" y="2862"/>
                  </a:lnTo>
                  <a:lnTo>
                    <a:pt x="18012" y="2823"/>
                  </a:lnTo>
                  <a:lnTo>
                    <a:pt x="18031" y="2794"/>
                  </a:lnTo>
                  <a:lnTo>
                    <a:pt x="18081" y="2794"/>
                  </a:lnTo>
                  <a:lnTo>
                    <a:pt x="18101" y="2813"/>
                  </a:lnTo>
                  <a:lnTo>
                    <a:pt x="18136" y="2813"/>
                  </a:lnTo>
                  <a:lnTo>
                    <a:pt x="18126" y="2638"/>
                  </a:lnTo>
                  <a:lnTo>
                    <a:pt x="18106" y="2520"/>
                  </a:lnTo>
                  <a:lnTo>
                    <a:pt x="18091" y="2364"/>
                  </a:lnTo>
                  <a:lnTo>
                    <a:pt x="18150" y="2335"/>
                  </a:lnTo>
                  <a:lnTo>
                    <a:pt x="18205" y="2296"/>
                  </a:lnTo>
                  <a:lnTo>
                    <a:pt x="18289" y="2296"/>
                  </a:lnTo>
                  <a:lnTo>
                    <a:pt x="18384" y="2315"/>
                  </a:lnTo>
                  <a:lnTo>
                    <a:pt x="18478" y="2364"/>
                  </a:lnTo>
                  <a:lnTo>
                    <a:pt x="18567" y="2413"/>
                  </a:lnTo>
                  <a:lnTo>
                    <a:pt x="18647" y="2472"/>
                  </a:lnTo>
                  <a:lnTo>
                    <a:pt x="18681" y="2520"/>
                  </a:lnTo>
                  <a:lnTo>
                    <a:pt x="18696" y="2550"/>
                  </a:lnTo>
                  <a:lnTo>
                    <a:pt x="18706" y="2608"/>
                  </a:lnTo>
                  <a:lnTo>
                    <a:pt x="18706" y="2638"/>
                  </a:lnTo>
                  <a:lnTo>
                    <a:pt x="18716" y="2657"/>
                  </a:lnTo>
                  <a:lnTo>
                    <a:pt x="18716" y="2686"/>
                  </a:lnTo>
                  <a:lnTo>
                    <a:pt x="18731" y="2706"/>
                  </a:lnTo>
                  <a:lnTo>
                    <a:pt x="18751" y="2726"/>
                  </a:lnTo>
                  <a:lnTo>
                    <a:pt x="18776" y="2745"/>
                  </a:lnTo>
                  <a:lnTo>
                    <a:pt x="18825" y="2706"/>
                  </a:lnTo>
                  <a:lnTo>
                    <a:pt x="18949" y="2706"/>
                  </a:lnTo>
                  <a:lnTo>
                    <a:pt x="18974" y="2813"/>
                  </a:lnTo>
                  <a:lnTo>
                    <a:pt x="19009" y="2911"/>
                  </a:lnTo>
                  <a:lnTo>
                    <a:pt x="19059" y="2999"/>
                  </a:lnTo>
                  <a:lnTo>
                    <a:pt x="19123" y="3048"/>
                  </a:lnTo>
                  <a:lnTo>
                    <a:pt x="19183" y="2999"/>
                  </a:lnTo>
                  <a:lnTo>
                    <a:pt x="19267" y="2999"/>
                  </a:lnTo>
                  <a:lnTo>
                    <a:pt x="19347" y="3019"/>
                  </a:lnTo>
                  <a:lnTo>
                    <a:pt x="19426" y="3048"/>
                  </a:lnTo>
                  <a:lnTo>
                    <a:pt x="19486" y="3077"/>
                  </a:lnTo>
                  <a:lnTo>
                    <a:pt x="19510" y="3234"/>
                  </a:lnTo>
                  <a:lnTo>
                    <a:pt x="19520" y="3370"/>
                  </a:lnTo>
                  <a:lnTo>
                    <a:pt x="19535" y="3487"/>
                  </a:lnTo>
                  <a:lnTo>
                    <a:pt x="19555" y="3507"/>
                  </a:lnTo>
                  <a:lnTo>
                    <a:pt x="19565" y="3546"/>
                  </a:lnTo>
                  <a:lnTo>
                    <a:pt x="19580" y="3556"/>
                  </a:lnTo>
                  <a:lnTo>
                    <a:pt x="19744" y="3527"/>
                  </a:lnTo>
                  <a:lnTo>
                    <a:pt x="20076" y="3527"/>
                  </a:lnTo>
                  <a:lnTo>
                    <a:pt x="20091" y="3595"/>
                  </a:lnTo>
                  <a:lnTo>
                    <a:pt x="20116" y="3644"/>
                  </a:lnTo>
                  <a:lnTo>
                    <a:pt x="20146" y="3712"/>
                  </a:lnTo>
                  <a:lnTo>
                    <a:pt x="20170" y="3751"/>
                  </a:lnTo>
                  <a:lnTo>
                    <a:pt x="20205" y="3800"/>
                  </a:lnTo>
                  <a:lnTo>
                    <a:pt x="20205" y="3751"/>
                  </a:lnTo>
                  <a:lnTo>
                    <a:pt x="20215" y="3732"/>
                  </a:lnTo>
                  <a:lnTo>
                    <a:pt x="20220" y="3693"/>
                  </a:lnTo>
                  <a:lnTo>
                    <a:pt x="20220" y="3663"/>
                  </a:lnTo>
                  <a:lnTo>
                    <a:pt x="20230" y="3615"/>
                  </a:lnTo>
                  <a:lnTo>
                    <a:pt x="20215" y="3556"/>
                  </a:lnTo>
                  <a:lnTo>
                    <a:pt x="20205" y="3527"/>
                  </a:lnTo>
                  <a:lnTo>
                    <a:pt x="20195" y="3507"/>
                  </a:lnTo>
                  <a:lnTo>
                    <a:pt x="20195" y="3478"/>
                  </a:lnTo>
                  <a:lnTo>
                    <a:pt x="20205" y="3439"/>
                  </a:lnTo>
                  <a:lnTo>
                    <a:pt x="20205" y="3341"/>
                  </a:lnTo>
                  <a:lnTo>
                    <a:pt x="20290" y="3370"/>
                  </a:lnTo>
                  <a:lnTo>
                    <a:pt x="20349" y="3439"/>
                  </a:lnTo>
                  <a:lnTo>
                    <a:pt x="20419" y="3487"/>
                  </a:lnTo>
                  <a:lnTo>
                    <a:pt x="20473" y="3487"/>
                  </a:lnTo>
                  <a:lnTo>
                    <a:pt x="20498" y="3478"/>
                  </a:lnTo>
                  <a:lnTo>
                    <a:pt x="20518" y="3439"/>
                  </a:lnTo>
                  <a:lnTo>
                    <a:pt x="20533" y="3419"/>
                  </a:lnTo>
                  <a:lnTo>
                    <a:pt x="20553" y="3409"/>
                  </a:lnTo>
                  <a:lnTo>
                    <a:pt x="20836" y="3644"/>
                  </a:lnTo>
                  <a:lnTo>
                    <a:pt x="20994" y="3966"/>
                  </a:lnTo>
                  <a:lnTo>
                    <a:pt x="21019" y="4005"/>
                  </a:lnTo>
                  <a:lnTo>
                    <a:pt x="21044" y="4005"/>
                  </a:lnTo>
                  <a:lnTo>
                    <a:pt x="21069" y="4015"/>
                  </a:lnTo>
                  <a:lnTo>
                    <a:pt x="21099" y="4015"/>
                  </a:lnTo>
                  <a:lnTo>
                    <a:pt x="21123" y="4054"/>
                  </a:lnTo>
                  <a:lnTo>
                    <a:pt x="21173" y="4142"/>
                  </a:lnTo>
                  <a:lnTo>
                    <a:pt x="21208" y="4240"/>
                  </a:lnTo>
                  <a:lnTo>
                    <a:pt x="21243" y="4328"/>
                  </a:lnTo>
                  <a:lnTo>
                    <a:pt x="21287" y="4396"/>
                  </a:lnTo>
                  <a:lnTo>
                    <a:pt x="21372" y="4425"/>
                  </a:lnTo>
                  <a:lnTo>
                    <a:pt x="21381" y="4416"/>
                  </a:lnTo>
                  <a:lnTo>
                    <a:pt x="21391" y="4416"/>
                  </a:lnTo>
                  <a:lnTo>
                    <a:pt x="21401" y="4396"/>
                  </a:lnTo>
                  <a:lnTo>
                    <a:pt x="21426" y="4396"/>
                  </a:lnTo>
                  <a:lnTo>
                    <a:pt x="21476" y="4513"/>
                  </a:lnTo>
                  <a:lnTo>
                    <a:pt x="21530" y="4631"/>
                  </a:lnTo>
                  <a:lnTo>
                    <a:pt x="21575" y="4758"/>
                  </a:lnTo>
                  <a:lnTo>
                    <a:pt x="21600" y="4924"/>
                  </a:lnTo>
                  <a:lnTo>
                    <a:pt x="21426" y="4924"/>
                  </a:lnTo>
                  <a:lnTo>
                    <a:pt x="21416" y="4953"/>
                  </a:lnTo>
                  <a:lnTo>
                    <a:pt x="21401" y="4992"/>
                  </a:lnTo>
                  <a:lnTo>
                    <a:pt x="21391" y="5012"/>
                  </a:lnTo>
                  <a:lnTo>
                    <a:pt x="21381" y="5060"/>
                  </a:lnTo>
                  <a:lnTo>
                    <a:pt x="21372" y="5109"/>
                  </a:lnTo>
                  <a:lnTo>
                    <a:pt x="21391" y="5129"/>
                  </a:lnTo>
                  <a:lnTo>
                    <a:pt x="21401" y="5148"/>
                  </a:lnTo>
                  <a:lnTo>
                    <a:pt x="21406" y="5158"/>
                  </a:lnTo>
                  <a:lnTo>
                    <a:pt x="21416" y="5197"/>
                  </a:lnTo>
                  <a:lnTo>
                    <a:pt x="21416" y="5217"/>
                  </a:lnTo>
                  <a:lnTo>
                    <a:pt x="21406" y="5246"/>
                  </a:lnTo>
                  <a:lnTo>
                    <a:pt x="21391" y="5295"/>
                  </a:lnTo>
                  <a:lnTo>
                    <a:pt x="21381" y="5314"/>
                  </a:lnTo>
                  <a:lnTo>
                    <a:pt x="21367" y="5334"/>
                  </a:lnTo>
                  <a:lnTo>
                    <a:pt x="21297" y="5334"/>
                  </a:lnTo>
                  <a:lnTo>
                    <a:pt x="21262" y="5226"/>
                  </a:lnTo>
                  <a:lnTo>
                    <a:pt x="21208" y="5178"/>
                  </a:lnTo>
                  <a:lnTo>
                    <a:pt x="21138" y="5148"/>
                  </a:lnTo>
                  <a:lnTo>
                    <a:pt x="21138" y="5021"/>
                  </a:lnTo>
                  <a:lnTo>
                    <a:pt x="21123" y="5012"/>
                  </a:lnTo>
                  <a:lnTo>
                    <a:pt x="21104" y="4992"/>
                  </a:lnTo>
                  <a:lnTo>
                    <a:pt x="21099" y="4973"/>
                  </a:lnTo>
                  <a:lnTo>
                    <a:pt x="21079" y="4953"/>
                  </a:lnTo>
                  <a:lnTo>
                    <a:pt x="21034" y="4953"/>
                  </a:lnTo>
                  <a:lnTo>
                    <a:pt x="21029" y="4973"/>
                  </a:lnTo>
                  <a:lnTo>
                    <a:pt x="21009" y="4973"/>
                  </a:lnTo>
                  <a:lnTo>
                    <a:pt x="20994" y="4992"/>
                  </a:lnTo>
                  <a:lnTo>
                    <a:pt x="20974" y="4924"/>
                  </a:lnTo>
                  <a:lnTo>
                    <a:pt x="20950" y="4855"/>
                  </a:lnTo>
                  <a:lnTo>
                    <a:pt x="20930" y="4806"/>
                  </a:lnTo>
                  <a:lnTo>
                    <a:pt x="20930" y="4924"/>
                  </a:lnTo>
                  <a:lnTo>
                    <a:pt x="20915" y="5060"/>
                  </a:lnTo>
                  <a:lnTo>
                    <a:pt x="20895" y="5178"/>
                  </a:lnTo>
                  <a:lnTo>
                    <a:pt x="20855" y="5246"/>
                  </a:lnTo>
                  <a:lnTo>
                    <a:pt x="20836" y="5266"/>
                  </a:lnTo>
                  <a:lnTo>
                    <a:pt x="20801" y="5266"/>
                  </a:lnTo>
                  <a:lnTo>
                    <a:pt x="20791" y="5246"/>
                  </a:lnTo>
                  <a:lnTo>
                    <a:pt x="20776" y="5246"/>
                  </a:lnTo>
                  <a:lnTo>
                    <a:pt x="20766" y="5266"/>
                  </a:lnTo>
                  <a:lnTo>
                    <a:pt x="20756" y="5285"/>
                  </a:lnTo>
                  <a:lnTo>
                    <a:pt x="20741" y="5334"/>
                  </a:lnTo>
                  <a:lnTo>
                    <a:pt x="20791" y="5451"/>
                  </a:lnTo>
                  <a:lnTo>
                    <a:pt x="20845" y="5656"/>
                  </a:lnTo>
                  <a:lnTo>
                    <a:pt x="20870" y="5891"/>
                  </a:lnTo>
                  <a:lnTo>
                    <a:pt x="20855" y="5891"/>
                  </a:lnTo>
                  <a:lnTo>
                    <a:pt x="20845" y="5910"/>
                  </a:lnTo>
                  <a:lnTo>
                    <a:pt x="20826" y="5910"/>
                  </a:lnTo>
                  <a:lnTo>
                    <a:pt x="20801" y="5930"/>
                  </a:lnTo>
                  <a:lnTo>
                    <a:pt x="20766" y="5881"/>
                  </a:lnTo>
                  <a:lnTo>
                    <a:pt x="20741" y="5842"/>
                  </a:lnTo>
                  <a:lnTo>
                    <a:pt x="20706" y="5832"/>
                  </a:lnTo>
                  <a:lnTo>
                    <a:pt x="20662" y="5813"/>
                  </a:lnTo>
                  <a:lnTo>
                    <a:pt x="20637" y="5949"/>
                  </a:lnTo>
                  <a:lnTo>
                    <a:pt x="20587" y="6018"/>
                  </a:lnTo>
                  <a:lnTo>
                    <a:pt x="20523" y="6067"/>
                  </a:lnTo>
                  <a:lnTo>
                    <a:pt x="20453" y="6115"/>
                  </a:lnTo>
                  <a:lnTo>
                    <a:pt x="20448" y="6252"/>
                  </a:lnTo>
                  <a:lnTo>
                    <a:pt x="20429" y="6360"/>
                  </a:lnTo>
                  <a:lnTo>
                    <a:pt x="20394" y="6457"/>
                  </a:lnTo>
                  <a:lnTo>
                    <a:pt x="20324" y="6477"/>
                  </a:lnTo>
                  <a:lnTo>
                    <a:pt x="20275" y="6506"/>
                  </a:lnTo>
                  <a:lnTo>
                    <a:pt x="20240" y="6545"/>
                  </a:lnTo>
                  <a:lnTo>
                    <a:pt x="20205" y="6565"/>
                  </a:lnTo>
                  <a:lnTo>
                    <a:pt x="20180" y="6526"/>
                  </a:lnTo>
                  <a:lnTo>
                    <a:pt x="20151" y="6477"/>
                  </a:lnTo>
                  <a:lnTo>
                    <a:pt x="20136" y="6428"/>
                  </a:lnTo>
                  <a:lnTo>
                    <a:pt x="20101" y="6438"/>
                  </a:lnTo>
                  <a:lnTo>
                    <a:pt x="20056" y="6457"/>
                  </a:lnTo>
                  <a:lnTo>
                    <a:pt x="20022" y="6497"/>
                  </a:lnTo>
                  <a:lnTo>
                    <a:pt x="19997" y="6526"/>
                  </a:lnTo>
                  <a:lnTo>
                    <a:pt x="19997" y="6594"/>
                  </a:lnTo>
                  <a:lnTo>
                    <a:pt x="19972" y="6614"/>
                  </a:lnTo>
                  <a:lnTo>
                    <a:pt x="19868" y="6614"/>
                  </a:lnTo>
                  <a:lnTo>
                    <a:pt x="19813" y="6633"/>
                  </a:lnTo>
                  <a:lnTo>
                    <a:pt x="19788" y="6643"/>
                  </a:lnTo>
                  <a:lnTo>
                    <a:pt x="19744" y="6848"/>
                  </a:lnTo>
                  <a:lnTo>
                    <a:pt x="19739" y="7073"/>
                  </a:lnTo>
                  <a:lnTo>
                    <a:pt x="19739" y="7327"/>
                  </a:lnTo>
                  <a:lnTo>
                    <a:pt x="19754" y="7552"/>
                  </a:lnTo>
                  <a:lnTo>
                    <a:pt x="19709" y="7552"/>
                  </a:lnTo>
                  <a:lnTo>
                    <a:pt x="19704" y="7571"/>
                  </a:lnTo>
                  <a:lnTo>
                    <a:pt x="19694" y="7581"/>
                  </a:lnTo>
                  <a:lnTo>
                    <a:pt x="19684" y="7640"/>
                  </a:lnTo>
                  <a:lnTo>
                    <a:pt x="19674" y="7688"/>
                  </a:lnTo>
                  <a:lnTo>
                    <a:pt x="19674" y="7835"/>
                  </a:lnTo>
                  <a:lnTo>
                    <a:pt x="19615" y="7835"/>
                  </a:lnTo>
                  <a:lnTo>
                    <a:pt x="19580" y="7942"/>
                  </a:lnTo>
                  <a:lnTo>
                    <a:pt x="19555" y="8011"/>
                  </a:lnTo>
                  <a:lnTo>
                    <a:pt x="19545" y="8079"/>
                  </a:lnTo>
                  <a:lnTo>
                    <a:pt x="19535" y="8216"/>
                  </a:lnTo>
                  <a:lnTo>
                    <a:pt x="19466" y="8216"/>
                  </a:lnTo>
                  <a:lnTo>
                    <a:pt x="19431" y="8353"/>
                  </a:lnTo>
                  <a:lnTo>
                    <a:pt x="19406" y="8519"/>
                  </a:lnTo>
                  <a:lnTo>
                    <a:pt x="19347" y="8519"/>
                  </a:lnTo>
                  <a:lnTo>
                    <a:pt x="19327" y="8704"/>
                  </a:lnTo>
                  <a:lnTo>
                    <a:pt x="19297" y="8704"/>
                  </a:lnTo>
                  <a:lnTo>
                    <a:pt x="19297" y="8655"/>
                  </a:lnTo>
                  <a:lnTo>
                    <a:pt x="19227" y="8470"/>
                  </a:lnTo>
                  <a:lnTo>
                    <a:pt x="19183" y="8245"/>
                  </a:lnTo>
                  <a:lnTo>
                    <a:pt x="19173" y="7991"/>
                  </a:lnTo>
                  <a:lnTo>
                    <a:pt x="19183" y="7688"/>
                  </a:lnTo>
                  <a:lnTo>
                    <a:pt x="19208" y="7649"/>
                  </a:lnTo>
                  <a:lnTo>
                    <a:pt x="19227" y="7620"/>
                  </a:lnTo>
                  <a:lnTo>
                    <a:pt x="19252" y="7581"/>
                  </a:lnTo>
                  <a:lnTo>
                    <a:pt x="19262" y="7532"/>
                  </a:lnTo>
                  <a:lnTo>
                    <a:pt x="19277" y="7464"/>
                  </a:lnTo>
                  <a:lnTo>
                    <a:pt x="19252" y="7376"/>
                  </a:lnTo>
                  <a:lnTo>
                    <a:pt x="19242" y="7259"/>
                  </a:lnTo>
                  <a:lnTo>
                    <a:pt x="19277" y="7122"/>
                  </a:lnTo>
                  <a:lnTo>
                    <a:pt x="19312" y="7073"/>
                  </a:lnTo>
                  <a:lnTo>
                    <a:pt x="19356" y="7034"/>
                  </a:lnTo>
                  <a:lnTo>
                    <a:pt x="19406" y="7005"/>
                  </a:lnTo>
                  <a:lnTo>
                    <a:pt x="19441" y="6936"/>
                  </a:lnTo>
                  <a:lnTo>
                    <a:pt x="19510" y="6731"/>
                  </a:lnTo>
                  <a:lnTo>
                    <a:pt x="19580" y="6526"/>
                  </a:lnTo>
                  <a:lnTo>
                    <a:pt x="19634" y="6438"/>
                  </a:lnTo>
                  <a:lnTo>
                    <a:pt x="19694" y="6360"/>
                  </a:lnTo>
                  <a:lnTo>
                    <a:pt x="19754" y="6272"/>
                  </a:lnTo>
                  <a:lnTo>
                    <a:pt x="19778" y="6155"/>
                  </a:lnTo>
                  <a:lnTo>
                    <a:pt x="19798" y="6018"/>
                  </a:lnTo>
                  <a:lnTo>
                    <a:pt x="19823" y="5891"/>
                  </a:lnTo>
                  <a:lnTo>
                    <a:pt x="19823" y="5881"/>
                  </a:lnTo>
                  <a:lnTo>
                    <a:pt x="19813" y="5881"/>
                  </a:lnTo>
                  <a:lnTo>
                    <a:pt x="19813" y="5862"/>
                  </a:lnTo>
                  <a:lnTo>
                    <a:pt x="19803" y="5842"/>
                  </a:lnTo>
                  <a:lnTo>
                    <a:pt x="19788" y="5862"/>
                  </a:lnTo>
                  <a:lnTo>
                    <a:pt x="19778" y="5881"/>
                  </a:lnTo>
                  <a:lnTo>
                    <a:pt x="19773" y="5891"/>
                  </a:lnTo>
                  <a:lnTo>
                    <a:pt x="19729" y="6018"/>
                  </a:lnTo>
                  <a:lnTo>
                    <a:pt x="19684" y="6155"/>
                  </a:lnTo>
                  <a:lnTo>
                    <a:pt x="19639" y="6272"/>
                  </a:lnTo>
                  <a:lnTo>
                    <a:pt x="19580" y="6360"/>
                  </a:lnTo>
                  <a:lnTo>
                    <a:pt x="19500" y="6428"/>
                  </a:lnTo>
                  <a:lnTo>
                    <a:pt x="19495" y="6369"/>
                  </a:lnTo>
                  <a:lnTo>
                    <a:pt x="19495" y="6360"/>
                  </a:lnTo>
                  <a:lnTo>
                    <a:pt x="19486" y="6321"/>
                  </a:lnTo>
                  <a:lnTo>
                    <a:pt x="19486" y="6272"/>
                  </a:lnTo>
                  <a:lnTo>
                    <a:pt x="19495" y="6252"/>
                  </a:lnTo>
                  <a:lnTo>
                    <a:pt x="19495" y="6223"/>
                  </a:lnTo>
                  <a:lnTo>
                    <a:pt x="19500" y="6184"/>
                  </a:lnTo>
                  <a:lnTo>
                    <a:pt x="19500" y="6155"/>
                  </a:lnTo>
                  <a:lnTo>
                    <a:pt x="19476" y="6115"/>
                  </a:lnTo>
                  <a:lnTo>
                    <a:pt x="19451" y="6096"/>
                  </a:lnTo>
                  <a:lnTo>
                    <a:pt x="19431" y="6086"/>
                  </a:lnTo>
                  <a:lnTo>
                    <a:pt x="19406" y="6067"/>
                  </a:lnTo>
                  <a:lnTo>
                    <a:pt x="19391" y="6086"/>
                  </a:lnTo>
                  <a:lnTo>
                    <a:pt x="19347" y="6135"/>
                  </a:lnTo>
                  <a:lnTo>
                    <a:pt x="19287" y="6233"/>
                  </a:lnTo>
                  <a:lnTo>
                    <a:pt x="19232" y="6360"/>
                  </a:lnTo>
                  <a:lnTo>
                    <a:pt x="19183" y="6477"/>
                  </a:lnTo>
                  <a:lnTo>
                    <a:pt x="19158" y="6565"/>
                  </a:lnTo>
                  <a:lnTo>
                    <a:pt x="19158" y="6633"/>
                  </a:lnTo>
                  <a:lnTo>
                    <a:pt x="19163" y="6663"/>
                  </a:lnTo>
                  <a:lnTo>
                    <a:pt x="19173" y="6711"/>
                  </a:lnTo>
                  <a:lnTo>
                    <a:pt x="19183" y="6751"/>
                  </a:lnTo>
                  <a:lnTo>
                    <a:pt x="19183" y="6780"/>
                  </a:lnTo>
                  <a:lnTo>
                    <a:pt x="19128" y="6829"/>
                  </a:lnTo>
                  <a:lnTo>
                    <a:pt x="19069" y="6848"/>
                  </a:lnTo>
                  <a:lnTo>
                    <a:pt x="18989" y="6868"/>
                  </a:lnTo>
                  <a:lnTo>
                    <a:pt x="18915" y="6868"/>
                  </a:lnTo>
                  <a:lnTo>
                    <a:pt x="18915" y="6682"/>
                  </a:lnTo>
                  <a:lnTo>
                    <a:pt x="18835" y="6711"/>
                  </a:lnTo>
                  <a:lnTo>
                    <a:pt x="18766" y="6770"/>
                  </a:lnTo>
                  <a:lnTo>
                    <a:pt x="18706" y="6751"/>
                  </a:lnTo>
                  <a:lnTo>
                    <a:pt x="18662" y="6643"/>
                  </a:lnTo>
                  <a:lnTo>
                    <a:pt x="18488" y="6594"/>
                  </a:lnTo>
                  <a:lnTo>
                    <a:pt x="18428" y="6711"/>
                  </a:lnTo>
                  <a:lnTo>
                    <a:pt x="18359" y="6799"/>
                  </a:lnTo>
                  <a:lnTo>
                    <a:pt x="18299" y="6897"/>
                  </a:lnTo>
                  <a:lnTo>
                    <a:pt x="18265" y="7024"/>
                  </a:lnTo>
                  <a:lnTo>
                    <a:pt x="18195" y="7259"/>
                  </a:lnTo>
                  <a:lnTo>
                    <a:pt x="18150" y="7347"/>
                  </a:lnTo>
                  <a:lnTo>
                    <a:pt x="18012" y="7434"/>
                  </a:lnTo>
                  <a:lnTo>
                    <a:pt x="17977" y="7503"/>
                  </a:lnTo>
                  <a:lnTo>
                    <a:pt x="17952" y="7581"/>
                  </a:lnTo>
                  <a:lnTo>
                    <a:pt x="17927" y="7649"/>
                  </a:lnTo>
                  <a:lnTo>
                    <a:pt x="17868" y="7737"/>
                  </a:lnTo>
                  <a:lnTo>
                    <a:pt x="17868" y="7835"/>
                  </a:lnTo>
                  <a:lnTo>
                    <a:pt x="17942" y="7835"/>
                  </a:lnTo>
                  <a:lnTo>
                    <a:pt x="17952" y="7894"/>
                  </a:lnTo>
                  <a:lnTo>
                    <a:pt x="17962" y="7923"/>
                  </a:lnTo>
                  <a:lnTo>
                    <a:pt x="17967" y="7962"/>
                  </a:lnTo>
                  <a:lnTo>
                    <a:pt x="17987" y="7991"/>
                  </a:lnTo>
                  <a:lnTo>
                    <a:pt x="18002" y="8011"/>
                  </a:lnTo>
                  <a:lnTo>
                    <a:pt x="18036" y="8030"/>
                  </a:lnTo>
                  <a:lnTo>
                    <a:pt x="18056" y="7991"/>
                  </a:lnTo>
                  <a:lnTo>
                    <a:pt x="18071" y="7972"/>
                  </a:lnTo>
                  <a:lnTo>
                    <a:pt x="18101" y="7962"/>
                  </a:lnTo>
                  <a:lnTo>
                    <a:pt x="18170" y="7962"/>
                  </a:lnTo>
                  <a:lnTo>
                    <a:pt x="18205" y="8040"/>
                  </a:lnTo>
                  <a:lnTo>
                    <a:pt x="18230" y="8108"/>
                  </a:lnTo>
                  <a:lnTo>
                    <a:pt x="18245" y="8196"/>
                  </a:lnTo>
                  <a:lnTo>
                    <a:pt x="18265" y="8333"/>
                  </a:lnTo>
                  <a:lnTo>
                    <a:pt x="18274" y="8421"/>
                  </a:lnTo>
                  <a:lnTo>
                    <a:pt x="18265" y="8470"/>
                  </a:lnTo>
                  <a:lnTo>
                    <a:pt x="18240" y="8519"/>
                  </a:lnTo>
                  <a:lnTo>
                    <a:pt x="18230" y="8607"/>
                  </a:lnTo>
                  <a:lnTo>
                    <a:pt x="18230" y="8704"/>
                  </a:lnTo>
                  <a:lnTo>
                    <a:pt x="18245" y="8792"/>
                  </a:lnTo>
                  <a:lnTo>
                    <a:pt x="18265" y="8880"/>
                  </a:lnTo>
                  <a:lnTo>
                    <a:pt x="18280" y="8997"/>
                  </a:lnTo>
                  <a:lnTo>
                    <a:pt x="18230" y="9105"/>
                  </a:lnTo>
                  <a:lnTo>
                    <a:pt x="18195" y="9222"/>
                  </a:lnTo>
                  <a:lnTo>
                    <a:pt x="18170" y="9339"/>
                  </a:lnTo>
                  <a:lnTo>
                    <a:pt x="18136" y="9496"/>
                  </a:lnTo>
                  <a:lnTo>
                    <a:pt x="18116" y="9525"/>
                  </a:lnTo>
                  <a:lnTo>
                    <a:pt x="18071" y="9633"/>
                  </a:lnTo>
                  <a:lnTo>
                    <a:pt x="18021" y="9750"/>
                  </a:lnTo>
                  <a:lnTo>
                    <a:pt x="17967" y="9887"/>
                  </a:lnTo>
                  <a:lnTo>
                    <a:pt x="17907" y="10004"/>
                  </a:lnTo>
                  <a:lnTo>
                    <a:pt x="17858" y="10121"/>
                  </a:lnTo>
                  <a:lnTo>
                    <a:pt x="17823" y="10209"/>
                  </a:lnTo>
                  <a:lnTo>
                    <a:pt x="17803" y="10248"/>
                  </a:lnTo>
                  <a:lnTo>
                    <a:pt x="17743" y="10277"/>
                  </a:lnTo>
                  <a:lnTo>
                    <a:pt x="17684" y="10258"/>
                  </a:lnTo>
                  <a:lnTo>
                    <a:pt x="17629" y="10258"/>
                  </a:lnTo>
                  <a:lnTo>
                    <a:pt x="17580" y="10277"/>
                  </a:lnTo>
                  <a:lnTo>
                    <a:pt x="17535" y="10365"/>
                  </a:lnTo>
                  <a:lnTo>
                    <a:pt x="17500" y="10463"/>
                  </a:lnTo>
                  <a:lnTo>
                    <a:pt x="17475" y="10570"/>
                  </a:lnTo>
                  <a:lnTo>
                    <a:pt x="17441" y="10668"/>
                  </a:lnTo>
                  <a:lnTo>
                    <a:pt x="17391" y="10736"/>
                  </a:lnTo>
                  <a:lnTo>
                    <a:pt x="17381" y="10736"/>
                  </a:lnTo>
                  <a:lnTo>
                    <a:pt x="17371" y="10756"/>
                  </a:lnTo>
                  <a:lnTo>
                    <a:pt x="17346" y="10756"/>
                  </a:lnTo>
                  <a:lnTo>
                    <a:pt x="17327" y="10776"/>
                  </a:lnTo>
                  <a:lnTo>
                    <a:pt x="17346" y="10873"/>
                  </a:lnTo>
                  <a:lnTo>
                    <a:pt x="17381" y="10981"/>
                  </a:lnTo>
                  <a:lnTo>
                    <a:pt x="17406" y="11098"/>
                  </a:lnTo>
                  <a:lnTo>
                    <a:pt x="17441" y="11215"/>
                  </a:lnTo>
                  <a:lnTo>
                    <a:pt x="17456" y="11323"/>
                  </a:lnTo>
                  <a:lnTo>
                    <a:pt x="17466" y="11440"/>
                  </a:lnTo>
                  <a:lnTo>
                    <a:pt x="17451" y="11518"/>
                  </a:lnTo>
                  <a:lnTo>
                    <a:pt x="17416" y="11586"/>
                  </a:lnTo>
                  <a:lnTo>
                    <a:pt x="17346" y="11645"/>
                  </a:lnTo>
                  <a:lnTo>
                    <a:pt x="17232" y="11674"/>
                  </a:lnTo>
                  <a:lnTo>
                    <a:pt x="17232" y="11586"/>
                  </a:lnTo>
                  <a:lnTo>
                    <a:pt x="17222" y="11508"/>
                  </a:lnTo>
                  <a:lnTo>
                    <a:pt x="17222" y="11391"/>
                  </a:lnTo>
                  <a:lnTo>
                    <a:pt x="17232" y="11254"/>
                  </a:lnTo>
                  <a:lnTo>
                    <a:pt x="17232" y="11147"/>
                  </a:lnTo>
                  <a:lnTo>
                    <a:pt x="17163" y="11147"/>
                  </a:lnTo>
                  <a:lnTo>
                    <a:pt x="17153" y="11127"/>
                  </a:lnTo>
                  <a:lnTo>
                    <a:pt x="17138" y="11117"/>
                  </a:lnTo>
                  <a:lnTo>
                    <a:pt x="17118" y="11059"/>
                  </a:lnTo>
                  <a:lnTo>
                    <a:pt x="17138" y="11010"/>
                  </a:lnTo>
                  <a:lnTo>
                    <a:pt x="17153" y="10961"/>
                  </a:lnTo>
                  <a:lnTo>
                    <a:pt x="17163" y="10912"/>
                  </a:lnTo>
                  <a:lnTo>
                    <a:pt x="17183" y="10844"/>
                  </a:lnTo>
                  <a:lnTo>
                    <a:pt x="17138" y="10844"/>
                  </a:lnTo>
                  <a:lnTo>
                    <a:pt x="17083" y="10824"/>
                  </a:lnTo>
                  <a:lnTo>
                    <a:pt x="17024" y="10854"/>
                  </a:lnTo>
                  <a:lnTo>
                    <a:pt x="16954" y="10912"/>
                  </a:lnTo>
                  <a:lnTo>
                    <a:pt x="16895" y="10961"/>
                  </a:lnTo>
                  <a:lnTo>
                    <a:pt x="16895" y="10922"/>
                  </a:lnTo>
                  <a:lnTo>
                    <a:pt x="16905" y="10873"/>
                  </a:lnTo>
                  <a:lnTo>
                    <a:pt x="16915" y="10844"/>
                  </a:lnTo>
                  <a:lnTo>
                    <a:pt x="16920" y="10785"/>
                  </a:lnTo>
                  <a:lnTo>
                    <a:pt x="16930" y="10756"/>
                  </a:lnTo>
                  <a:lnTo>
                    <a:pt x="16944" y="10687"/>
                  </a:lnTo>
                  <a:lnTo>
                    <a:pt x="16930" y="10687"/>
                  </a:lnTo>
                  <a:lnTo>
                    <a:pt x="16915" y="10668"/>
                  </a:lnTo>
                  <a:lnTo>
                    <a:pt x="16895" y="10668"/>
                  </a:lnTo>
                  <a:lnTo>
                    <a:pt x="16870" y="10648"/>
                  </a:lnTo>
                  <a:lnTo>
                    <a:pt x="16815" y="10756"/>
                  </a:lnTo>
                  <a:lnTo>
                    <a:pt x="16756" y="10844"/>
                  </a:lnTo>
                  <a:lnTo>
                    <a:pt x="16696" y="10941"/>
                  </a:lnTo>
                  <a:lnTo>
                    <a:pt x="16662" y="11059"/>
                  </a:lnTo>
                  <a:lnTo>
                    <a:pt x="16696" y="11098"/>
                  </a:lnTo>
                  <a:lnTo>
                    <a:pt x="16721" y="11127"/>
                  </a:lnTo>
                  <a:lnTo>
                    <a:pt x="16741" y="11166"/>
                  </a:lnTo>
                  <a:lnTo>
                    <a:pt x="16756" y="11196"/>
                  </a:lnTo>
                  <a:lnTo>
                    <a:pt x="16776" y="11254"/>
                  </a:lnTo>
                  <a:lnTo>
                    <a:pt x="16825" y="11196"/>
                  </a:lnTo>
                  <a:lnTo>
                    <a:pt x="16870" y="11166"/>
                  </a:lnTo>
                  <a:lnTo>
                    <a:pt x="16915" y="11166"/>
                  </a:lnTo>
                  <a:lnTo>
                    <a:pt x="16964" y="11215"/>
                  </a:lnTo>
                  <a:lnTo>
                    <a:pt x="16989" y="11215"/>
                  </a:lnTo>
                  <a:lnTo>
                    <a:pt x="16989" y="11332"/>
                  </a:lnTo>
                  <a:lnTo>
                    <a:pt x="16895" y="11332"/>
                  </a:lnTo>
                  <a:lnTo>
                    <a:pt x="16860" y="11420"/>
                  </a:lnTo>
                  <a:lnTo>
                    <a:pt x="16825" y="11489"/>
                  </a:lnTo>
                  <a:lnTo>
                    <a:pt x="16800" y="11557"/>
                  </a:lnTo>
                  <a:lnTo>
                    <a:pt x="16776" y="11674"/>
                  </a:lnTo>
                  <a:lnTo>
                    <a:pt x="16845" y="11762"/>
                  </a:lnTo>
                  <a:lnTo>
                    <a:pt x="16885" y="11899"/>
                  </a:lnTo>
                  <a:lnTo>
                    <a:pt x="16920" y="12085"/>
                  </a:lnTo>
                  <a:lnTo>
                    <a:pt x="16939" y="12270"/>
                  </a:lnTo>
                  <a:lnTo>
                    <a:pt x="16944" y="12475"/>
                  </a:lnTo>
                  <a:lnTo>
                    <a:pt x="16944" y="12651"/>
                  </a:lnTo>
                  <a:lnTo>
                    <a:pt x="16885" y="12729"/>
                  </a:lnTo>
                  <a:lnTo>
                    <a:pt x="16850" y="12866"/>
                  </a:lnTo>
                  <a:lnTo>
                    <a:pt x="16815" y="12993"/>
                  </a:lnTo>
                  <a:lnTo>
                    <a:pt x="16776" y="13130"/>
                  </a:lnTo>
                  <a:lnTo>
                    <a:pt x="16686" y="13316"/>
                  </a:lnTo>
                  <a:lnTo>
                    <a:pt x="16572" y="13452"/>
                  </a:lnTo>
                  <a:lnTo>
                    <a:pt x="16453" y="13550"/>
                  </a:lnTo>
                  <a:lnTo>
                    <a:pt x="16314" y="13638"/>
                  </a:lnTo>
                  <a:lnTo>
                    <a:pt x="16185" y="13687"/>
                  </a:lnTo>
                  <a:lnTo>
                    <a:pt x="16185" y="13843"/>
                  </a:lnTo>
                  <a:lnTo>
                    <a:pt x="16195" y="13863"/>
                  </a:lnTo>
                  <a:lnTo>
                    <a:pt x="16195" y="13911"/>
                  </a:lnTo>
                  <a:lnTo>
                    <a:pt x="16200" y="13960"/>
                  </a:lnTo>
                  <a:lnTo>
                    <a:pt x="16185" y="13999"/>
                  </a:lnTo>
                  <a:lnTo>
                    <a:pt x="16165" y="14029"/>
                  </a:lnTo>
                  <a:lnTo>
                    <a:pt x="16160" y="14048"/>
                  </a:lnTo>
                  <a:lnTo>
                    <a:pt x="16140" y="14077"/>
                  </a:lnTo>
                  <a:lnTo>
                    <a:pt x="16106" y="14117"/>
                  </a:lnTo>
                  <a:lnTo>
                    <a:pt x="16096" y="14117"/>
                  </a:lnTo>
                  <a:lnTo>
                    <a:pt x="16091" y="14136"/>
                  </a:lnTo>
                  <a:lnTo>
                    <a:pt x="16071" y="14136"/>
                  </a:lnTo>
                  <a:lnTo>
                    <a:pt x="16056" y="14146"/>
                  </a:lnTo>
                  <a:lnTo>
                    <a:pt x="16036" y="14048"/>
                  </a:lnTo>
                  <a:lnTo>
                    <a:pt x="16036" y="13911"/>
                  </a:lnTo>
                  <a:lnTo>
                    <a:pt x="16056" y="13892"/>
                  </a:lnTo>
                  <a:lnTo>
                    <a:pt x="16071" y="13892"/>
                  </a:lnTo>
                  <a:lnTo>
                    <a:pt x="16091" y="13872"/>
                  </a:lnTo>
                  <a:lnTo>
                    <a:pt x="16096" y="13843"/>
                  </a:lnTo>
                  <a:lnTo>
                    <a:pt x="16106" y="13804"/>
                  </a:lnTo>
                  <a:lnTo>
                    <a:pt x="16096" y="13775"/>
                  </a:lnTo>
                  <a:lnTo>
                    <a:pt x="16081" y="13726"/>
                  </a:lnTo>
                  <a:lnTo>
                    <a:pt x="16071" y="13687"/>
                  </a:lnTo>
                  <a:lnTo>
                    <a:pt x="16056" y="13667"/>
                  </a:lnTo>
                  <a:lnTo>
                    <a:pt x="16046" y="13667"/>
                  </a:lnTo>
                  <a:lnTo>
                    <a:pt x="16021" y="13657"/>
                  </a:lnTo>
                  <a:lnTo>
                    <a:pt x="15991" y="13657"/>
                  </a:lnTo>
                  <a:lnTo>
                    <a:pt x="15962" y="13736"/>
                  </a:lnTo>
                  <a:lnTo>
                    <a:pt x="15927" y="13794"/>
                  </a:lnTo>
                  <a:lnTo>
                    <a:pt x="15897" y="13843"/>
                  </a:lnTo>
                  <a:lnTo>
                    <a:pt x="15872" y="13931"/>
                  </a:lnTo>
                  <a:lnTo>
                    <a:pt x="15862" y="14068"/>
                  </a:lnTo>
                  <a:lnTo>
                    <a:pt x="15942" y="14214"/>
                  </a:lnTo>
                  <a:lnTo>
                    <a:pt x="16001" y="14371"/>
                  </a:lnTo>
                  <a:lnTo>
                    <a:pt x="16056" y="14537"/>
                  </a:lnTo>
                  <a:lnTo>
                    <a:pt x="16081" y="14761"/>
                  </a:lnTo>
                  <a:lnTo>
                    <a:pt x="16091" y="15035"/>
                  </a:lnTo>
                  <a:lnTo>
                    <a:pt x="15803" y="15494"/>
                  </a:lnTo>
                  <a:lnTo>
                    <a:pt x="15768" y="15494"/>
                  </a:lnTo>
                  <a:lnTo>
                    <a:pt x="15743" y="15308"/>
                  </a:lnTo>
                  <a:lnTo>
                    <a:pt x="15689" y="15172"/>
                  </a:lnTo>
                  <a:lnTo>
                    <a:pt x="15619" y="15054"/>
                  </a:lnTo>
                  <a:lnTo>
                    <a:pt x="15545" y="14937"/>
                  </a:lnTo>
                  <a:lnTo>
                    <a:pt x="15465" y="14810"/>
                  </a:lnTo>
                  <a:lnTo>
                    <a:pt x="15431" y="15084"/>
                  </a:lnTo>
                  <a:lnTo>
                    <a:pt x="15386" y="15308"/>
                  </a:lnTo>
                  <a:lnTo>
                    <a:pt x="15431" y="15357"/>
                  </a:lnTo>
                  <a:lnTo>
                    <a:pt x="15450" y="15426"/>
                  </a:lnTo>
                  <a:lnTo>
                    <a:pt x="15455" y="15514"/>
                  </a:lnTo>
                  <a:lnTo>
                    <a:pt x="15485" y="15611"/>
                  </a:lnTo>
                  <a:lnTo>
                    <a:pt x="15490" y="15631"/>
                  </a:lnTo>
                  <a:lnTo>
                    <a:pt x="15545" y="15631"/>
                  </a:lnTo>
                  <a:lnTo>
                    <a:pt x="15560" y="15650"/>
                  </a:lnTo>
                  <a:lnTo>
                    <a:pt x="15629" y="15787"/>
                  </a:lnTo>
                  <a:lnTo>
                    <a:pt x="15684" y="15992"/>
                  </a:lnTo>
                  <a:lnTo>
                    <a:pt x="15718" y="16227"/>
                  </a:lnTo>
                  <a:lnTo>
                    <a:pt x="15723" y="16471"/>
                  </a:lnTo>
                  <a:lnTo>
                    <a:pt x="15674" y="16471"/>
                  </a:lnTo>
                  <a:lnTo>
                    <a:pt x="15619" y="16383"/>
                  </a:lnTo>
                  <a:lnTo>
                    <a:pt x="15570" y="16334"/>
                  </a:lnTo>
                  <a:lnTo>
                    <a:pt x="15560" y="16315"/>
                  </a:lnTo>
                  <a:lnTo>
                    <a:pt x="15515" y="16246"/>
                  </a:lnTo>
                  <a:lnTo>
                    <a:pt x="15485" y="16109"/>
                  </a:lnTo>
                  <a:lnTo>
                    <a:pt x="15465" y="15953"/>
                  </a:lnTo>
                  <a:lnTo>
                    <a:pt x="15416" y="15680"/>
                  </a:lnTo>
                  <a:lnTo>
                    <a:pt x="15371" y="15562"/>
                  </a:lnTo>
                  <a:lnTo>
                    <a:pt x="15371" y="15533"/>
                  </a:lnTo>
                  <a:lnTo>
                    <a:pt x="15326" y="15562"/>
                  </a:lnTo>
                  <a:lnTo>
                    <a:pt x="15326" y="15533"/>
                  </a:lnTo>
                  <a:lnTo>
                    <a:pt x="15312" y="15396"/>
                  </a:lnTo>
                  <a:lnTo>
                    <a:pt x="15312" y="14830"/>
                  </a:lnTo>
                  <a:lnTo>
                    <a:pt x="15302" y="14644"/>
                  </a:lnTo>
                  <a:lnTo>
                    <a:pt x="15267" y="14488"/>
                  </a:lnTo>
                  <a:lnTo>
                    <a:pt x="15212" y="14371"/>
                  </a:lnTo>
                  <a:lnTo>
                    <a:pt x="15197" y="14400"/>
                  </a:lnTo>
                  <a:lnTo>
                    <a:pt x="15173" y="14439"/>
                  </a:lnTo>
                  <a:lnTo>
                    <a:pt x="15153" y="14458"/>
                  </a:lnTo>
                  <a:lnTo>
                    <a:pt x="15118" y="14468"/>
                  </a:lnTo>
                  <a:lnTo>
                    <a:pt x="15073" y="14468"/>
                  </a:lnTo>
                  <a:lnTo>
                    <a:pt x="15073" y="14458"/>
                  </a:lnTo>
                  <a:lnTo>
                    <a:pt x="15068" y="14458"/>
                  </a:lnTo>
                  <a:lnTo>
                    <a:pt x="15058" y="14439"/>
                  </a:lnTo>
                  <a:lnTo>
                    <a:pt x="15058" y="14234"/>
                  </a:lnTo>
                  <a:lnTo>
                    <a:pt x="15034" y="14068"/>
                  </a:lnTo>
                  <a:lnTo>
                    <a:pt x="14999" y="13931"/>
                  </a:lnTo>
                  <a:lnTo>
                    <a:pt x="14944" y="13804"/>
                  </a:lnTo>
                  <a:lnTo>
                    <a:pt x="14905" y="13667"/>
                  </a:lnTo>
                  <a:lnTo>
                    <a:pt x="14850" y="13501"/>
                  </a:lnTo>
                  <a:lnTo>
                    <a:pt x="14835" y="13530"/>
                  </a:lnTo>
                  <a:lnTo>
                    <a:pt x="14825" y="13550"/>
                  </a:lnTo>
                  <a:lnTo>
                    <a:pt x="14815" y="13589"/>
                  </a:lnTo>
                  <a:lnTo>
                    <a:pt x="14805" y="13599"/>
                  </a:lnTo>
                  <a:lnTo>
                    <a:pt x="14800" y="13618"/>
                  </a:lnTo>
                  <a:lnTo>
                    <a:pt x="14721" y="13638"/>
                  </a:lnTo>
                  <a:lnTo>
                    <a:pt x="14651" y="13618"/>
                  </a:lnTo>
                  <a:lnTo>
                    <a:pt x="14582" y="13618"/>
                  </a:lnTo>
                  <a:lnTo>
                    <a:pt x="14562" y="13755"/>
                  </a:lnTo>
                  <a:lnTo>
                    <a:pt x="14537" y="13823"/>
                  </a:lnTo>
                  <a:lnTo>
                    <a:pt x="14522" y="13843"/>
                  </a:lnTo>
                  <a:lnTo>
                    <a:pt x="14488" y="13843"/>
                  </a:lnTo>
                  <a:lnTo>
                    <a:pt x="14453" y="13863"/>
                  </a:lnTo>
                  <a:lnTo>
                    <a:pt x="14418" y="13911"/>
                  </a:lnTo>
                  <a:lnTo>
                    <a:pt x="14359" y="14214"/>
                  </a:lnTo>
                  <a:lnTo>
                    <a:pt x="14279" y="14214"/>
                  </a:lnTo>
                  <a:lnTo>
                    <a:pt x="14234" y="14283"/>
                  </a:lnTo>
                  <a:lnTo>
                    <a:pt x="14190" y="14371"/>
                  </a:lnTo>
                  <a:lnTo>
                    <a:pt x="14130" y="14439"/>
                  </a:lnTo>
                  <a:lnTo>
                    <a:pt x="14115" y="14781"/>
                  </a:lnTo>
                  <a:lnTo>
                    <a:pt x="14071" y="15074"/>
                  </a:lnTo>
                  <a:lnTo>
                    <a:pt x="14011" y="15308"/>
                  </a:lnTo>
                  <a:lnTo>
                    <a:pt x="13917" y="15533"/>
                  </a:lnTo>
                  <a:lnTo>
                    <a:pt x="13907" y="15533"/>
                  </a:lnTo>
                  <a:lnTo>
                    <a:pt x="13897" y="15514"/>
                  </a:lnTo>
                  <a:lnTo>
                    <a:pt x="13887" y="15514"/>
                  </a:lnTo>
                  <a:lnTo>
                    <a:pt x="13882" y="15494"/>
                  </a:lnTo>
                  <a:lnTo>
                    <a:pt x="13827" y="15377"/>
                  </a:lnTo>
                  <a:lnTo>
                    <a:pt x="13778" y="15191"/>
                  </a:lnTo>
                  <a:lnTo>
                    <a:pt x="13748" y="15035"/>
                  </a:lnTo>
                  <a:lnTo>
                    <a:pt x="13743" y="15006"/>
                  </a:lnTo>
                  <a:lnTo>
                    <a:pt x="13748" y="14966"/>
                  </a:lnTo>
                  <a:lnTo>
                    <a:pt x="13758" y="14937"/>
                  </a:lnTo>
                  <a:lnTo>
                    <a:pt x="13768" y="14918"/>
                  </a:lnTo>
                  <a:lnTo>
                    <a:pt x="13768" y="14898"/>
                  </a:lnTo>
                  <a:lnTo>
                    <a:pt x="13679" y="14644"/>
                  </a:lnTo>
                  <a:lnTo>
                    <a:pt x="13619" y="14371"/>
                  </a:lnTo>
                  <a:lnTo>
                    <a:pt x="13579" y="14077"/>
                  </a:lnTo>
                  <a:lnTo>
                    <a:pt x="13559" y="13726"/>
                  </a:lnTo>
                  <a:lnTo>
                    <a:pt x="13500" y="13736"/>
                  </a:lnTo>
                  <a:lnTo>
                    <a:pt x="13455" y="13736"/>
                  </a:lnTo>
                  <a:lnTo>
                    <a:pt x="13406" y="13726"/>
                  </a:lnTo>
                  <a:lnTo>
                    <a:pt x="13386" y="13687"/>
                  </a:lnTo>
                  <a:lnTo>
                    <a:pt x="13361" y="13657"/>
                  </a:lnTo>
                  <a:lnTo>
                    <a:pt x="13341" y="13618"/>
                  </a:lnTo>
                  <a:lnTo>
                    <a:pt x="13326" y="13589"/>
                  </a:lnTo>
                  <a:lnTo>
                    <a:pt x="13341" y="13462"/>
                  </a:lnTo>
                  <a:lnTo>
                    <a:pt x="13306" y="13364"/>
                  </a:lnTo>
                  <a:lnTo>
                    <a:pt x="13247" y="13276"/>
                  </a:lnTo>
                  <a:lnTo>
                    <a:pt x="13187" y="13198"/>
                  </a:lnTo>
                  <a:lnTo>
                    <a:pt x="13133" y="13091"/>
                  </a:lnTo>
                  <a:lnTo>
                    <a:pt x="12989" y="13130"/>
                  </a:lnTo>
                  <a:lnTo>
                    <a:pt x="12840" y="13130"/>
                  </a:lnTo>
                  <a:lnTo>
                    <a:pt x="12691" y="13110"/>
                  </a:lnTo>
                  <a:lnTo>
                    <a:pt x="12547" y="13091"/>
                  </a:lnTo>
                  <a:lnTo>
                    <a:pt x="12522" y="12993"/>
                  </a:lnTo>
                  <a:lnTo>
                    <a:pt x="12487" y="12866"/>
                  </a:lnTo>
                  <a:lnTo>
                    <a:pt x="12433" y="12905"/>
                  </a:lnTo>
                  <a:lnTo>
                    <a:pt x="12398" y="12925"/>
                  </a:lnTo>
                  <a:lnTo>
                    <a:pt x="12353" y="12934"/>
                  </a:lnTo>
                  <a:lnTo>
                    <a:pt x="12294" y="12934"/>
                  </a:lnTo>
                  <a:lnTo>
                    <a:pt x="12244" y="12866"/>
                  </a:lnTo>
                  <a:lnTo>
                    <a:pt x="12190" y="12817"/>
                  </a:lnTo>
                  <a:lnTo>
                    <a:pt x="12130" y="12749"/>
                  </a:lnTo>
                  <a:lnTo>
                    <a:pt x="12085" y="12680"/>
                  </a:lnTo>
                  <a:lnTo>
                    <a:pt x="12070" y="12583"/>
                  </a:lnTo>
                  <a:lnTo>
                    <a:pt x="12046" y="12495"/>
                  </a:lnTo>
                  <a:lnTo>
                    <a:pt x="11991" y="12407"/>
                  </a:lnTo>
                  <a:lnTo>
                    <a:pt x="11912" y="12407"/>
                  </a:lnTo>
                  <a:lnTo>
                    <a:pt x="11931" y="12544"/>
                  </a:lnTo>
                  <a:lnTo>
                    <a:pt x="11956" y="12700"/>
                  </a:lnTo>
                  <a:lnTo>
                    <a:pt x="12001" y="12856"/>
                  </a:lnTo>
                  <a:lnTo>
                    <a:pt x="12036" y="12993"/>
                  </a:lnTo>
                  <a:lnTo>
                    <a:pt x="12070" y="13091"/>
                  </a:lnTo>
                  <a:lnTo>
                    <a:pt x="12080" y="13042"/>
                  </a:lnTo>
                  <a:lnTo>
                    <a:pt x="12085" y="13022"/>
                  </a:lnTo>
                  <a:lnTo>
                    <a:pt x="12085" y="13003"/>
                  </a:lnTo>
                  <a:lnTo>
                    <a:pt x="12105" y="13003"/>
                  </a:lnTo>
                  <a:lnTo>
                    <a:pt x="12130" y="13022"/>
                  </a:lnTo>
                  <a:lnTo>
                    <a:pt x="12140" y="13071"/>
                  </a:lnTo>
                  <a:lnTo>
                    <a:pt x="12150" y="13130"/>
                  </a:lnTo>
                  <a:lnTo>
                    <a:pt x="12150" y="13179"/>
                  </a:lnTo>
                  <a:lnTo>
                    <a:pt x="12155" y="13228"/>
                  </a:lnTo>
                  <a:lnTo>
                    <a:pt x="12165" y="13276"/>
                  </a:lnTo>
                  <a:lnTo>
                    <a:pt x="12199" y="13267"/>
                  </a:lnTo>
                  <a:lnTo>
                    <a:pt x="12244" y="13247"/>
                  </a:lnTo>
                  <a:lnTo>
                    <a:pt x="12294" y="13247"/>
                  </a:lnTo>
                  <a:lnTo>
                    <a:pt x="12373" y="13071"/>
                  </a:lnTo>
                  <a:lnTo>
                    <a:pt x="12468" y="12934"/>
                  </a:lnTo>
                  <a:lnTo>
                    <a:pt x="12477" y="13110"/>
                  </a:lnTo>
                  <a:lnTo>
                    <a:pt x="12487" y="13247"/>
                  </a:lnTo>
                  <a:lnTo>
                    <a:pt x="12616" y="13384"/>
                  </a:lnTo>
                  <a:lnTo>
                    <a:pt x="12721" y="13550"/>
                  </a:lnTo>
                  <a:lnTo>
                    <a:pt x="12686" y="13638"/>
                  </a:lnTo>
                  <a:lnTo>
                    <a:pt x="12656" y="13726"/>
                  </a:lnTo>
                  <a:lnTo>
                    <a:pt x="12626" y="13794"/>
                  </a:lnTo>
                  <a:lnTo>
                    <a:pt x="12562" y="13843"/>
                  </a:lnTo>
                  <a:lnTo>
                    <a:pt x="12562" y="14029"/>
                  </a:lnTo>
                  <a:lnTo>
                    <a:pt x="12477" y="14136"/>
                  </a:lnTo>
                  <a:lnTo>
                    <a:pt x="12388" y="14253"/>
                  </a:lnTo>
                  <a:lnTo>
                    <a:pt x="12388" y="14332"/>
                  </a:lnTo>
                  <a:lnTo>
                    <a:pt x="12279" y="14332"/>
                  </a:lnTo>
                  <a:lnTo>
                    <a:pt x="12214" y="14400"/>
                  </a:lnTo>
                  <a:lnTo>
                    <a:pt x="12165" y="14507"/>
                  </a:lnTo>
                  <a:lnTo>
                    <a:pt x="12105" y="14595"/>
                  </a:lnTo>
                  <a:lnTo>
                    <a:pt x="12026" y="14664"/>
                  </a:lnTo>
                  <a:lnTo>
                    <a:pt x="11946" y="14693"/>
                  </a:lnTo>
                  <a:lnTo>
                    <a:pt x="11862" y="14742"/>
                  </a:lnTo>
                  <a:lnTo>
                    <a:pt x="11793" y="14800"/>
                  </a:lnTo>
                  <a:lnTo>
                    <a:pt x="11733" y="14869"/>
                  </a:lnTo>
                  <a:lnTo>
                    <a:pt x="11673" y="14898"/>
                  </a:lnTo>
                  <a:lnTo>
                    <a:pt x="11629" y="14898"/>
                  </a:lnTo>
                  <a:lnTo>
                    <a:pt x="11609" y="14879"/>
                  </a:lnTo>
                  <a:lnTo>
                    <a:pt x="11604" y="14879"/>
                  </a:lnTo>
                  <a:lnTo>
                    <a:pt x="11594" y="14869"/>
                  </a:lnTo>
                  <a:lnTo>
                    <a:pt x="11584" y="14849"/>
                  </a:lnTo>
                  <a:lnTo>
                    <a:pt x="11574" y="14810"/>
                  </a:lnTo>
                  <a:lnTo>
                    <a:pt x="11549" y="14712"/>
                  </a:lnTo>
                  <a:lnTo>
                    <a:pt x="11539" y="14605"/>
                  </a:lnTo>
                  <a:lnTo>
                    <a:pt x="11539" y="14507"/>
                  </a:lnTo>
                  <a:lnTo>
                    <a:pt x="11534" y="14400"/>
                  </a:lnTo>
                  <a:lnTo>
                    <a:pt x="11490" y="14234"/>
                  </a:lnTo>
                  <a:lnTo>
                    <a:pt x="11430" y="14077"/>
                  </a:lnTo>
                  <a:lnTo>
                    <a:pt x="11366" y="13941"/>
                  </a:lnTo>
                  <a:lnTo>
                    <a:pt x="11306" y="13804"/>
                  </a:lnTo>
                  <a:lnTo>
                    <a:pt x="11291" y="13706"/>
                  </a:lnTo>
                  <a:lnTo>
                    <a:pt x="11281" y="13589"/>
                  </a:lnTo>
                  <a:lnTo>
                    <a:pt x="11271" y="13462"/>
                  </a:lnTo>
                  <a:lnTo>
                    <a:pt x="11247" y="13364"/>
                  </a:lnTo>
                  <a:lnTo>
                    <a:pt x="11152" y="13247"/>
                  </a:lnTo>
                  <a:lnTo>
                    <a:pt x="11127" y="13130"/>
                  </a:lnTo>
                  <a:lnTo>
                    <a:pt x="11098" y="13003"/>
                  </a:lnTo>
                  <a:lnTo>
                    <a:pt x="11073" y="12886"/>
                  </a:lnTo>
                  <a:lnTo>
                    <a:pt x="11038" y="12788"/>
                  </a:lnTo>
                  <a:lnTo>
                    <a:pt x="10988" y="12720"/>
                  </a:lnTo>
                  <a:lnTo>
                    <a:pt x="10959" y="12700"/>
                  </a:lnTo>
                  <a:lnTo>
                    <a:pt x="10954" y="12661"/>
                  </a:lnTo>
                  <a:lnTo>
                    <a:pt x="10934" y="12651"/>
                  </a:lnTo>
                  <a:lnTo>
                    <a:pt x="10919" y="12632"/>
                  </a:lnTo>
                  <a:lnTo>
                    <a:pt x="10899" y="12612"/>
                  </a:lnTo>
                  <a:lnTo>
                    <a:pt x="10884" y="12583"/>
                  </a:lnTo>
                  <a:lnTo>
                    <a:pt x="10864" y="12524"/>
                  </a:lnTo>
                  <a:lnTo>
                    <a:pt x="10849" y="12456"/>
                  </a:lnTo>
                  <a:lnTo>
                    <a:pt x="10830" y="12456"/>
                  </a:lnTo>
                  <a:lnTo>
                    <a:pt x="10830" y="12524"/>
                  </a:lnTo>
                  <a:lnTo>
                    <a:pt x="10889" y="12680"/>
                  </a:lnTo>
                  <a:lnTo>
                    <a:pt x="10944" y="12856"/>
                  </a:lnTo>
                  <a:lnTo>
                    <a:pt x="10979" y="13062"/>
                  </a:lnTo>
                  <a:lnTo>
                    <a:pt x="11013" y="13247"/>
                  </a:lnTo>
                  <a:lnTo>
                    <a:pt x="11058" y="13433"/>
                  </a:lnTo>
                  <a:lnTo>
                    <a:pt x="11073" y="13462"/>
                  </a:lnTo>
                  <a:lnTo>
                    <a:pt x="11098" y="13501"/>
                  </a:lnTo>
                  <a:lnTo>
                    <a:pt x="11118" y="13530"/>
                  </a:lnTo>
                  <a:lnTo>
                    <a:pt x="11142" y="13569"/>
                  </a:lnTo>
                  <a:lnTo>
                    <a:pt x="11152" y="13618"/>
                  </a:lnTo>
                  <a:lnTo>
                    <a:pt x="11152" y="13960"/>
                  </a:lnTo>
                  <a:lnTo>
                    <a:pt x="11167" y="13999"/>
                  </a:lnTo>
                  <a:lnTo>
                    <a:pt x="11187" y="14048"/>
                  </a:lnTo>
                  <a:lnTo>
                    <a:pt x="11212" y="14077"/>
                  </a:lnTo>
                  <a:lnTo>
                    <a:pt x="11237" y="14117"/>
                  </a:lnTo>
                  <a:lnTo>
                    <a:pt x="11247" y="14146"/>
                  </a:lnTo>
                  <a:lnTo>
                    <a:pt x="11262" y="14253"/>
                  </a:lnTo>
                  <a:lnTo>
                    <a:pt x="11271" y="14332"/>
                  </a:lnTo>
                  <a:lnTo>
                    <a:pt x="11291" y="14439"/>
                  </a:lnTo>
                  <a:lnTo>
                    <a:pt x="11341" y="14556"/>
                  </a:lnTo>
                  <a:lnTo>
                    <a:pt x="11420" y="14664"/>
                  </a:lnTo>
                  <a:lnTo>
                    <a:pt x="11505" y="14761"/>
                  </a:lnTo>
                  <a:lnTo>
                    <a:pt x="11574" y="14869"/>
                  </a:lnTo>
                  <a:lnTo>
                    <a:pt x="11594" y="14918"/>
                  </a:lnTo>
                  <a:lnTo>
                    <a:pt x="11594" y="15035"/>
                  </a:lnTo>
                  <a:lnTo>
                    <a:pt x="11604" y="15084"/>
                  </a:lnTo>
                  <a:lnTo>
                    <a:pt x="11629" y="15142"/>
                  </a:lnTo>
                  <a:lnTo>
                    <a:pt x="11703" y="15152"/>
                  </a:lnTo>
                  <a:lnTo>
                    <a:pt x="11793" y="15074"/>
                  </a:lnTo>
                  <a:lnTo>
                    <a:pt x="11912" y="15015"/>
                  </a:lnTo>
                  <a:lnTo>
                    <a:pt x="12026" y="14966"/>
                  </a:lnTo>
                  <a:lnTo>
                    <a:pt x="12130" y="14937"/>
                  </a:lnTo>
                  <a:lnTo>
                    <a:pt x="12130" y="14966"/>
                  </a:lnTo>
                  <a:lnTo>
                    <a:pt x="12105" y="15054"/>
                  </a:lnTo>
                  <a:lnTo>
                    <a:pt x="12105" y="15152"/>
                  </a:lnTo>
                  <a:lnTo>
                    <a:pt x="12085" y="15269"/>
                  </a:lnTo>
                  <a:lnTo>
                    <a:pt x="12051" y="15445"/>
                  </a:lnTo>
                  <a:lnTo>
                    <a:pt x="12001" y="15650"/>
                  </a:lnTo>
                  <a:lnTo>
                    <a:pt x="11941" y="15855"/>
                  </a:lnTo>
                  <a:lnTo>
                    <a:pt x="11877" y="16022"/>
                  </a:lnTo>
                  <a:lnTo>
                    <a:pt x="11783" y="16207"/>
                  </a:lnTo>
                  <a:lnTo>
                    <a:pt x="11678" y="16383"/>
                  </a:lnTo>
                  <a:lnTo>
                    <a:pt x="11569" y="16549"/>
                  </a:lnTo>
                  <a:lnTo>
                    <a:pt x="11465" y="16744"/>
                  </a:lnTo>
                  <a:lnTo>
                    <a:pt x="11376" y="16950"/>
                  </a:lnTo>
                  <a:lnTo>
                    <a:pt x="11306" y="17184"/>
                  </a:lnTo>
                  <a:lnTo>
                    <a:pt x="11281" y="17409"/>
                  </a:lnTo>
                  <a:lnTo>
                    <a:pt x="11296" y="17614"/>
                  </a:lnTo>
                  <a:lnTo>
                    <a:pt x="11331" y="17819"/>
                  </a:lnTo>
                  <a:lnTo>
                    <a:pt x="11366" y="18005"/>
                  </a:lnTo>
                  <a:lnTo>
                    <a:pt x="11400" y="18210"/>
                  </a:lnTo>
                  <a:lnTo>
                    <a:pt x="11430" y="18415"/>
                  </a:lnTo>
                  <a:lnTo>
                    <a:pt x="11420" y="18620"/>
                  </a:lnTo>
                  <a:lnTo>
                    <a:pt x="11366" y="18835"/>
                  </a:lnTo>
                  <a:lnTo>
                    <a:pt x="11291" y="18943"/>
                  </a:lnTo>
                  <a:lnTo>
                    <a:pt x="11202" y="19021"/>
                  </a:lnTo>
                  <a:lnTo>
                    <a:pt x="11118" y="19109"/>
                  </a:lnTo>
                  <a:lnTo>
                    <a:pt x="11048" y="19226"/>
                  </a:lnTo>
                  <a:lnTo>
                    <a:pt x="11003" y="19402"/>
                  </a:lnTo>
                  <a:lnTo>
                    <a:pt x="11048" y="19500"/>
                  </a:lnTo>
                  <a:lnTo>
                    <a:pt x="11083" y="19656"/>
                  </a:lnTo>
                  <a:lnTo>
                    <a:pt x="11098" y="19841"/>
                  </a:lnTo>
                  <a:lnTo>
                    <a:pt x="11073" y="19880"/>
                  </a:lnTo>
                  <a:lnTo>
                    <a:pt x="11058" y="19910"/>
                  </a:lnTo>
                  <a:lnTo>
                    <a:pt x="11048" y="19929"/>
                  </a:lnTo>
                  <a:lnTo>
                    <a:pt x="11028" y="19959"/>
                  </a:lnTo>
                  <a:lnTo>
                    <a:pt x="11023" y="19998"/>
                  </a:lnTo>
                  <a:lnTo>
                    <a:pt x="11003" y="20027"/>
                  </a:lnTo>
                  <a:lnTo>
                    <a:pt x="10909" y="20066"/>
                  </a:lnTo>
                  <a:lnTo>
                    <a:pt x="10884" y="20183"/>
                  </a:lnTo>
                  <a:lnTo>
                    <a:pt x="10874" y="20320"/>
                  </a:lnTo>
                  <a:lnTo>
                    <a:pt x="10864" y="20457"/>
                  </a:lnTo>
                  <a:lnTo>
                    <a:pt x="10849" y="20594"/>
                  </a:lnTo>
                  <a:lnTo>
                    <a:pt x="10735" y="20779"/>
                  </a:lnTo>
                  <a:lnTo>
                    <a:pt x="10701" y="20936"/>
                  </a:lnTo>
                  <a:lnTo>
                    <a:pt x="10656" y="21092"/>
                  </a:lnTo>
                  <a:lnTo>
                    <a:pt x="10572" y="21238"/>
                  </a:lnTo>
                  <a:lnTo>
                    <a:pt x="10467" y="21365"/>
                  </a:lnTo>
                  <a:lnTo>
                    <a:pt x="10209" y="21502"/>
                  </a:lnTo>
                  <a:lnTo>
                    <a:pt x="10075" y="21551"/>
                  </a:lnTo>
                  <a:lnTo>
                    <a:pt x="9956" y="21600"/>
                  </a:lnTo>
                  <a:lnTo>
                    <a:pt x="9931" y="21571"/>
                  </a:lnTo>
                  <a:lnTo>
                    <a:pt x="9912" y="21532"/>
                  </a:lnTo>
                  <a:lnTo>
                    <a:pt x="9897" y="21512"/>
                  </a:lnTo>
                  <a:lnTo>
                    <a:pt x="9877" y="21463"/>
                  </a:lnTo>
                  <a:lnTo>
                    <a:pt x="9862" y="21434"/>
                  </a:lnTo>
                  <a:lnTo>
                    <a:pt x="9852" y="21346"/>
                  </a:lnTo>
                  <a:lnTo>
                    <a:pt x="9852" y="21121"/>
                  </a:lnTo>
                  <a:lnTo>
                    <a:pt x="9842" y="21004"/>
                  </a:lnTo>
                  <a:lnTo>
                    <a:pt x="9792" y="20838"/>
                  </a:lnTo>
                  <a:lnTo>
                    <a:pt x="9723" y="20682"/>
                  </a:lnTo>
                  <a:lnTo>
                    <a:pt x="9653" y="20506"/>
                  </a:lnTo>
                  <a:lnTo>
                    <a:pt x="9609" y="20340"/>
                  </a:lnTo>
                  <a:lnTo>
                    <a:pt x="9629" y="20222"/>
                  </a:lnTo>
                  <a:lnTo>
                    <a:pt x="9629" y="20203"/>
                  </a:lnTo>
                  <a:lnTo>
                    <a:pt x="9609" y="20164"/>
                  </a:lnTo>
                  <a:lnTo>
                    <a:pt x="9594" y="20154"/>
                  </a:lnTo>
                  <a:lnTo>
                    <a:pt x="9584" y="20115"/>
                  </a:lnTo>
                  <a:lnTo>
                    <a:pt x="9574" y="20115"/>
                  </a:lnTo>
                  <a:lnTo>
                    <a:pt x="9564" y="20066"/>
                  </a:lnTo>
                  <a:lnTo>
                    <a:pt x="9574" y="20017"/>
                  </a:lnTo>
                  <a:lnTo>
                    <a:pt x="9574" y="19978"/>
                  </a:lnTo>
                  <a:lnTo>
                    <a:pt x="9584" y="19949"/>
                  </a:lnTo>
                  <a:lnTo>
                    <a:pt x="9594" y="19910"/>
                  </a:lnTo>
                  <a:lnTo>
                    <a:pt x="9559" y="19880"/>
                  </a:lnTo>
                  <a:lnTo>
                    <a:pt x="9559" y="19812"/>
                  </a:lnTo>
                  <a:lnTo>
                    <a:pt x="9564" y="19763"/>
                  </a:lnTo>
                  <a:lnTo>
                    <a:pt x="9574" y="19724"/>
                  </a:lnTo>
                  <a:lnTo>
                    <a:pt x="9574" y="19626"/>
                  </a:lnTo>
                  <a:lnTo>
                    <a:pt x="9539" y="19490"/>
                  </a:lnTo>
                  <a:lnTo>
                    <a:pt x="9490" y="19333"/>
                  </a:lnTo>
                  <a:lnTo>
                    <a:pt x="9435" y="19197"/>
                  </a:lnTo>
                  <a:lnTo>
                    <a:pt x="9400" y="19060"/>
                  </a:lnTo>
                  <a:lnTo>
                    <a:pt x="9390" y="18894"/>
                  </a:lnTo>
                  <a:lnTo>
                    <a:pt x="9410" y="18698"/>
                  </a:lnTo>
                  <a:lnTo>
                    <a:pt x="9445" y="18532"/>
                  </a:lnTo>
                  <a:lnTo>
                    <a:pt x="9495" y="18347"/>
                  </a:lnTo>
                  <a:lnTo>
                    <a:pt x="9529" y="18190"/>
                  </a:lnTo>
                  <a:lnTo>
                    <a:pt x="9559" y="18054"/>
                  </a:lnTo>
                  <a:lnTo>
                    <a:pt x="9524" y="17917"/>
                  </a:lnTo>
                  <a:lnTo>
                    <a:pt x="9514" y="17800"/>
                  </a:lnTo>
                  <a:lnTo>
                    <a:pt x="9514" y="17682"/>
                  </a:lnTo>
                  <a:lnTo>
                    <a:pt x="9495" y="17526"/>
                  </a:lnTo>
                  <a:lnTo>
                    <a:pt x="9445" y="17321"/>
                  </a:lnTo>
                  <a:lnTo>
                    <a:pt x="9366" y="17116"/>
                  </a:lnTo>
                  <a:lnTo>
                    <a:pt x="9291" y="16930"/>
                  </a:lnTo>
                  <a:lnTo>
                    <a:pt x="9212" y="16774"/>
                  </a:lnTo>
                  <a:lnTo>
                    <a:pt x="9237" y="16569"/>
                  </a:lnTo>
                  <a:lnTo>
                    <a:pt x="9261" y="16383"/>
                  </a:lnTo>
                  <a:lnTo>
                    <a:pt x="9291" y="16178"/>
                  </a:lnTo>
                  <a:lnTo>
                    <a:pt x="9261" y="16149"/>
                  </a:lnTo>
                  <a:lnTo>
                    <a:pt x="9246" y="16129"/>
                  </a:lnTo>
                  <a:lnTo>
                    <a:pt x="9227" y="16090"/>
                  </a:lnTo>
                  <a:lnTo>
                    <a:pt x="9212" y="16080"/>
                  </a:lnTo>
                  <a:lnTo>
                    <a:pt x="9187" y="16080"/>
                  </a:lnTo>
                  <a:lnTo>
                    <a:pt x="9152" y="16061"/>
                  </a:lnTo>
                  <a:lnTo>
                    <a:pt x="9132" y="16090"/>
                  </a:lnTo>
                  <a:lnTo>
                    <a:pt x="9122" y="16109"/>
                  </a:lnTo>
                  <a:lnTo>
                    <a:pt x="9098" y="16129"/>
                  </a:lnTo>
                  <a:lnTo>
                    <a:pt x="9038" y="16129"/>
                  </a:lnTo>
                  <a:lnTo>
                    <a:pt x="8944" y="15836"/>
                  </a:lnTo>
                  <a:lnTo>
                    <a:pt x="8879" y="15816"/>
                  </a:lnTo>
                  <a:lnTo>
                    <a:pt x="8820" y="15807"/>
                  </a:lnTo>
                  <a:lnTo>
                    <a:pt x="8750" y="15787"/>
                  </a:lnTo>
                  <a:lnTo>
                    <a:pt x="8666" y="15855"/>
                  </a:lnTo>
                  <a:lnTo>
                    <a:pt x="8576" y="15924"/>
                  </a:lnTo>
                  <a:lnTo>
                    <a:pt x="8507" y="15973"/>
                  </a:lnTo>
                  <a:lnTo>
                    <a:pt x="8338" y="15904"/>
                  </a:lnTo>
                  <a:lnTo>
                    <a:pt x="8318" y="16022"/>
                  </a:lnTo>
                  <a:lnTo>
                    <a:pt x="8259" y="16022"/>
                  </a:lnTo>
                  <a:lnTo>
                    <a:pt x="8204" y="15992"/>
                  </a:lnTo>
                  <a:lnTo>
                    <a:pt x="8164" y="15973"/>
                  </a:lnTo>
                  <a:lnTo>
                    <a:pt x="8145" y="15992"/>
                  </a:lnTo>
                  <a:lnTo>
                    <a:pt x="8130" y="16022"/>
                  </a:lnTo>
                  <a:lnTo>
                    <a:pt x="8100" y="16041"/>
                  </a:lnTo>
                  <a:lnTo>
                    <a:pt x="8065" y="16061"/>
                  </a:lnTo>
                  <a:lnTo>
                    <a:pt x="8016" y="15944"/>
                  </a:lnTo>
                  <a:lnTo>
                    <a:pt x="7807" y="15738"/>
                  </a:lnTo>
                  <a:lnTo>
                    <a:pt x="7748" y="15650"/>
                  </a:lnTo>
                  <a:lnTo>
                    <a:pt x="7703" y="15426"/>
                  </a:lnTo>
                  <a:lnTo>
                    <a:pt x="7653" y="15308"/>
                  </a:lnTo>
                  <a:lnTo>
                    <a:pt x="7574" y="15191"/>
                  </a:lnTo>
                  <a:lnTo>
                    <a:pt x="7504" y="15074"/>
                  </a:lnTo>
                  <a:lnTo>
                    <a:pt x="7460" y="14966"/>
                  </a:lnTo>
                  <a:lnTo>
                    <a:pt x="7460" y="14742"/>
                  </a:lnTo>
                  <a:lnTo>
                    <a:pt x="7445" y="14644"/>
                  </a:lnTo>
                  <a:lnTo>
                    <a:pt x="7450" y="14488"/>
                  </a:lnTo>
                  <a:lnTo>
                    <a:pt x="7470" y="14351"/>
                  </a:lnTo>
                  <a:lnTo>
                    <a:pt x="7484" y="14234"/>
                  </a:lnTo>
                  <a:lnTo>
                    <a:pt x="7494" y="14146"/>
                  </a:lnTo>
                  <a:lnTo>
                    <a:pt x="7494" y="14009"/>
                  </a:lnTo>
                  <a:lnTo>
                    <a:pt x="7480" y="13931"/>
                  </a:lnTo>
                  <a:lnTo>
                    <a:pt x="7450" y="13843"/>
                  </a:lnTo>
                  <a:lnTo>
                    <a:pt x="7435" y="13775"/>
                  </a:lnTo>
                  <a:lnTo>
                    <a:pt x="7435" y="13667"/>
                  </a:lnTo>
                  <a:lnTo>
                    <a:pt x="7450" y="13530"/>
                  </a:lnTo>
                  <a:lnTo>
                    <a:pt x="7484" y="13384"/>
                  </a:lnTo>
                  <a:lnTo>
                    <a:pt x="7519" y="13208"/>
                  </a:lnTo>
                  <a:lnTo>
                    <a:pt x="7554" y="13062"/>
                  </a:lnTo>
                  <a:lnTo>
                    <a:pt x="7589" y="12934"/>
                  </a:lnTo>
                  <a:lnTo>
                    <a:pt x="7609" y="12866"/>
                  </a:lnTo>
                  <a:lnTo>
                    <a:pt x="7668" y="12768"/>
                  </a:lnTo>
                  <a:lnTo>
                    <a:pt x="7738" y="12680"/>
                  </a:lnTo>
                  <a:lnTo>
                    <a:pt x="7807" y="12612"/>
                  </a:lnTo>
                  <a:lnTo>
                    <a:pt x="7877" y="12524"/>
                  </a:lnTo>
                  <a:lnTo>
                    <a:pt x="7891" y="12446"/>
                  </a:lnTo>
                  <a:lnTo>
                    <a:pt x="7891" y="12339"/>
                  </a:lnTo>
                  <a:lnTo>
                    <a:pt x="7887" y="12221"/>
                  </a:lnTo>
                  <a:lnTo>
                    <a:pt x="7891" y="12124"/>
                  </a:lnTo>
                  <a:lnTo>
                    <a:pt x="7936" y="11987"/>
                  </a:lnTo>
                  <a:lnTo>
                    <a:pt x="7996" y="11879"/>
                  </a:lnTo>
                  <a:lnTo>
                    <a:pt x="8060" y="11782"/>
                  </a:lnTo>
                  <a:lnTo>
                    <a:pt x="8120" y="11674"/>
                  </a:lnTo>
                  <a:lnTo>
                    <a:pt x="8169" y="11557"/>
                  </a:lnTo>
                  <a:lnTo>
                    <a:pt x="8199" y="11401"/>
                  </a:lnTo>
                  <a:lnTo>
                    <a:pt x="8199" y="11391"/>
                  </a:lnTo>
                  <a:lnTo>
                    <a:pt x="8189" y="11391"/>
                  </a:lnTo>
                  <a:lnTo>
                    <a:pt x="8189" y="11352"/>
                  </a:lnTo>
                  <a:lnTo>
                    <a:pt x="8179" y="11332"/>
                  </a:lnTo>
                  <a:lnTo>
                    <a:pt x="8164" y="11323"/>
                  </a:lnTo>
                  <a:lnTo>
                    <a:pt x="8145" y="11303"/>
                  </a:lnTo>
                  <a:lnTo>
                    <a:pt x="8130" y="11303"/>
                  </a:lnTo>
                  <a:lnTo>
                    <a:pt x="8100" y="11283"/>
                  </a:lnTo>
                  <a:lnTo>
                    <a:pt x="8085" y="11323"/>
                  </a:lnTo>
                  <a:lnTo>
                    <a:pt x="8065" y="11323"/>
                  </a:lnTo>
                  <a:lnTo>
                    <a:pt x="8040" y="11332"/>
                  </a:lnTo>
                  <a:lnTo>
                    <a:pt x="8006" y="11332"/>
                  </a:lnTo>
                  <a:lnTo>
                    <a:pt x="8006" y="11283"/>
                  </a:lnTo>
                  <a:lnTo>
                    <a:pt x="7991" y="11283"/>
                  </a:lnTo>
                  <a:lnTo>
                    <a:pt x="7991" y="11147"/>
                  </a:lnTo>
                  <a:lnTo>
                    <a:pt x="7981" y="10961"/>
                  </a:lnTo>
                  <a:lnTo>
                    <a:pt x="7971" y="10736"/>
                  </a:lnTo>
                  <a:lnTo>
                    <a:pt x="7971" y="10326"/>
                  </a:lnTo>
                  <a:lnTo>
                    <a:pt x="7991" y="10209"/>
                  </a:lnTo>
                  <a:lnTo>
                    <a:pt x="7996" y="10160"/>
                  </a:lnTo>
                  <a:lnTo>
                    <a:pt x="8006" y="10121"/>
                  </a:lnTo>
                  <a:lnTo>
                    <a:pt x="8016" y="10111"/>
                  </a:lnTo>
                  <a:lnTo>
                    <a:pt x="8040" y="10111"/>
                  </a:lnTo>
                  <a:lnTo>
                    <a:pt x="8060" y="10092"/>
                  </a:lnTo>
                  <a:lnTo>
                    <a:pt x="8085" y="10092"/>
                  </a:lnTo>
                  <a:lnTo>
                    <a:pt x="8155" y="10140"/>
                  </a:lnTo>
                  <a:lnTo>
                    <a:pt x="8234" y="10180"/>
                  </a:lnTo>
                  <a:lnTo>
                    <a:pt x="8318" y="10180"/>
                  </a:lnTo>
                  <a:lnTo>
                    <a:pt x="8403" y="10140"/>
                  </a:lnTo>
                  <a:lnTo>
                    <a:pt x="8467" y="10092"/>
                  </a:lnTo>
                  <a:lnTo>
                    <a:pt x="8472" y="10072"/>
                  </a:lnTo>
                  <a:lnTo>
                    <a:pt x="8472" y="10053"/>
                  </a:lnTo>
                  <a:lnTo>
                    <a:pt x="8482" y="10053"/>
                  </a:lnTo>
                  <a:lnTo>
                    <a:pt x="8482" y="10023"/>
                  </a:lnTo>
                  <a:lnTo>
                    <a:pt x="8502" y="9887"/>
                  </a:lnTo>
                  <a:lnTo>
                    <a:pt x="8502" y="9730"/>
                  </a:lnTo>
                  <a:lnTo>
                    <a:pt x="8492" y="9584"/>
                  </a:lnTo>
                  <a:lnTo>
                    <a:pt x="8482" y="9408"/>
                  </a:lnTo>
                  <a:lnTo>
                    <a:pt x="8423" y="9379"/>
                  </a:lnTo>
                  <a:lnTo>
                    <a:pt x="8363" y="9339"/>
                  </a:lnTo>
                  <a:lnTo>
                    <a:pt x="8303" y="9271"/>
                  </a:lnTo>
                  <a:lnTo>
                    <a:pt x="8259" y="9183"/>
                  </a:lnTo>
                  <a:lnTo>
                    <a:pt x="8274" y="9173"/>
                  </a:lnTo>
                  <a:lnTo>
                    <a:pt x="8293" y="9154"/>
                  </a:lnTo>
                  <a:lnTo>
                    <a:pt x="8303" y="9134"/>
                  </a:lnTo>
                  <a:lnTo>
                    <a:pt x="8318" y="9134"/>
                  </a:lnTo>
                  <a:lnTo>
                    <a:pt x="8338" y="9115"/>
                  </a:lnTo>
                  <a:lnTo>
                    <a:pt x="8368" y="9115"/>
                  </a:lnTo>
                  <a:lnTo>
                    <a:pt x="8388" y="9105"/>
                  </a:lnTo>
                  <a:lnTo>
                    <a:pt x="8413" y="9085"/>
                  </a:lnTo>
                  <a:lnTo>
                    <a:pt x="8467" y="9085"/>
                  </a:lnTo>
                  <a:lnTo>
                    <a:pt x="8467" y="8900"/>
                  </a:lnTo>
                  <a:lnTo>
                    <a:pt x="8492" y="8900"/>
                  </a:lnTo>
                  <a:lnTo>
                    <a:pt x="8517" y="8909"/>
                  </a:lnTo>
                  <a:lnTo>
                    <a:pt x="8527" y="8929"/>
                  </a:lnTo>
                  <a:lnTo>
                    <a:pt x="8542" y="8929"/>
                  </a:lnTo>
                  <a:lnTo>
                    <a:pt x="8562" y="8949"/>
                  </a:lnTo>
                  <a:lnTo>
                    <a:pt x="8576" y="8968"/>
                  </a:lnTo>
                  <a:lnTo>
                    <a:pt x="8596" y="8929"/>
                  </a:lnTo>
                  <a:lnTo>
                    <a:pt x="8621" y="8909"/>
                  </a:lnTo>
                  <a:lnTo>
                    <a:pt x="8641" y="8900"/>
                  </a:lnTo>
                  <a:lnTo>
                    <a:pt x="8666" y="8880"/>
                  </a:lnTo>
                  <a:lnTo>
                    <a:pt x="8676" y="8861"/>
                  </a:lnTo>
                  <a:lnTo>
                    <a:pt x="8681" y="8831"/>
                  </a:lnTo>
                  <a:lnTo>
                    <a:pt x="8681" y="8724"/>
                  </a:lnTo>
                  <a:lnTo>
                    <a:pt x="8691" y="8695"/>
                  </a:lnTo>
                  <a:lnTo>
                    <a:pt x="8700" y="8655"/>
                  </a:lnTo>
                  <a:lnTo>
                    <a:pt x="8864" y="8558"/>
                  </a:lnTo>
                  <a:lnTo>
                    <a:pt x="8899" y="8450"/>
                  </a:lnTo>
                  <a:lnTo>
                    <a:pt x="8909" y="8353"/>
                  </a:lnTo>
                  <a:lnTo>
                    <a:pt x="8934" y="8245"/>
                  </a:lnTo>
                  <a:lnTo>
                    <a:pt x="8983" y="8177"/>
                  </a:lnTo>
                  <a:lnTo>
                    <a:pt x="9048" y="8128"/>
                  </a:lnTo>
                  <a:lnTo>
                    <a:pt x="9122" y="8079"/>
                  </a:lnTo>
                  <a:lnTo>
                    <a:pt x="9192" y="8030"/>
                  </a:lnTo>
                  <a:lnTo>
                    <a:pt x="9202" y="8011"/>
                  </a:lnTo>
                  <a:lnTo>
                    <a:pt x="9202" y="7972"/>
                  </a:lnTo>
                  <a:lnTo>
                    <a:pt x="9212" y="7962"/>
                  </a:lnTo>
                  <a:lnTo>
                    <a:pt x="9177" y="7786"/>
                  </a:lnTo>
                  <a:lnTo>
                    <a:pt x="9157" y="7581"/>
                  </a:lnTo>
                  <a:lnTo>
                    <a:pt x="9157" y="7395"/>
                  </a:lnTo>
                  <a:lnTo>
                    <a:pt x="9152" y="7239"/>
                  </a:lnTo>
                  <a:lnTo>
                    <a:pt x="9227" y="7229"/>
                  </a:lnTo>
                  <a:lnTo>
                    <a:pt x="9281" y="7190"/>
                  </a:lnTo>
                  <a:lnTo>
                    <a:pt x="9341" y="7161"/>
                  </a:lnTo>
                  <a:lnTo>
                    <a:pt x="9341" y="7239"/>
                  </a:lnTo>
                  <a:lnTo>
                    <a:pt x="9331" y="7307"/>
                  </a:lnTo>
                  <a:lnTo>
                    <a:pt x="9321" y="7434"/>
                  </a:lnTo>
                  <a:lnTo>
                    <a:pt x="9316" y="7600"/>
                  </a:lnTo>
                  <a:lnTo>
                    <a:pt x="9306" y="7757"/>
                  </a:lnTo>
                  <a:lnTo>
                    <a:pt x="9306" y="7874"/>
                  </a:lnTo>
                  <a:lnTo>
                    <a:pt x="9331" y="7903"/>
                  </a:lnTo>
                  <a:lnTo>
                    <a:pt x="9351" y="7923"/>
                  </a:lnTo>
                  <a:lnTo>
                    <a:pt x="9356" y="7942"/>
                  </a:lnTo>
                  <a:lnTo>
                    <a:pt x="9375" y="7962"/>
                  </a:lnTo>
                  <a:lnTo>
                    <a:pt x="9400" y="7991"/>
                  </a:lnTo>
                  <a:lnTo>
                    <a:pt x="9455" y="7942"/>
                  </a:lnTo>
                  <a:lnTo>
                    <a:pt x="9490" y="7942"/>
                  </a:lnTo>
                  <a:lnTo>
                    <a:pt x="9514" y="7972"/>
                  </a:lnTo>
                  <a:lnTo>
                    <a:pt x="9549" y="8030"/>
                  </a:lnTo>
                  <a:lnTo>
                    <a:pt x="9594" y="8030"/>
                  </a:lnTo>
                  <a:lnTo>
                    <a:pt x="9643" y="7991"/>
                  </a:lnTo>
                  <a:lnTo>
                    <a:pt x="9688" y="7942"/>
                  </a:lnTo>
                  <a:lnTo>
                    <a:pt x="9713" y="7894"/>
                  </a:lnTo>
                  <a:lnTo>
                    <a:pt x="9748" y="7854"/>
                  </a:lnTo>
                  <a:lnTo>
                    <a:pt x="9792" y="7825"/>
                  </a:lnTo>
                  <a:lnTo>
                    <a:pt x="9862" y="7835"/>
                  </a:lnTo>
                  <a:lnTo>
                    <a:pt x="9956" y="7874"/>
                  </a:lnTo>
                  <a:lnTo>
                    <a:pt x="9966" y="7825"/>
                  </a:lnTo>
                  <a:lnTo>
                    <a:pt x="9971" y="7806"/>
                  </a:lnTo>
                  <a:lnTo>
                    <a:pt x="9991" y="7766"/>
                  </a:lnTo>
                  <a:lnTo>
                    <a:pt x="10006" y="7757"/>
                  </a:lnTo>
                  <a:lnTo>
                    <a:pt x="10026" y="7757"/>
                  </a:lnTo>
                  <a:lnTo>
                    <a:pt x="10050" y="7737"/>
                  </a:lnTo>
                  <a:lnTo>
                    <a:pt x="10050" y="7444"/>
                  </a:lnTo>
                  <a:lnTo>
                    <a:pt x="10070" y="7210"/>
                  </a:lnTo>
                  <a:lnTo>
                    <a:pt x="10085" y="7171"/>
                  </a:lnTo>
                  <a:lnTo>
                    <a:pt x="10105" y="7161"/>
                  </a:lnTo>
                  <a:lnTo>
                    <a:pt x="10120" y="7122"/>
                  </a:lnTo>
                  <a:lnTo>
                    <a:pt x="10140" y="7102"/>
                  </a:lnTo>
                  <a:lnTo>
                    <a:pt x="10165" y="7092"/>
                  </a:lnTo>
                  <a:lnTo>
                    <a:pt x="10165" y="7122"/>
                  </a:lnTo>
                  <a:lnTo>
                    <a:pt x="10180" y="7161"/>
                  </a:lnTo>
                  <a:lnTo>
                    <a:pt x="10189" y="7190"/>
                  </a:lnTo>
                  <a:lnTo>
                    <a:pt x="10199" y="7229"/>
                  </a:lnTo>
                  <a:lnTo>
                    <a:pt x="10209" y="7239"/>
                  </a:lnTo>
                  <a:lnTo>
                    <a:pt x="10234" y="7259"/>
                  </a:lnTo>
                  <a:lnTo>
                    <a:pt x="10259" y="7278"/>
                  </a:lnTo>
                  <a:lnTo>
                    <a:pt x="10249" y="7122"/>
                  </a:lnTo>
                  <a:lnTo>
                    <a:pt x="10244" y="7024"/>
                  </a:lnTo>
                  <a:lnTo>
                    <a:pt x="10224" y="6956"/>
                  </a:lnTo>
                  <a:lnTo>
                    <a:pt x="10214" y="6868"/>
                  </a:lnTo>
                  <a:lnTo>
                    <a:pt x="10199" y="6711"/>
                  </a:lnTo>
                  <a:lnTo>
                    <a:pt x="10244" y="6702"/>
                  </a:lnTo>
                  <a:lnTo>
                    <a:pt x="10274" y="6663"/>
                  </a:lnTo>
                  <a:lnTo>
                    <a:pt x="10304" y="6633"/>
                  </a:lnTo>
                  <a:lnTo>
                    <a:pt x="10338" y="6594"/>
                  </a:lnTo>
                  <a:lnTo>
                    <a:pt x="10398" y="6594"/>
                  </a:lnTo>
                  <a:lnTo>
                    <a:pt x="10457" y="6614"/>
                  </a:lnTo>
                  <a:lnTo>
                    <a:pt x="10502" y="6633"/>
                  </a:lnTo>
                  <a:lnTo>
                    <a:pt x="10547" y="6594"/>
                  </a:lnTo>
                  <a:lnTo>
                    <a:pt x="10581" y="6497"/>
                  </a:lnTo>
                  <a:lnTo>
                    <a:pt x="10552" y="6477"/>
                  </a:lnTo>
                  <a:lnTo>
                    <a:pt x="10527" y="6457"/>
                  </a:lnTo>
                  <a:lnTo>
                    <a:pt x="10512" y="6438"/>
                  </a:lnTo>
                  <a:lnTo>
                    <a:pt x="10482" y="6428"/>
                  </a:lnTo>
                  <a:lnTo>
                    <a:pt x="10448" y="6428"/>
                  </a:lnTo>
                  <a:lnTo>
                    <a:pt x="10363" y="6506"/>
                  </a:lnTo>
                  <a:lnTo>
                    <a:pt x="10269" y="6565"/>
                  </a:lnTo>
                  <a:lnTo>
                    <a:pt x="10165" y="6594"/>
                  </a:lnTo>
                  <a:lnTo>
                    <a:pt x="10145" y="6506"/>
                  </a:lnTo>
                  <a:lnTo>
                    <a:pt x="10095" y="6369"/>
                  </a:lnTo>
                  <a:lnTo>
                    <a:pt x="10075" y="6291"/>
                  </a:lnTo>
                  <a:lnTo>
                    <a:pt x="10070" y="6155"/>
                  </a:lnTo>
                  <a:lnTo>
                    <a:pt x="10075" y="6047"/>
                  </a:lnTo>
                  <a:lnTo>
                    <a:pt x="10070" y="5930"/>
                  </a:lnTo>
                  <a:lnTo>
                    <a:pt x="10060" y="5793"/>
                  </a:lnTo>
                  <a:lnTo>
                    <a:pt x="10070" y="5676"/>
                  </a:lnTo>
                  <a:lnTo>
                    <a:pt x="10110" y="5500"/>
                  </a:lnTo>
                  <a:lnTo>
                    <a:pt x="10180" y="5383"/>
                  </a:lnTo>
                  <a:lnTo>
                    <a:pt x="10249" y="5246"/>
                  </a:lnTo>
                  <a:lnTo>
                    <a:pt x="10309" y="5109"/>
                  </a:lnTo>
                  <a:lnTo>
                    <a:pt x="10353" y="4953"/>
                  </a:lnTo>
                  <a:lnTo>
                    <a:pt x="10304" y="4855"/>
                  </a:lnTo>
                  <a:lnTo>
                    <a:pt x="10274" y="4806"/>
                  </a:lnTo>
                  <a:lnTo>
                    <a:pt x="10209" y="4826"/>
                  </a:lnTo>
                  <a:lnTo>
                    <a:pt x="10130" y="4836"/>
                  </a:lnTo>
                  <a:lnTo>
                    <a:pt x="10105" y="5080"/>
                  </a:lnTo>
                  <a:lnTo>
                    <a:pt x="10060" y="5266"/>
                  </a:lnTo>
                  <a:lnTo>
                    <a:pt x="10001" y="5422"/>
                  </a:lnTo>
                  <a:lnTo>
                    <a:pt x="9931" y="5568"/>
                  </a:lnTo>
                  <a:lnTo>
                    <a:pt x="9867" y="5744"/>
                  </a:lnTo>
                  <a:lnTo>
                    <a:pt x="9827" y="5949"/>
                  </a:lnTo>
                  <a:lnTo>
                    <a:pt x="9797" y="6184"/>
                  </a:lnTo>
                  <a:lnTo>
                    <a:pt x="9852" y="6272"/>
                  </a:lnTo>
                  <a:lnTo>
                    <a:pt x="9902" y="6369"/>
                  </a:lnTo>
                  <a:lnTo>
                    <a:pt x="9936" y="6497"/>
                  </a:lnTo>
                  <a:lnTo>
                    <a:pt x="9956" y="6643"/>
                  </a:lnTo>
                  <a:lnTo>
                    <a:pt x="9931" y="6663"/>
                  </a:lnTo>
                  <a:lnTo>
                    <a:pt x="9912" y="6702"/>
                  </a:lnTo>
                  <a:lnTo>
                    <a:pt x="9912" y="6711"/>
                  </a:lnTo>
                  <a:lnTo>
                    <a:pt x="9902" y="6731"/>
                  </a:lnTo>
                  <a:lnTo>
                    <a:pt x="9902" y="6770"/>
                  </a:lnTo>
                  <a:lnTo>
                    <a:pt x="9897" y="6780"/>
                  </a:lnTo>
                  <a:lnTo>
                    <a:pt x="9782" y="6868"/>
                  </a:lnTo>
                  <a:lnTo>
                    <a:pt x="9768" y="7073"/>
                  </a:lnTo>
                  <a:lnTo>
                    <a:pt x="9733" y="7229"/>
                  </a:lnTo>
                  <a:lnTo>
                    <a:pt x="9698" y="7347"/>
                  </a:lnTo>
                  <a:lnTo>
                    <a:pt x="9643" y="7444"/>
                  </a:lnTo>
                  <a:lnTo>
                    <a:pt x="9599" y="7552"/>
                  </a:lnTo>
                  <a:lnTo>
                    <a:pt x="9559" y="7688"/>
                  </a:lnTo>
                  <a:lnTo>
                    <a:pt x="9529" y="7688"/>
                  </a:lnTo>
                  <a:lnTo>
                    <a:pt x="9529" y="7649"/>
                  </a:lnTo>
                  <a:lnTo>
                    <a:pt x="9460" y="7464"/>
                  </a:lnTo>
                  <a:lnTo>
                    <a:pt x="9420" y="7259"/>
                  </a:lnTo>
                  <a:lnTo>
                    <a:pt x="9390" y="7034"/>
                  </a:lnTo>
                  <a:lnTo>
                    <a:pt x="9341" y="6780"/>
                  </a:lnTo>
                  <a:lnTo>
                    <a:pt x="9271" y="6848"/>
                  </a:lnTo>
                  <a:lnTo>
                    <a:pt x="9227" y="6936"/>
                  </a:lnTo>
                  <a:lnTo>
                    <a:pt x="9177" y="7005"/>
                  </a:lnTo>
                  <a:lnTo>
                    <a:pt x="9122" y="7053"/>
                  </a:lnTo>
                  <a:lnTo>
                    <a:pt x="9038" y="7092"/>
                  </a:lnTo>
                  <a:lnTo>
                    <a:pt x="9028" y="7073"/>
                  </a:lnTo>
                  <a:lnTo>
                    <a:pt x="9013" y="7073"/>
                  </a:lnTo>
                  <a:lnTo>
                    <a:pt x="9003" y="7053"/>
                  </a:lnTo>
                  <a:lnTo>
                    <a:pt x="8983" y="7053"/>
                  </a:lnTo>
                  <a:lnTo>
                    <a:pt x="8978" y="6848"/>
                  </a:lnTo>
                  <a:lnTo>
                    <a:pt x="8969" y="6682"/>
                  </a:lnTo>
                  <a:lnTo>
                    <a:pt x="8949" y="6545"/>
                  </a:lnTo>
                  <a:lnTo>
                    <a:pt x="8934" y="6389"/>
                  </a:lnTo>
                  <a:lnTo>
                    <a:pt x="8924" y="6184"/>
                  </a:lnTo>
                  <a:lnTo>
                    <a:pt x="8969" y="6096"/>
                  </a:lnTo>
                  <a:lnTo>
                    <a:pt x="8983" y="6018"/>
                  </a:lnTo>
                  <a:lnTo>
                    <a:pt x="8993" y="5910"/>
                  </a:lnTo>
                  <a:lnTo>
                    <a:pt x="9018" y="5773"/>
                  </a:lnTo>
                  <a:lnTo>
                    <a:pt x="9038" y="5744"/>
                  </a:lnTo>
                  <a:lnTo>
                    <a:pt x="9063" y="5695"/>
                  </a:lnTo>
                  <a:lnTo>
                    <a:pt x="9088" y="5637"/>
                  </a:lnTo>
                  <a:lnTo>
                    <a:pt x="9117" y="5588"/>
                  </a:lnTo>
                  <a:lnTo>
                    <a:pt x="9132" y="5608"/>
                  </a:lnTo>
                  <a:lnTo>
                    <a:pt x="9142" y="5627"/>
                  </a:lnTo>
                  <a:lnTo>
                    <a:pt x="9152" y="5637"/>
                  </a:lnTo>
                  <a:lnTo>
                    <a:pt x="9157" y="5656"/>
                  </a:lnTo>
                  <a:lnTo>
                    <a:pt x="9177" y="5627"/>
                  </a:lnTo>
                  <a:lnTo>
                    <a:pt x="9187" y="5588"/>
                  </a:lnTo>
                  <a:lnTo>
                    <a:pt x="9192" y="5559"/>
                  </a:lnTo>
                  <a:lnTo>
                    <a:pt x="9202" y="5500"/>
                  </a:lnTo>
                  <a:lnTo>
                    <a:pt x="9212" y="5471"/>
                  </a:lnTo>
                  <a:lnTo>
                    <a:pt x="9271" y="5402"/>
                  </a:lnTo>
                  <a:lnTo>
                    <a:pt x="9321" y="5363"/>
                  </a:lnTo>
                  <a:lnTo>
                    <a:pt x="9366" y="5285"/>
                  </a:lnTo>
                  <a:lnTo>
                    <a:pt x="9351" y="5266"/>
                  </a:lnTo>
                  <a:lnTo>
                    <a:pt x="9331" y="5266"/>
                  </a:lnTo>
                  <a:lnTo>
                    <a:pt x="9331" y="5217"/>
                  </a:lnTo>
                  <a:lnTo>
                    <a:pt x="9321" y="5178"/>
                  </a:lnTo>
                  <a:lnTo>
                    <a:pt x="9385" y="5021"/>
                  </a:lnTo>
                  <a:lnTo>
                    <a:pt x="9445" y="4836"/>
                  </a:lnTo>
                  <a:lnTo>
                    <a:pt x="9495" y="4621"/>
                  </a:lnTo>
                  <a:lnTo>
                    <a:pt x="9549" y="4396"/>
                  </a:lnTo>
                  <a:lnTo>
                    <a:pt x="9599" y="4171"/>
                  </a:lnTo>
                  <a:lnTo>
                    <a:pt x="9663" y="3966"/>
                  </a:lnTo>
                  <a:lnTo>
                    <a:pt x="9723" y="3829"/>
                  </a:lnTo>
                  <a:lnTo>
                    <a:pt x="9797" y="3751"/>
                  </a:lnTo>
                  <a:lnTo>
                    <a:pt x="9797" y="3615"/>
                  </a:lnTo>
                  <a:lnTo>
                    <a:pt x="9877" y="3615"/>
                  </a:lnTo>
                  <a:lnTo>
                    <a:pt x="9921" y="3458"/>
                  </a:lnTo>
                  <a:lnTo>
                    <a:pt x="9991" y="3351"/>
                  </a:lnTo>
                  <a:lnTo>
                    <a:pt x="10085" y="3302"/>
                  </a:lnTo>
                  <a:lnTo>
                    <a:pt x="10095" y="3322"/>
                  </a:lnTo>
                  <a:lnTo>
                    <a:pt x="10110" y="3322"/>
                  </a:lnTo>
                  <a:lnTo>
                    <a:pt x="10130" y="3341"/>
                  </a:lnTo>
                  <a:lnTo>
                    <a:pt x="10130" y="3214"/>
                  </a:lnTo>
                  <a:lnTo>
                    <a:pt x="10199" y="3214"/>
                  </a:lnTo>
                  <a:lnTo>
                    <a:pt x="10209" y="3234"/>
                  </a:lnTo>
                  <a:lnTo>
                    <a:pt x="10214" y="3234"/>
                  </a:lnTo>
                  <a:lnTo>
                    <a:pt x="10244" y="3273"/>
                  </a:lnTo>
                  <a:lnTo>
                    <a:pt x="10274" y="3136"/>
                  </a:lnTo>
                  <a:lnTo>
                    <a:pt x="10328" y="3048"/>
                  </a:lnTo>
                  <a:lnTo>
                    <a:pt x="10388" y="3019"/>
                  </a:lnTo>
                  <a:lnTo>
                    <a:pt x="10467" y="2980"/>
                  </a:lnTo>
                  <a:lnTo>
                    <a:pt x="10547" y="2960"/>
                  </a:lnTo>
                  <a:lnTo>
                    <a:pt x="10581" y="3028"/>
                  </a:lnTo>
                  <a:lnTo>
                    <a:pt x="10621" y="3068"/>
                  </a:lnTo>
                  <a:lnTo>
                    <a:pt x="10656" y="3077"/>
                  </a:lnTo>
                  <a:lnTo>
                    <a:pt x="10691" y="3097"/>
                  </a:lnTo>
                  <a:lnTo>
                    <a:pt x="10720" y="3165"/>
                  </a:lnTo>
                  <a:lnTo>
                    <a:pt x="10735" y="3302"/>
                  </a:lnTo>
                  <a:lnTo>
                    <a:pt x="10725" y="3322"/>
                  </a:lnTo>
                  <a:lnTo>
                    <a:pt x="10720" y="3341"/>
                  </a:lnTo>
                  <a:lnTo>
                    <a:pt x="10711" y="3341"/>
                  </a:lnTo>
                  <a:lnTo>
                    <a:pt x="10711" y="3351"/>
                  </a:lnTo>
                  <a:lnTo>
                    <a:pt x="10701" y="3370"/>
                  </a:lnTo>
                  <a:lnTo>
                    <a:pt x="10701" y="3409"/>
                  </a:lnTo>
                  <a:lnTo>
                    <a:pt x="10711" y="3439"/>
                  </a:lnTo>
                  <a:lnTo>
                    <a:pt x="10720" y="3439"/>
                  </a:lnTo>
                  <a:lnTo>
                    <a:pt x="10725" y="3458"/>
                  </a:lnTo>
                  <a:lnTo>
                    <a:pt x="10735" y="3487"/>
                  </a:lnTo>
                  <a:lnTo>
                    <a:pt x="10795" y="3439"/>
                  </a:lnTo>
                  <a:lnTo>
                    <a:pt x="10830" y="3419"/>
                  </a:lnTo>
                  <a:lnTo>
                    <a:pt x="10855" y="3419"/>
                  </a:lnTo>
                  <a:lnTo>
                    <a:pt x="10864" y="3458"/>
                  </a:lnTo>
                  <a:lnTo>
                    <a:pt x="10874" y="3507"/>
                  </a:lnTo>
                  <a:lnTo>
                    <a:pt x="10899" y="3556"/>
                  </a:lnTo>
                  <a:lnTo>
                    <a:pt x="10924" y="3615"/>
                  </a:lnTo>
                  <a:lnTo>
                    <a:pt x="11083" y="3644"/>
                  </a:lnTo>
                  <a:lnTo>
                    <a:pt x="11142" y="3712"/>
                  </a:lnTo>
                  <a:lnTo>
                    <a:pt x="11212" y="3820"/>
                  </a:lnTo>
                  <a:lnTo>
                    <a:pt x="11281" y="3957"/>
                  </a:lnTo>
                  <a:lnTo>
                    <a:pt x="11341" y="4103"/>
                  </a:lnTo>
                  <a:lnTo>
                    <a:pt x="11395" y="4259"/>
                  </a:lnTo>
                  <a:lnTo>
                    <a:pt x="11410" y="4416"/>
                  </a:lnTo>
                  <a:lnTo>
                    <a:pt x="11400" y="4562"/>
                  </a:lnTo>
                  <a:lnTo>
                    <a:pt x="11341" y="4689"/>
                  </a:lnTo>
                  <a:lnTo>
                    <a:pt x="11262" y="4767"/>
                  </a:lnTo>
                  <a:lnTo>
                    <a:pt x="11177" y="4767"/>
                  </a:lnTo>
                  <a:lnTo>
                    <a:pt x="11098" y="4699"/>
                  </a:lnTo>
                  <a:lnTo>
                    <a:pt x="11028" y="4631"/>
                  </a:lnTo>
                  <a:lnTo>
                    <a:pt x="10959" y="4582"/>
                  </a:lnTo>
                  <a:lnTo>
                    <a:pt x="10969" y="4699"/>
                  </a:lnTo>
                  <a:lnTo>
                    <a:pt x="10979" y="4855"/>
                  </a:lnTo>
                  <a:lnTo>
                    <a:pt x="10988" y="5021"/>
                  </a:lnTo>
                  <a:lnTo>
                    <a:pt x="11003" y="5158"/>
                  </a:lnTo>
                  <a:lnTo>
                    <a:pt x="11023" y="5246"/>
                  </a:lnTo>
                  <a:lnTo>
                    <a:pt x="11038" y="5295"/>
                  </a:lnTo>
                  <a:lnTo>
                    <a:pt x="11063" y="5314"/>
                  </a:lnTo>
                  <a:lnTo>
                    <a:pt x="11083" y="5354"/>
                  </a:lnTo>
                  <a:lnTo>
                    <a:pt x="11118" y="5363"/>
                  </a:lnTo>
                  <a:lnTo>
                    <a:pt x="11108" y="5246"/>
                  </a:lnTo>
                  <a:lnTo>
                    <a:pt x="11098" y="5158"/>
                  </a:lnTo>
                  <a:lnTo>
                    <a:pt x="11098" y="5060"/>
                  </a:lnTo>
                  <a:lnTo>
                    <a:pt x="11118" y="5060"/>
                  </a:lnTo>
                  <a:lnTo>
                    <a:pt x="11118" y="5021"/>
                  </a:lnTo>
                  <a:lnTo>
                    <a:pt x="11237" y="5158"/>
                  </a:lnTo>
                  <a:lnTo>
                    <a:pt x="11306" y="5217"/>
                  </a:lnTo>
                  <a:lnTo>
                    <a:pt x="11316" y="5178"/>
                  </a:lnTo>
                  <a:lnTo>
                    <a:pt x="11326" y="5148"/>
                  </a:lnTo>
                  <a:lnTo>
                    <a:pt x="11331" y="5129"/>
                  </a:lnTo>
                  <a:lnTo>
                    <a:pt x="11341" y="5080"/>
                  </a:lnTo>
                  <a:lnTo>
                    <a:pt x="11341" y="5021"/>
                  </a:lnTo>
                  <a:lnTo>
                    <a:pt x="11331" y="5012"/>
                  </a:lnTo>
                  <a:lnTo>
                    <a:pt x="11326" y="4992"/>
                  </a:lnTo>
                  <a:lnTo>
                    <a:pt x="11316" y="4973"/>
                  </a:lnTo>
                  <a:lnTo>
                    <a:pt x="11316" y="4924"/>
                  </a:lnTo>
                  <a:lnTo>
                    <a:pt x="11306" y="4875"/>
                  </a:lnTo>
                  <a:lnTo>
                    <a:pt x="11386" y="4806"/>
                  </a:lnTo>
                  <a:lnTo>
                    <a:pt x="11435" y="4699"/>
                  </a:lnTo>
                  <a:lnTo>
                    <a:pt x="11480" y="4582"/>
                  </a:lnTo>
                  <a:lnTo>
                    <a:pt x="11505" y="4601"/>
                  </a:lnTo>
                  <a:lnTo>
                    <a:pt x="11539" y="4621"/>
                  </a:lnTo>
                  <a:lnTo>
                    <a:pt x="11574" y="4631"/>
                  </a:lnTo>
                  <a:lnTo>
                    <a:pt x="11609" y="4650"/>
                  </a:lnTo>
                  <a:lnTo>
                    <a:pt x="11594" y="4279"/>
                  </a:lnTo>
                  <a:lnTo>
                    <a:pt x="11559" y="3869"/>
                  </a:lnTo>
                  <a:lnTo>
                    <a:pt x="11703" y="3869"/>
                  </a:lnTo>
                  <a:lnTo>
                    <a:pt x="11738" y="3937"/>
                  </a:lnTo>
                  <a:lnTo>
                    <a:pt x="11773" y="4035"/>
                  </a:lnTo>
                  <a:lnTo>
                    <a:pt x="11802" y="4123"/>
                  </a:lnTo>
                  <a:lnTo>
                    <a:pt x="11802" y="4211"/>
                  </a:lnTo>
                  <a:lnTo>
                    <a:pt x="11783" y="4220"/>
                  </a:lnTo>
                  <a:lnTo>
                    <a:pt x="11773" y="4220"/>
                  </a:lnTo>
                  <a:lnTo>
                    <a:pt x="11758" y="4240"/>
                  </a:lnTo>
                  <a:lnTo>
                    <a:pt x="11723" y="4240"/>
                  </a:lnTo>
                  <a:lnTo>
                    <a:pt x="11723" y="4425"/>
                  </a:lnTo>
                  <a:lnTo>
                    <a:pt x="11748" y="4445"/>
                  </a:lnTo>
                  <a:lnTo>
                    <a:pt x="11758" y="4465"/>
                  </a:lnTo>
                  <a:lnTo>
                    <a:pt x="11773" y="4484"/>
                  </a:lnTo>
                  <a:lnTo>
                    <a:pt x="11793" y="4494"/>
                  </a:lnTo>
                  <a:lnTo>
                    <a:pt x="11827" y="4494"/>
                  </a:lnTo>
                  <a:lnTo>
                    <a:pt x="11837" y="4484"/>
                  </a:lnTo>
                  <a:lnTo>
                    <a:pt x="11842" y="4484"/>
                  </a:lnTo>
                  <a:lnTo>
                    <a:pt x="11862" y="4465"/>
                  </a:lnTo>
                  <a:lnTo>
                    <a:pt x="11872" y="4416"/>
                  </a:lnTo>
                  <a:lnTo>
                    <a:pt x="11872" y="4289"/>
                  </a:lnTo>
                  <a:lnTo>
                    <a:pt x="11862" y="4240"/>
                  </a:lnTo>
                  <a:lnTo>
                    <a:pt x="11922" y="4083"/>
                  </a:lnTo>
                  <a:lnTo>
                    <a:pt x="11991" y="3957"/>
                  </a:lnTo>
                  <a:lnTo>
                    <a:pt x="12051" y="3800"/>
                  </a:lnTo>
                  <a:lnTo>
                    <a:pt x="12080" y="3781"/>
                  </a:lnTo>
                  <a:lnTo>
                    <a:pt x="12105" y="3781"/>
                  </a:lnTo>
                  <a:lnTo>
                    <a:pt x="12115" y="3761"/>
                  </a:lnTo>
                  <a:lnTo>
                    <a:pt x="12130" y="3781"/>
                  </a:lnTo>
                  <a:lnTo>
                    <a:pt x="12150" y="3800"/>
                  </a:lnTo>
                  <a:lnTo>
                    <a:pt x="12155" y="3829"/>
                  </a:lnTo>
                  <a:lnTo>
                    <a:pt x="12165" y="3869"/>
                  </a:lnTo>
                  <a:lnTo>
                    <a:pt x="12175" y="3888"/>
                  </a:lnTo>
                  <a:lnTo>
                    <a:pt x="12180" y="3917"/>
                  </a:lnTo>
                  <a:lnTo>
                    <a:pt x="12199" y="3937"/>
                  </a:lnTo>
                  <a:lnTo>
                    <a:pt x="12199" y="3898"/>
                  </a:lnTo>
                  <a:lnTo>
                    <a:pt x="12214" y="3869"/>
                  </a:lnTo>
                  <a:lnTo>
                    <a:pt x="12224" y="3829"/>
                  </a:lnTo>
                  <a:lnTo>
                    <a:pt x="12234" y="3800"/>
                  </a:lnTo>
                  <a:lnTo>
                    <a:pt x="12234" y="3751"/>
                  </a:lnTo>
                  <a:lnTo>
                    <a:pt x="12244" y="3683"/>
                  </a:lnTo>
                  <a:lnTo>
                    <a:pt x="12319" y="3683"/>
                  </a:lnTo>
                  <a:lnTo>
                    <a:pt x="12388" y="3712"/>
                  </a:lnTo>
                  <a:lnTo>
                    <a:pt x="12453" y="3751"/>
                  </a:lnTo>
                  <a:lnTo>
                    <a:pt x="12408" y="3820"/>
                  </a:lnTo>
                  <a:lnTo>
                    <a:pt x="12363" y="3869"/>
                  </a:lnTo>
                  <a:lnTo>
                    <a:pt x="12329" y="3917"/>
                  </a:lnTo>
                  <a:lnTo>
                    <a:pt x="12294" y="4015"/>
                  </a:lnTo>
                  <a:lnTo>
                    <a:pt x="12338" y="4015"/>
                  </a:lnTo>
                  <a:lnTo>
                    <a:pt x="12363" y="3966"/>
                  </a:lnTo>
                  <a:lnTo>
                    <a:pt x="12423" y="3917"/>
                  </a:lnTo>
                  <a:lnTo>
                    <a:pt x="12487" y="3869"/>
                  </a:lnTo>
                  <a:lnTo>
                    <a:pt x="12537" y="3829"/>
                  </a:lnTo>
                  <a:lnTo>
                    <a:pt x="12592" y="3800"/>
                  </a:lnTo>
                  <a:lnTo>
                    <a:pt x="12606" y="3800"/>
                  </a:lnTo>
                  <a:lnTo>
                    <a:pt x="12616" y="3820"/>
                  </a:lnTo>
                  <a:lnTo>
                    <a:pt x="12631" y="3849"/>
                  </a:lnTo>
                  <a:lnTo>
                    <a:pt x="12651" y="3888"/>
                  </a:lnTo>
                  <a:lnTo>
                    <a:pt x="12666" y="3888"/>
                  </a:lnTo>
                  <a:lnTo>
                    <a:pt x="12701" y="3898"/>
                  </a:lnTo>
                  <a:lnTo>
                    <a:pt x="12711" y="3869"/>
                  </a:lnTo>
                  <a:lnTo>
                    <a:pt x="12721" y="3829"/>
                  </a:lnTo>
                  <a:lnTo>
                    <a:pt x="12726" y="3820"/>
                  </a:lnTo>
                  <a:lnTo>
                    <a:pt x="12726" y="3781"/>
                  </a:lnTo>
                  <a:lnTo>
                    <a:pt x="12736" y="3732"/>
                  </a:lnTo>
                  <a:lnTo>
                    <a:pt x="12736" y="3683"/>
                  </a:lnTo>
                  <a:lnTo>
                    <a:pt x="12721" y="3644"/>
                  </a:lnTo>
                  <a:lnTo>
                    <a:pt x="12711" y="3615"/>
                  </a:lnTo>
                  <a:lnTo>
                    <a:pt x="12701" y="3576"/>
                  </a:lnTo>
                  <a:lnTo>
                    <a:pt x="12701" y="3458"/>
                  </a:lnTo>
                  <a:lnTo>
                    <a:pt x="12726" y="3419"/>
                  </a:lnTo>
                  <a:lnTo>
                    <a:pt x="12745" y="3390"/>
                  </a:lnTo>
                  <a:lnTo>
                    <a:pt x="12760" y="3370"/>
                  </a:lnTo>
                  <a:lnTo>
                    <a:pt x="12795" y="3341"/>
                  </a:lnTo>
                  <a:lnTo>
                    <a:pt x="12815" y="3351"/>
                  </a:lnTo>
                  <a:lnTo>
                    <a:pt x="12840" y="3370"/>
                  </a:lnTo>
                  <a:lnTo>
                    <a:pt x="12909" y="3370"/>
                  </a:lnTo>
                  <a:lnTo>
                    <a:pt x="12954" y="3478"/>
                  </a:lnTo>
                  <a:lnTo>
                    <a:pt x="13013" y="3595"/>
                  </a:lnTo>
                  <a:lnTo>
                    <a:pt x="13103" y="3712"/>
                  </a:lnTo>
                  <a:lnTo>
                    <a:pt x="13177" y="3829"/>
                  </a:lnTo>
                  <a:lnTo>
                    <a:pt x="13247" y="3898"/>
                  </a:lnTo>
                  <a:lnTo>
                    <a:pt x="13291" y="3937"/>
                  </a:lnTo>
                  <a:lnTo>
                    <a:pt x="13301" y="3917"/>
                  </a:lnTo>
                  <a:lnTo>
                    <a:pt x="13301" y="3898"/>
                  </a:lnTo>
                  <a:lnTo>
                    <a:pt x="13306" y="3869"/>
                  </a:lnTo>
                  <a:lnTo>
                    <a:pt x="13281" y="3820"/>
                  </a:lnTo>
                  <a:lnTo>
                    <a:pt x="13267" y="3781"/>
                  </a:lnTo>
                  <a:lnTo>
                    <a:pt x="13257" y="3732"/>
                  </a:lnTo>
                  <a:lnTo>
                    <a:pt x="13237" y="3683"/>
                  </a:lnTo>
                  <a:lnTo>
                    <a:pt x="13232" y="3615"/>
                  </a:lnTo>
                  <a:lnTo>
                    <a:pt x="13152" y="3615"/>
                  </a:lnTo>
                  <a:lnTo>
                    <a:pt x="13162" y="3409"/>
                  </a:lnTo>
                  <a:lnTo>
                    <a:pt x="13143" y="3253"/>
                  </a:lnTo>
                  <a:lnTo>
                    <a:pt x="13133" y="3116"/>
                  </a:lnTo>
                  <a:lnTo>
                    <a:pt x="13118" y="2931"/>
                  </a:lnTo>
                  <a:lnTo>
                    <a:pt x="13167" y="2862"/>
                  </a:lnTo>
                  <a:lnTo>
                    <a:pt x="13202" y="2774"/>
                  </a:lnTo>
                  <a:lnTo>
                    <a:pt x="13222" y="2677"/>
                  </a:lnTo>
                  <a:lnTo>
                    <a:pt x="13237" y="2550"/>
                  </a:lnTo>
                  <a:lnTo>
                    <a:pt x="13257" y="2452"/>
                  </a:lnTo>
                  <a:lnTo>
                    <a:pt x="13281" y="2344"/>
                  </a:lnTo>
                  <a:lnTo>
                    <a:pt x="13316" y="2266"/>
                  </a:lnTo>
                  <a:lnTo>
                    <a:pt x="13361" y="2208"/>
                  </a:lnTo>
                  <a:lnTo>
                    <a:pt x="13440" y="2198"/>
                  </a:lnTo>
                  <a:lnTo>
                    <a:pt x="13535" y="2208"/>
                  </a:lnTo>
                  <a:lnTo>
                    <a:pt x="13559" y="2296"/>
                  </a:lnTo>
                  <a:lnTo>
                    <a:pt x="13594" y="2364"/>
                  </a:lnTo>
                  <a:lnTo>
                    <a:pt x="13584" y="2501"/>
                  </a:lnTo>
                  <a:lnTo>
                    <a:pt x="13569" y="2638"/>
                  </a:lnTo>
                  <a:lnTo>
                    <a:pt x="13550" y="2755"/>
                  </a:lnTo>
                  <a:lnTo>
                    <a:pt x="13545" y="2862"/>
                  </a:lnTo>
                  <a:lnTo>
                    <a:pt x="13535" y="2931"/>
                  </a:lnTo>
                  <a:lnTo>
                    <a:pt x="13550" y="3019"/>
                  </a:lnTo>
                  <a:lnTo>
                    <a:pt x="13579" y="3136"/>
                  </a:lnTo>
                  <a:lnTo>
                    <a:pt x="13594" y="3273"/>
                  </a:lnTo>
                  <a:lnTo>
                    <a:pt x="13609" y="3370"/>
                  </a:lnTo>
                  <a:lnTo>
                    <a:pt x="13609" y="3487"/>
                  </a:lnTo>
                  <a:lnTo>
                    <a:pt x="13594" y="3595"/>
                  </a:lnTo>
                  <a:lnTo>
                    <a:pt x="13579" y="3683"/>
                  </a:lnTo>
                  <a:lnTo>
                    <a:pt x="13579" y="3751"/>
                  </a:lnTo>
                  <a:lnTo>
                    <a:pt x="13584" y="3800"/>
                  </a:lnTo>
                  <a:lnTo>
                    <a:pt x="13594" y="3829"/>
                  </a:lnTo>
                  <a:lnTo>
                    <a:pt x="13609" y="3869"/>
                  </a:lnTo>
                  <a:lnTo>
                    <a:pt x="13629" y="3898"/>
                  </a:lnTo>
                  <a:lnTo>
                    <a:pt x="13639" y="3957"/>
                  </a:lnTo>
                  <a:lnTo>
                    <a:pt x="13654" y="4015"/>
                  </a:lnTo>
                  <a:lnTo>
                    <a:pt x="13629" y="4123"/>
                  </a:lnTo>
                  <a:lnTo>
                    <a:pt x="13609" y="4240"/>
                  </a:lnTo>
                  <a:lnTo>
                    <a:pt x="13609" y="4396"/>
                  </a:lnTo>
                  <a:lnTo>
                    <a:pt x="13584" y="4425"/>
                  </a:lnTo>
                  <a:lnTo>
                    <a:pt x="13569" y="4465"/>
                  </a:lnTo>
                  <a:lnTo>
                    <a:pt x="13545" y="4484"/>
                  </a:lnTo>
                  <a:lnTo>
                    <a:pt x="13515" y="4513"/>
                  </a:lnTo>
                  <a:lnTo>
                    <a:pt x="13480" y="4533"/>
                  </a:lnTo>
                  <a:lnTo>
                    <a:pt x="13480" y="4582"/>
                  </a:lnTo>
                  <a:lnTo>
                    <a:pt x="13579" y="4582"/>
                  </a:lnTo>
                  <a:lnTo>
                    <a:pt x="13584" y="4562"/>
                  </a:lnTo>
                  <a:lnTo>
                    <a:pt x="13594" y="4552"/>
                  </a:lnTo>
                  <a:lnTo>
                    <a:pt x="13609" y="4533"/>
                  </a:lnTo>
                  <a:lnTo>
                    <a:pt x="13644" y="4416"/>
                  </a:lnTo>
                  <a:lnTo>
                    <a:pt x="13679" y="4279"/>
                  </a:lnTo>
                  <a:lnTo>
                    <a:pt x="13708" y="4171"/>
                  </a:lnTo>
                  <a:lnTo>
                    <a:pt x="13723" y="4005"/>
                  </a:lnTo>
                  <a:lnTo>
                    <a:pt x="13708" y="3849"/>
                  </a:lnTo>
                  <a:lnTo>
                    <a:pt x="13698" y="3693"/>
                  </a:lnTo>
                  <a:lnTo>
                    <a:pt x="13688" y="3556"/>
                  </a:lnTo>
                  <a:lnTo>
                    <a:pt x="13872" y="3556"/>
                  </a:lnTo>
                  <a:lnTo>
                    <a:pt x="13956" y="3615"/>
                  </a:lnTo>
                  <a:lnTo>
                    <a:pt x="13956" y="3556"/>
                  </a:lnTo>
                  <a:lnTo>
                    <a:pt x="13872" y="3487"/>
                  </a:lnTo>
                  <a:lnTo>
                    <a:pt x="13768" y="3409"/>
                  </a:lnTo>
                  <a:lnTo>
                    <a:pt x="13674" y="3341"/>
                  </a:lnTo>
                  <a:lnTo>
                    <a:pt x="13654" y="3165"/>
                  </a:lnTo>
                  <a:lnTo>
                    <a:pt x="13629" y="3048"/>
                  </a:lnTo>
                  <a:lnTo>
                    <a:pt x="13604" y="2950"/>
                  </a:lnTo>
                  <a:lnTo>
                    <a:pt x="13579" y="2813"/>
                  </a:lnTo>
                  <a:lnTo>
                    <a:pt x="13688" y="2618"/>
                  </a:lnTo>
                  <a:lnTo>
                    <a:pt x="13688" y="2296"/>
                  </a:lnTo>
                  <a:lnTo>
                    <a:pt x="13733" y="2296"/>
                  </a:lnTo>
                  <a:lnTo>
                    <a:pt x="13733" y="2315"/>
                  </a:lnTo>
                  <a:lnTo>
                    <a:pt x="13748" y="2335"/>
                  </a:lnTo>
                  <a:lnTo>
                    <a:pt x="13768" y="2433"/>
                  </a:lnTo>
                  <a:lnTo>
                    <a:pt x="13783" y="2540"/>
                  </a:lnTo>
                  <a:lnTo>
                    <a:pt x="13818" y="2618"/>
                  </a:lnTo>
                  <a:lnTo>
                    <a:pt x="13882" y="2550"/>
                  </a:lnTo>
                  <a:lnTo>
                    <a:pt x="13956" y="2520"/>
                  </a:lnTo>
                  <a:lnTo>
                    <a:pt x="14056" y="2520"/>
                  </a:lnTo>
                  <a:lnTo>
                    <a:pt x="14105" y="2657"/>
                  </a:lnTo>
                  <a:lnTo>
                    <a:pt x="14185" y="2794"/>
                  </a:lnTo>
                  <a:lnTo>
                    <a:pt x="14259" y="2892"/>
                  </a:lnTo>
                  <a:lnTo>
                    <a:pt x="14259" y="2813"/>
                  </a:lnTo>
                  <a:lnTo>
                    <a:pt x="14200" y="2686"/>
                  </a:lnTo>
                  <a:lnTo>
                    <a:pt x="14155" y="2540"/>
                  </a:lnTo>
                  <a:lnTo>
                    <a:pt x="14130" y="2344"/>
                  </a:lnTo>
                  <a:lnTo>
                    <a:pt x="14105" y="2159"/>
                  </a:lnTo>
                  <a:lnTo>
                    <a:pt x="14086" y="1954"/>
                  </a:lnTo>
                  <a:lnTo>
                    <a:pt x="14200" y="1885"/>
                  </a:lnTo>
                  <a:lnTo>
                    <a:pt x="14324" y="1837"/>
                  </a:lnTo>
                  <a:lnTo>
                    <a:pt x="14359" y="1993"/>
                  </a:lnTo>
                  <a:lnTo>
                    <a:pt x="14373" y="1993"/>
                  </a:lnTo>
                  <a:lnTo>
                    <a:pt x="14393" y="1837"/>
                  </a:lnTo>
                  <a:lnTo>
                    <a:pt x="14408" y="1670"/>
                  </a:lnTo>
                  <a:lnTo>
                    <a:pt x="14433" y="1495"/>
                  </a:lnTo>
                  <a:lnTo>
                    <a:pt x="14512" y="1407"/>
                  </a:lnTo>
                  <a:lnTo>
                    <a:pt x="14572" y="1309"/>
                  </a:lnTo>
                  <a:lnTo>
                    <a:pt x="14641" y="1201"/>
                  </a:lnTo>
                  <a:lnTo>
                    <a:pt x="14711" y="1143"/>
                  </a:lnTo>
                  <a:lnTo>
                    <a:pt x="14790" y="1084"/>
                  </a:lnTo>
                  <a:lnTo>
                    <a:pt x="14895" y="1084"/>
                  </a:lnTo>
                  <a:lnTo>
                    <a:pt x="14905" y="1016"/>
                  </a:lnTo>
                  <a:lnTo>
                    <a:pt x="14919" y="967"/>
                  </a:lnTo>
                  <a:lnTo>
                    <a:pt x="14929" y="918"/>
                  </a:lnTo>
                  <a:lnTo>
                    <a:pt x="14944" y="869"/>
                  </a:lnTo>
                  <a:lnTo>
                    <a:pt x="15212" y="869"/>
                  </a:lnTo>
                  <a:lnTo>
                    <a:pt x="15247" y="811"/>
                  </a:lnTo>
                  <a:lnTo>
                    <a:pt x="15282" y="762"/>
                  </a:lnTo>
                  <a:lnTo>
                    <a:pt x="15316" y="694"/>
                  </a:lnTo>
                  <a:lnTo>
                    <a:pt x="15346" y="645"/>
                  </a:lnTo>
                  <a:lnTo>
                    <a:pt x="15371" y="664"/>
                  </a:lnTo>
                  <a:lnTo>
                    <a:pt x="15386" y="664"/>
                  </a:lnTo>
                  <a:lnTo>
                    <a:pt x="15416" y="674"/>
                  </a:lnTo>
                  <a:lnTo>
                    <a:pt x="15441" y="674"/>
                  </a:lnTo>
                  <a:lnTo>
                    <a:pt x="15441" y="488"/>
                  </a:lnTo>
                  <a:lnTo>
                    <a:pt x="15515" y="420"/>
                  </a:lnTo>
                  <a:lnTo>
                    <a:pt x="15580" y="352"/>
                  </a:lnTo>
                  <a:lnTo>
                    <a:pt x="15639" y="264"/>
                  </a:lnTo>
                  <a:lnTo>
                    <a:pt x="15689" y="166"/>
                  </a:lnTo>
                  <a:lnTo>
                    <a:pt x="15709" y="0"/>
                  </a:ln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06" name="Shape 746"/>
            <p:cNvSpPr/>
            <p:nvPr/>
          </p:nvSpPr>
          <p:spPr>
            <a:xfrm>
              <a:off x="1135591" y="-1"/>
              <a:ext cx="3536238" cy="1203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" y="5378"/>
                  </a:moveTo>
                  <a:lnTo>
                    <a:pt x="188" y="5488"/>
                  </a:lnTo>
                  <a:lnTo>
                    <a:pt x="279" y="5688"/>
                  </a:lnTo>
                  <a:lnTo>
                    <a:pt x="354" y="5865"/>
                  </a:lnTo>
                  <a:lnTo>
                    <a:pt x="437" y="6108"/>
                  </a:lnTo>
                  <a:lnTo>
                    <a:pt x="512" y="6285"/>
                  </a:lnTo>
                  <a:lnTo>
                    <a:pt x="512" y="6219"/>
                  </a:lnTo>
                  <a:lnTo>
                    <a:pt x="557" y="6219"/>
                  </a:lnTo>
                  <a:lnTo>
                    <a:pt x="557" y="6285"/>
                  </a:lnTo>
                  <a:lnTo>
                    <a:pt x="565" y="6374"/>
                  </a:lnTo>
                  <a:lnTo>
                    <a:pt x="595" y="6484"/>
                  </a:lnTo>
                  <a:lnTo>
                    <a:pt x="610" y="6639"/>
                  </a:lnTo>
                  <a:lnTo>
                    <a:pt x="527" y="6639"/>
                  </a:lnTo>
                  <a:lnTo>
                    <a:pt x="527" y="6684"/>
                  </a:lnTo>
                  <a:lnTo>
                    <a:pt x="489" y="6684"/>
                  </a:lnTo>
                  <a:lnTo>
                    <a:pt x="459" y="6728"/>
                  </a:lnTo>
                  <a:lnTo>
                    <a:pt x="354" y="6484"/>
                  </a:lnTo>
                  <a:lnTo>
                    <a:pt x="248" y="6374"/>
                  </a:lnTo>
                  <a:lnTo>
                    <a:pt x="120" y="6285"/>
                  </a:lnTo>
                  <a:lnTo>
                    <a:pt x="0" y="6108"/>
                  </a:lnTo>
                  <a:lnTo>
                    <a:pt x="45" y="5997"/>
                  </a:lnTo>
                  <a:lnTo>
                    <a:pt x="53" y="5865"/>
                  </a:lnTo>
                  <a:lnTo>
                    <a:pt x="45" y="5754"/>
                  </a:lnTo>
                  <a:lnTo>
                    <a:pt x="45" y="5599"/>
                  </a:lnTo>
                  <a:lnTo>
                    <a:pt x="53" y="5378"/>
                  </a:lnTo>
                  <a:close/>
                  <a:moveTo>
                    <a:pt x="9203" y="5223"/>
                  </a:moveTo>
                  <a:lnTo>
                    <a:pt x="9233" y="5223"/>
                  </a:lnTo>
                  <a:lnTo>
                    <a:pt x="9256" y="5245"/>
                  </a:lnTo>
                  <a:lnTo>
                    <a:pt x="9271" y="5289"/>
                  </a:lnTo>
                  <a:lnTo>
                    <a:pt x="9286" y="5334"/>
                  </a:lnTo>
                  <a:lnTo>
                    <a:pt x="9294" y="5378"/>
                  </a:lnTo>
                  <a:lnTo>
                    <a:pt x="9294" y="5444"/>
                  </a:lnTo>
                  <a:lnTo>
                    <a:pt x="9309" y="5533"/>
                  </a:lnTo>
                  <a:lnTo>
                    <a:pt x="9256" y="5533"/>
                  </a:lnTo>
                  <a:lnTo>
                    <a:pt x="9233" y="5555"/>
                  </a:lnTo>
                  <a:lnTo>
                    <a:pt x="9203" y="5555"/>
                  </a:lnTo>
                  <a:lnTo>
                    <a:pt x="9181" y="5599"/>
                  </a:lnTo>
                  <a:lnTo>
                    <a:pt x="9136" y="5599"/>
                  </a:lnTo>
                  <a:lnTo>
                    <a:pt x="9136" y="5533"/>
                  </a:lnTo>
                  <a:lnTo>
                    <a:pt x="9113" y="5533"/>
                  </a:lnTo>
                  <a:lnTo>
                    <a:pt x="9113" y="5245"/>
                  </a:lnTo>
                  <a:lnTo>
                    <a:pt x="9150" y="5245"/>
                  </a:lnTo>
                  <a:lnTo>
                    <a:pt x="9188" y="5223"/>
                  </a:lnTo>
                  <a:lnTo>
                    <a:pt x="9203" y="5223"/>
                  </a:lnTo>
                  <a:close/>
                  <a:moveTo>
                    <a:pt x="459" y="5024"/>
                  </a:moveTo>
                  <a:lnTo>
                    <a:pt x="580" y="5024"/>
                  </a:lnTo>
                  <a:lnTo>
                    <a:pt x="580" y="5090"/>
                  </a:lnTo>
                  <a:lnTo>
                    <a:pt x="527" y="5090"/>
                  </a:lnTo>
                  <a:lnTo>
                    <a:pt x="512" y="5134"/>
                  </a:lnTo>
                  <a:lnTo>
                    <a:pt x="489" y="5134"/>
                  </a:lnTo>
                  <a:lnTo>
                    <a:pt x="474" y="5090"/>
                  </a:lnTo>
                  <a:lnTo>
                    <a:pt x="459" y="5024"/>
                  </a:lnTo>
                  <a:close/>
                  <a:moveTo>
                    <a:pt x="12924" y="4470"/>
                  </a:moveTo>
                  <a:lnTo>
                    <a:pt x="13014" y="4470"/>
                  </a:lnTo>
                  <a:lnTo>
                    <a:pt x="13044" y="4780"/>
                  </a:lnTo>
                  <a:lnTo>
                    <a:pt x="13067" y="4979"/>
                  </a:lnTo>
                  <a:lnTo>
                    <a:pt x="13120" y="5068"/>
                  </a:lnTo>
                  <a:lnTo>
                    <a:pt x="13210" y="5179"/>
                  </a:lnTo>
                  <a:lnTo>
                    <a:pt x="13172" y="5643"/>
                  </a:lnTo>
                  <a:lnTo>
                    <a:pt x="13120" y="6108"/>
                  </a:lnTo>
                  <a:lnTo>
                    <a:pt x="13044" y="6440"/>
                  </a:lnTo>
                  <a:lnTo>
                    <a:pt x="13044" y="6020"/>
                  </a:lnTo>
                  <a:lnTo>
                    <a:pt x="12871" y="6020"/>
                  </a:lnTo>
                  <a:lnTo>
                    <a:pt x="12886" y="5533"/>
                  </a:lnTo>
                  <a:lnTo>
                    <a:pt x="12901" y="5068"/>
                  </a:lnTo>
                  <a:lnTo>
                    <a:pt x="12924" y="4470"/>
                  </a:lnTo>
                  <a:close/>
                  <a:moveTo>
                    <a:pt x="21231" y="3475"/>
                  </a:moveTo>
                  <a:lnTo>
                    <a:pt x="21261" y="3475"/>
                  </a:lnTo>
                  <a:lnTo>
                    <a:pt x="21261" y="3563"/>
                  </a:lnTo>
                  <a:lnTo>
                    <a:pt x="21268" y="3674"/>
                  </a:lnTo>
                  <a:lnTo>
                    <a:pt x="21284" y="3718"/>
                  </a:lnTo>
                  <a:lnTo>
                    <a:pt x="21299" y="3784"/>
                  </a:lnTo>
                  <a:lnTo>
                    <a:pt x="21314" y="3829"/>
                  </a:lnTo>
                  <a:lnTo>
                    <a:pt x="21336" y="3895"/>
                  </a:lnTo>
                  <a:lnTo>
                    <a:pt x="21366" y="3829"/>
                  </a:lnTo>
                  <a:lnTo>
                    <a:pt x="21374" y="3740"/>
                  </a:lnTo>
                  <a:lnTo>
                    <a:pt x="21389" y="3718"/>
                  </a:lnTo>
                  <a:lnTo>
                    <a:pt x="21419" y="3718"/>
                  </a:lnTo>
                  <a:lnTo>
                    <a:pt x="21457" y="3674"/>
                  </a:lnTo>
                  <a:lnTo>
                    <a:pt x="21479" y="3895"/>
                  </a:lnTo>
                  <a:lnTo>
                    <a:pt x="21525" y="4050"/>
                  </a:lnTo>
                  <a:lnTo>
                    <a:pt x="21562" y="4205"/>
                  </a:lnTo>
                  <a:lnTo>
                    <a:pt x="21585" y="4404"/>
                  </a:lnTo>
                  <a:lnTo>
                    <a:pt x="21600" y="4670"/>
                  </a:lnTo>
                  <a:lnTo>
                    <a:pt x="21600" y="4714"/>
                  </a:lnTo>
                  <a:lnTo>
                    <a:pt x="21585" y="4758"/>
                  </a:lnTo>
                  <a:lnTo>
                    <a:pt x="21585" y="4869"/>
                  </a:lnTo>
                  <a:lnTo>
                    <a:pt x="21577" y="4935"/>
                  </a:lnTo>
                  <a:lnTo>
                    <a:pt x="21495" y="5090"/>
                  </a:lnTo>
                  <a:lnTo>
                    <a:pt x="21374" y="5245"/>
                  </a:lnTo>
                  <a:lnTo>
                    <a:pt x="21231" y="5334"/>
                  </a:lnTo>
                  <a:lnTo>
                    <a:pt x="21088" y="5400"/>
                  </a:lnTo>
                  <a:lnTo>
                    <a:pt x="20967" y="5444"/>
                  </a:lnTo>
                  <a:lnTo>
                    <a:pt x="20982" y="5245"/>
                  </a:lnTo>
                  <a:lnTo>
                    <a:pt x="20997" y="5179"/>
                  </a:lnTo>
                  <a:lnTo>
                    <a:pt x="21012" y="5090"/>
                  </a:lnTo>
                  <a:lnTo>
                    <a:pt x="21020" y="5068"/>
                  </a:lnTo>
                  <a:lnTo>
                    <a:pt x="21035" y="5068"/>
                  </a:lnTo>
                  <a:lnTo>
                    <a:pt x="21065" y="5024"/>
                  </a:lnTo>
                  <a:lnTo>
                    <a:pt x="21073" y="5024"/>
                  </a:lnTo>
                  <a:lnTo>
                    <a:pt x="21088" y="4979"/>
                  </a:lnTo>
                  <a:lnTo>
                    <a:pt x="21118" y="4935"/>
                  </a:lnTo>
                  <a:lnTo>
                    <a:pt x="21156" y="4625"/>
                  </a:lnTo>
                  <a:lnTo>
                    <a:pt x="21156" y="4315"/>
                  </a:lnTo>
                  <a:lnTo>
                    <a:pt x="21140" y="4028"/>
                  </a:lnTo>
                  <a:lnTo>
                    <a:pt x="21163" y="3784"/>
                  </a:lnTo>
                  <a:lnTo>
                    <a:pt x="21231" y="3563"/>
                  </a:lnTo>
                  <a:lnTo>
                    <a:pt x="21231" y="3475"/>
                  </a:lnTo>
                  <a:close/>
                  <a:moveTo>
                    <a:pt x="1069" y="3320"/>
                  </a:moveTo>
                  <a:lnTo>
                    <a:pt x="1212" y="3784"/>
                  </a:lnTo>
                  <a:lnTo>
                    <a:pt x="1393" y="4138"/>
                  </a:lnTo>
                  <a:lnTo>
                    <a:pt x="1619" y="4404"/>
                  </a:lnTo>
                  <a:lnTo>
                    <a:pt x="1634" y="4780"/>
                  </a:lnTo>
                  <a:lnTo>
                    <a:pt x="1672" y="5068"/>
                  </a:lnTo>
                  <a:lnTo>
                    <a:pt x="1709" y="5223"/>
                  </a:lnTo>
                  <a:lnTo>
                    <a:pt x="1762" y="5378"/>
                  </a:lnTo>
                  <a:lnTo>
                    <a:pt x="1815" y="5599"/>
                  </a:lnTo>
                  <a:lnTo>
                    <a:pt x="1634" y="5688"/>
                  </a:lnTo>
                  <a:lnTo>
                    <a:pt x="1551" y="5798"/>
                  </a:lnTo>
                  <a:lnTo>
                    <a:pt x="1499" y="5953"/>
                  </a:lnTo>
                  <a:lnTo>
                    <a:pt x="1491" y="6020"/>
                  </a:lnTo>
                  <a:lnTo>
                    <a:pt x="1476" y="6108"/>
                  </a:lnTo>
                  <a:lnTo>
                    <a:pt x="1461" y="6175"/>
                  </a:lnTo>
                  <a:lnTo>
                    <a:pt x="1423" y="6285"/>
                  </a:lnTo>
                  <a:lnTo>
                    <a:pt x="1340" y="6329"/>
                  </a:lnTo>
                  <a:lnTo>
                    <a:pt x="1228" y="6374"/>
                  </a:lnTo>
                  <a:lnTo>
                    <a:pt x="1092" y="6329"/>
                  </a:lnTo>
                  <a:lnTo>
                    <a:pt x="987" y="6285"/>
                  </a:lnTo>
                  <a:lnTo>
                    <a:pt x="964" y="6064"/>
                  </a:lnTo>
                  <a:lnTo>
                    <a:pt x="949" y="5909"/>
                  </a:lnTo>
                  <a:lnTo>
                    <a:pt x="934" y="5798"/>
                  </a:lnTo>
                  <a:lnTo>
                    <a:pt x="896" y="5599"/>
                  </a:lnTo>
                  <a:lnTo>
                    <a:pt x="1069" y="5444"/>
                  </a:lnTo>
                  <a:lnTo>
                    <a:pt x="1069" y="5378"/>
                  </a:lnTo>
                  <a:lnTo>
                    <a:pt x="934" y="5334"/>
                  </a:lnTo>
                  <a:lnTo>
                    <a:pt x="843" y="5245"/>
                  </a:lnTo>
                  <a:lnTo>
                    <a:pt x="776" y="5090"/>
                  </a:lnTo>
                  <a:lnTo>
                    <a:pt x="768" y="4979"/>
                  </a:lnTo>
                  <a:lnTo>
                    <a:pt x="738" y="4869"/>
                  </a:lnTo>
                  <a:lnTo>
                    <a:pt x="723" y="4758"/>
                  </a:lnTo>
                  <a:lnTo>
                    <a:pt x="723" y="4470"/>
                  </a:lnTo>
                  <a:lnTo>
                    <a:pt x="738" y="4470"/>
                  </a:lnTo>
                  <a:lnTo>
                    <a:pt x="753" y="4448"/>
                  </a:lnTo>
                  <a:lnTo>
                    <a:pt x="776" y="4448"/>
                  </a:lnTo>
                  <a:lnTo>
                    <a:pt x="806" y="4404"/>
                  </a:lnTo>
                  <a:lnTo>
                    <a:pt x="821" y="4293"/>
                  </a:lnTo>
                  <a:lnTo>
                    <a:pt x="821" y="4094"/>
                  </a:lnTo>
                  <a:lnTo>
                    <a:pt x="828" y="4050"/>
                  </a:lnTo>
                  <a:lnTo>
                    <a:pt x="843" y="3984"/>
                  </a:lnTo>
                  <a:lnTo>
                    <a:pt x="858" y="3984"/>
                  </a:lnTo>
                  <a:lnTo>
                    <a:pt x="874" y="3939"/>
                  </a:lnTo>
                  <a:lnTo>
                    <a:pt x="896" y="3939"/>
                  </a:lnTo>
                  <a:lnTo>
                    <a:pt x="919" y="3895"/>
                  </a:lnTo>
                  <a:lnTo>
                    <a:pt x="934" y="3740"/>
                  </a:lnTo>
                  <a:lnTo>
                    <a:pt x="949" y="3629"/>
                  </a:lnTo>
                  <a:lnTo>
                    <a:pt x="964" y="3519"/>
                  </a:lnTo>
                  <a:lnTo>
                    <a:pt x="987" y="3408"/>
                  </a:lnTo>
                  <a:lnTo>
                    <a:pt x="1002" y="3364"/>
                  </a:lnTo>
                  <a:lnTo>
                    <a:pt x="1017" y="3364"/>
                  </a:lnTo>
                  <a:lnTo>
                    <a:pt x="1024" y="3320"/>
                  </a:lnTo>
                  <a:lnTo>
                    <a:pt x="1069" y="3320"/>
                  </a:lnTo>
                  <a:close/>
                  <a:moveTo>
                    <a:pt x="8827" y="2899"/>
                  </a:moveTo>
                  <a:lnTo>
                    <a:pt x="8864" y="2943"/>
                  </a:lnTo>
                  <a:lnTo>
                    <a:pt x="8902" y="2965"/>
                  </a:lnTo>
                  <a:lnTo>
                    <a:pt x="8925" y="3010"/>
                  </a:lnTo>
                  <a:lnTo>
                    <a:pt x="8970" y="3054"/>
                  </a:lnTo>
                  <a:lnTo>
                    <a:pt x="8970" y="3165"/>
                  </a:lnTo>
                  <a:lnTo>
                    <a:pt x="8977" y="3253"/>
                  </a:lnTo>
                  <a:lnTo>
                    <a:pt x="8977" y="3320"/>
                  </a:lnTo>
                  <a:lnTo>
                    <a:pt x="8992" y="3408"/>
                  </a:lnTo>
                  <a:lnTo>
                    <a:pt x="8902" y="3408"/>
                  </a:lnTo>
                  <a:lnTo>
                    <a:pt x="8887" y="3320"/>
                  </a:lnTo>
                  <a:lnTo>
                    <a:pt x="8872" y="3253"/>
                  </a:lnTo>
                  <a:lnTo>
                    <a:pt x="8849" y="3165"/>
                  </a:lnTo>
                  <a:lnTo>
                    <a:pt x="8834" y="3120"/>
                  </a:lnTo>
                  <a:lnTo>
                    <a:pt x="8834" y="3010"/>
                  </a:lnTo>
                  <a:lnTo>
                    <a:pt x="8827" y="2899"/>
                  </a:lnTo>
                  <a:close/>
                  <a:moveTo>
                    <a:pt x="12487" y="2390"/>
                  </a:moveTo>
                  <a:lnTo>
                    <a:pt x="12532" y="2589"/>
                  </a:lnTo>
                  <a:lnTo>
                    <a:pt x="12570" y="2965"/>
                  </a:lnTo>
                  <a:lnTo>
                    <a:pt x="12623" y="3320"/>
                  </a:lnTo>
                  <a:lnTo>
                    <a:pt x="12690" y="3674"/>
                  </a:lnTo>
                  <a:lnTo>
                    <a:pt x="12728" y="3829"/>
                  </a:lnTo>
                  <a:lnTo>
                    <a:pt x="12750" y="3740"/>
                  </a:lnTo>
                  <a:lnTo>
                    <a:pt x="12766" y="3718"/>
                  </a:lnTo>
                  <a:lnTo>
                    <a:pt x="12796" y="3718"/>
                  </a:lnTo>
                  <a:lnTo>
                    <a:pt x="12818" y="3674"/>
                  </a:lnTo>
                  <a:lnTo>
                    <a:pt x="12871" y="3674"/>
                  </a:lnTo>
                  <a:lnTo>
                    <a:pt x="12871" y="3740"/>
                  </a:lnTo>
                  <a:lnTo>
                    <a:pt x="12901" y="3740"/>
                  </a:lnTo>
                  <a:lnTo>
                    <a:pt x="12901" y="3984"/>
                  </a:lnTo>
                  <a:lnTo>
                    <a:pt x="12698" y="4050"/>
                  </a:lnTo>
                  <a:lnTo>
                    <a:pt x="12675" y="4670"/>
                  </a:lnTo>
                  <a:lnTo>
                    <a:pt x="12607" y="5179"/>
                  </a:lnTo>
                  <a:lnTo>
                    <a:pt x="12555" y="5688"/>
                  </a:lnTo>
                  <a:lnTo>
                    <a:pt x="12532" y="6108"/>
                  </a:lnTo>
                  <a:lnTo>
                    <a:pt x="12517" y="6529"/>
                  </a:lnTo>
                  <a:lnTo>
                    <a:pt x="12517" y="6883"/>
                  </a:lnTo>
                  <a:lnTo>
                    <a:pt x="12487" y="7215"/>
                  </a:lnTo>
                  <a:lnTo>
                    <a:pt x="12464" y="7215"/>
                  </a:lnTo>
                  <a:lnTo>
                    <a:pt x="12464" y="7148"/>
                  </a:lnTo>
                  <a:lnTo>
                    <a:pt x="12427" y="6993"/>
                  </a:lnTo>
                  <a:lnTo>
                    <a:pt x="12359" y="6794"/>
                  </a:lnTo>
                  <a:lnTo>
                    <a:pt x="12284" y="6529"/>
                  </a:lnTo>
                  <a:lnTo>
                    <a:pt x="12216" y="6263"/>
                  </a:lnTo>
                  <a:lnTo>
                    <a:pt x="12163" y="5997"/>
                  </a:lnTo>
                  <a:lnTo>
                    <a:pt x="12133" y="5754"/>
                  </a:lnTo>
                  <a:lnTo>
                    <a:pt x="12148" y="5599"/>
                  </a:lnTo>
                  <a:lnTo>
                    <a:pt x="12178" y="5555"/>
                  </a:lnTo>
                  <a:lnTo>
                    <a:pt x="12253" y="5555"/>
                  </a:lnTo>
                  <a:lnTo>
                    <a:pt x="12268" y="5533"/>
                  </a:lnTo>
                  <a:lnTo>
                    <a:pt x="12291" y="5444"/>
                  </a:lnTo>
                  <a:lnTo>
                    <a:pt x="12268" y="5444"/>
                  </a:lnTo>
                  <a:lnTo>
                    <a:pt x="12268" y="5378"/>
                  </a:lnTo>
                  <a:lnTo>
                    <a:pt x="12148" y="5334"/>
                  </a:lnTo>
                  <a:lnTo>
                    <a:pt x="12080" y="5223"/>
                  </a:lnTo>
                  <a:lnTo>
                    <a:pt x="12028" y="5024"/>
                  </a:lnTo>
                  <a:lnTo>
                    <a:pt x="12080" y="4979"/>
                  </a:lnTo>
                  <a:lnTo>
                    <a:pt x="12126" y="4935"/>
                  </a:lnTo>
                  <a:lnTo>
                    <a:pt x="12148" y="4913"/>
                  </a:lnTo>
                  <a:lnTo>
                    <a:pt x="12178" y="4869"/>
                  </a:lnTo>
                  <a:lnTo>
                    <a:pt x="12201" y="4825"/>
                  </a:lnTo>
                  <a:lnTo>
                    <a:pt x="12231" y="4758"/>
                  </a:lnTo>
                  <a:lnTo>
                    <a:pt x="12231" y="4670"/>
                  </a:lnTo>
                  <a:lnTo>
                    <a:pt x="12126" y="4670"/>
                  </a:lnTo>
                  <a:lnTo>
                    <a:pt x="12095" y="4714"/>
                  </a:lnTo>
                  <a:lnTo>
                    <a:pt x="12073" y="4714"/>
                  </a:lnTo>
                  <a:lnTo>
                    <a:pt x="12043" y="4758"/>
                  </a:lnTo>
                  <a:lnTo>
                    <a:pt x="12005" y="4758"/>
                  </a:lnTo>
                  <a:lnTo>
                    <a:pt x="11937" y="4404"/>
                  </a:lnTo>
                  <a:lnTo>
                    <a:pt x="11862" y="4050"/>
                  </a:lnTo>
                  <a:lnTo>
                    <a:pt x="11869" y="3939"/>
                  </a:lnTo>
                  <a:lnTo>
                    <a:pt x="11869" y="3873"/>
                  </a:lnTo>
                  <a:lnTo>
                    <a:pt x="11885" y="3829"/>
                  </a:lnTo>
                  <a:lnTo>
                    <a:pt x="11899" y="3740"/>
                  </a:lnTo>
                  <a:lnTo>
                    <a:pt x="11899" y="3674"/>
                  </a:lnTo>
                  <a:lnTo>
                    <a:pt x="11915" y="3563"/>
                  </a:lnTo>
                  <a:lnTo>
                    <a:pt x="11885" y="3563"/>
                  </a:lnTo>
                  <a:lnTo>
                    <a:pt x="11885" y="3475"/>
                  </a:lnTo>
                  <a:lnTo>
                    <a:pt x="11862" y="3519"/>
                  </a:lnTo>
                  <a:lnTo>
                    <a:pt x="11817" y="3519"/>
                  </a:lnTo>
                  <a:lnTo>
                    <a:pt x="11817" y="3475"/>
                  </a:lnTo>
                  <a:lnTo>
                    <a:pt x="11794" y="3408"/>
                  </a:lnTo>
                  <a:lnTo>
                    <a:pt x="11779" y="3320"/>
                  </a:lnTo>
                  <a:lnTo>
                    <a:pt x="11764" y="3253"/>
                  </a:lnTo>
                  <a:lnTo>
                    <a:pt x="11756" y="3209"/>
                  </a:lnTo>
                  <a:lnTo>
                    <a:pt x="11756" y="3098"/>
                  </a:lnTo>
                  <a:lnTo>
                    <a:pt x="11741" y="2965"/>
                  </a:lnTo>
                  <a:lnTo>
                    <a:pt x="11885" y="2700"/>
                  </a:lnTo>
                  <a:lnTo>
                    <a:pt x="12028" y="2479"/>
                  </a:lnTo>
                  <a:lnTo>
                    <a:pt x="12043" y="2589"/>
                  </a:lnTo>
                  <a:lnTo>
                    <a:pt x="12058" y="2700"/>
                  </a:lnTo>
                  <a:lnTo>
                    <a:pt x="12073" y="2744"/>
                  </a:lnTo>
                  <a:lnTo>
                    <a:pt x="12095" y="2788"/>
                  </a:lnTo>
                  <a:lnTo>
                    <a:pt x="12110" y="2788"/>
                  </a:lnTo>
                  <a:lnTo>
                    <a:pt x="12126" y="2811"/>
                  </a:lnTo>
                  <a:lnTo>
                    <a:pt x="12148" y="2855"/>
                  </a:lnTo>
                  <a:lnTo>
                    <a:pt x="12178" y="2899"/>
                  </a:lnTo>
                  <a:lnTo>
                    <a:pt x="12201" y="3120"/>
                  </a:lnTo>
                  <a:lnTo>
                    <a:pt x="12216" y="3408"/>
                  </a:lnTo>
                  <a:lnTo>
                    <a:pt x="12231" y="3674"/>
                  </a:lnTo>
                  <a:lnTo>
                    <a:pt x="12291" y="3674"/>
                  </a:lnTo>
                  <a:lnTo>
                    <a:pt x="12291" y="3475"/>
                  </a:lnTo>
                  <a:lnTo>
                    <a:pt x="12268" y="3253"/>
                  </a:lnTo>
                  <a:lnTo>
                    <a:pt x="12268" y="2965"/>
                  </a:lnTo>
                  <a:lnTo>
                    <a:pt x="12291" y="2700"/>
                  </a:lnTo>
                  <a:lnTo>
                    <a:pt x="12321" y="2479"/>
                  </a:lnTo>
                  <a:lnTo>
                    <a:pt x="12487" y="2390"/>
                  </a:lnTo>
                  <a:close/>
                  <a:moveTo>
                    <a:pt x="19890" y="2191"/>
                  </a:moveTo>
                  <a:lnTo>
                    <a:pt x="19928" y="2279"/>
                  </a:lnTo>
                  <a:lnTo>
                    <a:pt x="19958" y="2346"/>
                  </a:lnTo>
                  <a:lnTo>
                    <a:pt x="20033" y="2346"/>
                  </a:lnTo>
                  <a:lnTo>
                    <a:pt x="20101" y="2390"/>
                  </a:lnTo>
                  <a:lnTo>
                    <a:pt x="20086" y="2479"/>
                  </a:lnTo>
                  <a:lnTo>
                    <a:pt x="20086" y="2545"/>
                  </a:lnTo>
                  <a:lnTo>
                    <a:pt x="20079" y="2589"/>
                  </a:lnTo>
                  <a:lnTo>
                    <a:pt x="20079" y="2634"/>
                  </a:lnTo>
                  <a:lnTo>
                    <a:pt x="19981" y="2788"/>
                  </a:lnTo>
                  <a:lnTo>
                    <a:pt x="19853" y="2855"/>
                  </a:lnTo>
                  <a:lnTo>
                    <a:pt x="19717" y="2899"/>
                  </a:lnTo>
                  <a:lnTo>
                    <a:pt x="19709" y="2811"/>
                  </a:lnTo>
                  <a:lnTo>
                    <a:pt x="19709" y="2744"/>
                  </a:lnTo>
                  <a:lnTo>
                    <a:pt x="19695" y="2656"/>
                  </a:lnTo>
                  <a:lnTo>
                    <a:pt x="19695" y="2545"/>
                  </a:lnTo>
                  <a:lnTo>
                    <a:pt x="19732" y="2479"/>
                  </a:lnTo>
                  <a:lnTo>
                    <a:pt x="19762" y="2390"/>
                  </a:lnTo>
                  <a:lnTo>
                    <a:pt x="19785" y="2346"/>
                  </a:lnTo>
                  <a:lnTo>
                    <a:pt x="19815" y="2279"/>
                  </a:lnTo>
                  <a:lnTo>
                    <a:pt x="19838" y="2235"/>
                  </a:lnTo>
                  <a:lnTo>
                    <a:pt x="19890" y="2191"/>
                  </a:lnTo>
                  <a:close/>
                  <a:moveTo>
                    <a:pt x="15846" y="2191"/>
                  </a:moveTo>
                  <a:lnTo>
                    <a:pt x="15951" y="2235"/>
                  </a:lnTo>
                  <a:lnTo>
                    <a:pt x="16027" y="2346"/>
                  </a:lnTo>
                  <a:lnTo>
                    <a:pt x="16102" y="2479"/>
                  </a:lnTo>
                  <a:lnTo>
                    <a:pt x="16079" y="2545"/>
                  </a:lnTo>
                  <a:lnTo>
                    <a:pt x="16064" y="2656"/>
                  </a:lnTo>
                  <a:lnTo>
                    <a:pt x="16042" y="2700"/>
                  </a:lnTo>
                  <a:lnTo>
                    <a:pt x="16004" y="2744"/>
                  </a:lnTo>
                  <a:lnTo>
                    <a:pt x="15959" y="2788"/>
                  </a:lnTo>
                  <a:lnTo>
                    <a:pt x="15906" y="2788"/>
                  </a:lnTo>
                  <a:lnTo>
                    <a:pt x="15868" y="2855"/>
                  </a:lnTo>
                  <a:lnTo>
                    <a:pt x="15831" y="2855"/>
                  </a:lnTo>
                  <a:lnTo>
                    <a:pt x="15793" y="2899"/>
                  </a:lnTo>
                  <a:lnTo>
                    <a:pt x="15740" y="2899"/>
                  </a:lnTo>
                  <a:lnTo>
                    <a:pt x="15740" y="2656"/>
                  </a:lnTo>
                  <a:lnTo>
                    <a:pt x="15748" y="2501"/>
                  </a:lnTo>
                  <a:lnTo>
                    <a:pt x="15801" y="2390"/>
                  </a:lnTo>
                  <a:lnTo>
                    <a:pt x="15846" y="2191"/>
                  </a:lnTo>
                  <a:close/>
                  <a:moveTo>
                    <a:pt x="5761" y="2191"/>
                  </a:moveTo>
                  <a:lnTo>
                    <a:pt x="5867" y="2191"/>
                  </a:lnTo>
                  <a:lnTo>
                    <a:pt x="5889" y="2390"/>
                  </a:lnTo>
                  <a:lnTo>
                    <a:pt x="5920" y="2501"/>
                  </a:lnTo>
                  <a:lnTo>
                    <a:pt x="5942" y="2656"/>
                  </a:lnTo>
                  <a:lnTo>
                    <a:pt x="5957" y="2899"/>
                  </a:lnTo>
                  <a:lnTo>
                    <a:pt x="5935" y="2899"/>
                  </a:lnTo>
                  <a:lnTo>
                    <a:pt x="5852" y="2744"/>
                  </a:lnTo>
                  <a:lnTo>
                    <a:pt x="5799" y="2589"/>
                  </a:lnTo>
                  <a:lnTo>
                    <a:pt x="5761" y="2434"/>
                  </a:lnTo>
                  <a:lnTo>
                    <a:pt x="5761" y="2191"/>
                  </a:lnTo>
                  <a:close/>
                  <a:moveTo>
                    <a:pt x="20591" y="1704"/>
                  </a:moveTo>
                  <a:lnTo>
                    <a:pt x="20613" y="1704"/>
                  </a:lnTo>
                  <a:lnTo>
                    <a:pt x="20643" y="1748"/>
                  </a:lnTo>
                  <a:lnTo>
                    <a:pt x="20666" y="1748"/>
                  </a:lnTo>
                  <a:lnTo>
                    <a:pt x="20681" y="1770"/>
                  </a:lnTo>
                  <a:lnTo>
                    <a:pt x="20651" y="1859"/>
                  </a:lnTo>
                  <a:lnTo>
                    <a:pt x="20628" y="1925"/>
                  </a:lnTo>
                  <a:lnTo>
                    <a:pt x="20613" y="2036"/>
                  </a:lnTo>
                  <a:lnTo>
                    <a:pt x="20598" y="2125"/>
                  </a:lnTo>
                  <a:lnTo>
                    <a:pt x="20591" y="2279"/>
                  </a:lnTo>
                  <a:lnTo>
                    <a:pt x="20613" y="2279"/>
                  </a:lnTo>
                  <a:lnTo>
                    <a:pt x="20643" y="2169"/>
                  </a:lnTo>
                  <a:lnTo>
                    <a:pt x="20666" y="2080"/>
                  </a:lnTo>
                  <a:lnTo>
                    <a:pt x="20696" y="2014"/>
                  </a:lnTo>
                  <a:lnTo>
                    <a:pt x="20734" y="1970"/>
                  </a:lnTo>
                  <a:lnTo>
                    <a:pt x="20809" y="2191"/>
                  </a:lnTo>
                  <a:lnTo>
                    <a:pt x="20907" y="2390"/>
                  </a:lnTo>
                  <a:lnTo>
                    <a:pt x="20967" y="2545"/>
                  </a:lnTo>
                  <a:lnTo>
                    <a:pt x="20967" y="3054"/>
                  </a:lnTo>
                  <a:lnTo>
                    <a:pt x="21012" y="3165"/>
                  </a:lnTo>
                  <a:lnTo>
                    <a:pt x="21050" y="3253"/>
                  </a:lnTo>
                  <a:lnTo>
                    <a:pt x="21088" y="3275"/>
                  </a:lnTo>
                  <a:lnTo>
                    <a:pt x="21118" y="3430"/>
                  </a:lnTo>
                  <a:lnTo>
                    <a:pt x="21140" y="3740"/>
                  </a:lnTo>
                  <a:lnTo>
                    <a:pt x="21088" y="3939"/>
                  </a:lnTo>
                  <a:lnTo>
                    <a:pt x="21065" y="4138"/>
                  </a:lnTo>
                  <a:lnTo>
                    <a:pt x="21012" y="4249"/>
                  </a:lnTo>
                  <a:lnTo>
                    <a:pt x="20945" y="4293"/>
                  </a:lnTo>
                  <a:lnTo>
                    <a:pt x="20824" y="4315"/>
                  </a:lnTo>
                  <a:lnTo>
                    <a:pt x="20734" y="4094"/>
                  </a:lnTo>
                  <a:lnTo>
                    <a:pt x="20598" y="3895"/>
                  </a:lnTo>
                  <a:lnTo>
                    <a:pt x="20455" y="3784"/>
                  </a:lnTo>
                  <a:lnTo>
                    <a:pt x="20312" y="3629"/>
                  </a:lnTo>
                  <a:lnTo>
                    <a:pt x="20184" y="3475"/>
                  </a:lnTo>
                  <a:lnTo>
                    <a:pt x="20101" y="3253"/>
                  </a:lnTo>
                  <a:lnTo>
                    <a:pt x="20154" y="3165"/>
                  </a:lnTo>
                  <a:lnTo>
                    <a:pt x="20192" y="3098"/>
                  </a:lnTo>
                  <a:lnTo>
                    <a:pt x="20222" y="3010"/>
                  </a:lnTo>
                  <a:lnTo>
                    <a:pt x="20237" y="2899"/>
                  </a:lnTo>
                  <a:lnTo>
                    <a:pt x="20244" y="2700"/>
                  </a:lnTo>
                  <a:lnTo>
                    <a:pt x="20237" y="2634"/>
                  </a:lnTo>
                  <a:lnTo>
                    <a:pt x="20222" y="2501"/>
                  </a:lnTo>
                  <a:lnTo>
                    <a:pt x="20222" y="2169"/>
                  </a:lnTo>
                  <a:lnTo>
                    <a:pt x="20237" y="2169"/>
                  </a:lnTo>
                  <a:lnTo>
                    <a:pt x="20244" y="2125"/>
                  </a:lnTo>
                  <a:lnTo>
                    <a:pt x="20365" y="2036"/>
                  </a:lnTo>
                  <a:lnTo>
                    <a:pt x="20493" y="1859"/>
                  </a:lnTo>
                  <a:lnTo>
                    <a:pt x="20591" y="1704"/>
                  </a:lnTo>
                  <a:close/>
                  <a:moveTo>
                    <a:pt x="18919" y="1615"/>
                  </a:moveTo>
                  <a:lnTo>
                    <a:pt x="18994" y="1615"/>
                  </a:lnTo>
                  <a:lnTo>
                    <a:pt x="19099" y="1925"/>
                  </a:lnTo>
                  <a:lnTo>
                    <a:pt x="19235" y="2191"/>
                  </a:lnTo>
                  <a:lnTo>
                    <a:pt x="19235" y="2279"/>
                  </a:lnTo>
                  <a:lnTo>
                    <a:pt x="19205" y="2279"/>
                  </a:lnTo>
                  <a:lnTo>
                    <a:pt x="19205" y="2390"/>
                  </a:lnTo>
                  <a:lnTo>
                    <a:pt x="19077" y="2191"/>
                  </a:lnTo>
                  <a:lnTo>
                    <a:pt x="18987" y="1925"/>
                  </a:lnTo>
                  <a:lnTo>
                    <a:pt x="18919" y="1615"/>
                  </a:lnTo>
                  <a:close/>
                  <a:moveTo>
                    <a:pt x="16275" y="1505"/>
                  </a:moveTo>
                  <a:lnTo>
                    <a:pt x="16381" y="1593"/>
                  </a:lnTo>
                  <a:lnTo>
                    <a:pt x="16464" y="1660"/>
                  </a:lnTo>
                  <a:lnTo>
                    <a:pt x="16539" y="1770"/>
                  </a:lnTo>
                  <a:lnTo>
                    <a:pt x="16539" y="1970"/>
                  </a:lnTo>
                  <a:lnTo>
                    <a:pt x="16471" y="2014"/>
                  </a:lnTo>
                  <a:lnTo>
                    <a:pt x="16411" y="2080"/>
                  </a:lnTo>
                  <a:lnTo>
                    <a:pt x="16313" y="2125"/>
                  </a:lnTo>
                  <a:lnTo>
                    <a:pt x="16275" y="2169"/>
                  </a:lnTo>
                  <a:lnTo>
                    <a:pt x="16253" y="2191"/>
                  </a:lnTo>
                  <a:lnTo>
                    <a:pt x="16170" y="2191"/>
                  </a:lnTo>
                  <a:lnTo>
                    <a:pt x="16170" y="1970"/>
                  </a:lnTo>
                  <a:lnTo>
                    <a:pt x="16200" y="1859"/>
                  </a:lnTo>
                  <a:lnTo>
                    <a:pt x="16238" y="1704"/>
                  </a:lnTo>
                  <a:lnTo>
                    <a:pt x="16275" y="1505"/>
                  </a:lnTo>
                  <a:close/>
                  <a:moveTo>
                    <a:pt x="13067" y="1284"/>
                  </a:moveTo>
                  <a:lnTo>
                    <a:pt x="13067" y="1704"/>
                  </a:lnTo>
                  <a:lnTo>
                    <a:pt x="13120" y="1704"/>
                  </a:lnTo>
                  <a:lnTo>
                    <a:pt x="13150" y="1660"/>
                  </a:lnTo>
                  <a:lnTo>
                    <a:pt x="13210" y="1660"/>
                  </a:lnTo>
                  <a:lnTo>
                    <a:pt x="13240" y="1704"/>
                  </a:lnTo>
                  <a:lnTo>
                    <a:pt x="13278" y="1770"/>
                  </a:lnTo>
                  <a:lnTo>
                    <a:pt x="13278" y="1970"/>
                  </a:lnTo>
                  <a:lnTo>
                    <a:pt x="13308" y="2014"/>
                  </a:lnTo>
                  <a:lnTo>
                    <a:pt x="13346" y="2014"/>
                  </a:lnTo>
                  <a:lnTo>
                    <a:pt x="13368" y="1970"/>
                  </a:lnTo>
                  <a:lnTo>
                    <a:pt x="13413" y="1970"/>
                  </a:lnTo>
                  <a:lnTo>
                    <a:pt x="13421" y="1925"/>
                  </a:lnTo>
                  <a:lnTo>
                    <a:pt x="13451" y="1970"/>
                  </a:lnTo>
                  <a:lnTo>
                    <a:pt x="13474" y="2036"/>
                  </a:lnTo>
                  <a:lnTo>
                    <a:pt x="13504" y="2169"/>
                  </a:lnTo>
                  <a:lnTo>
                    <a:pt x="13526" y="2279"/>
                  </a:lnTo>
                  <a:lnTo>
                    <a:pt x="13489" y="2545"/>
                  </a:lnTo>
                  <a:lnTo>
                    <a:pt x="13451" y="2811"/>
                  </a:lnTo>
                  <a:lnTo>
                    <a:pt x="13421" y="3120"/>
                  </a:lnTo>
                  <a:lnTo>
                    <a:pt x="13330" y="3120"/>
                  </a:lnTo>
                  <a:lnTo>
                    <a:pt x="13263" y="3209"/>
                  </a:lnTo>
                  <a:lnTo>
                    <a:pt x="13202" y="3320"/>
                  </a:lnTo>
                  <a:lnTo>
                    <a:pt x="13097" y="3408"/>
                  </a:lnTo>
                  <a:lnTo>
                    <a:pt x="13029" y="3253"/>
                  </a:lnTo>
                  <a:lnTo>
                    <a:pt x="12939" y="3165"/>
                  </a:lnTo>
                  <a:lnTo>
                    <a:pt x="12848" y="3054"/>
                  </a:lnTo>
                  <a:lnTo>
                    <a:pt x="12833" y="2965"/>
                  </a:lnTo>
                  <a:lnTo>
                    <a:pt x="12833" y="2899"/>
                  </a:lnTo>
                  <a:lnTo>
                    <a:pt x="12818" y="2811"/>
                  </a:lnTo>
                  <a:lnTo>
                    <a:pt x="12803" y="2700"/>
                  </a:lnTo>
                  <a:lnTo>
                    <a:pt x="12728" y="2479"/>
                  </a:lnTo>
                  <a:lnTo>
                    <a:pt x="12698" y="2390"/>
                  </a:lnTo>
                  <a:lnTo>
                    <a:pt x="12675" y="2235"/>
                  </a:lnTo>
                  <a:lnTo>
                    <a:pt x="12660" y="1970"/>
                  </a:lnTo>
                  <a:lnTo>
                    <a:pt x="12713" y="1770"/>
                  </a:lnTo>
                  <a:lnTo>
                    <a:pt x="12750" y="1615"/>
                  </a:lnTo>
                  <a:lnTo>
                    <a:pt x="12803" y="1615"/>
                  </a:lnTo>
                  <a:lnTo>
                    <a:pt x="12848" y="1660"/>
                  </a:lnTo>
                  <a:lnTo>
                    <a:pt x="12901" y="1704"/>
                  </a:lnTo>
                  <a:lnTo>
                    <a:pt x="12954" y="1704"/>
                  </a:lnTo>
                  <a:lnTo>
                    <a:pt x="12954" y="1438"/>
                  </a:lnTo>
                  <a:lnTo>
                    <a:pt x="12977" y="1394"/>
                  </a:lnTo>
                  <a:lnTo>
                    <a:pt x="13007" y="1350"/>
                  </a:lnTo>
                  <a:lnTo>
                    <a:pt x="13014" y="1350"/>
                  </a:lnTo>
                  <a:lnTo>
                    <a:pt x="13044" y="1306"/>
                  </a:lnTo>
                  <a:lnTo>
                    <a:pt x="13067" y="1284"/>
                  </a:lnTo>
                  <a:close/>
                  <a:moveTo>
                    <a:pt x="16464" y="996"/>
                  </a:moveTo>
                  <a:lnTo>
                    <a:pt x="16569" y="996"/>
                  </a:lnTo>
                  <a:lnTo>
                    <a:pt x="16629" y="1195"/>
                  </a:lnTo>
                  <a:lnTo>
                    <a:pt x="16697" y="1306"/>
                  </a:lnTo>
                  <a:lnTo>
                    <a:pt x="16750" y="1461"/>
                  </a:lnTo>
                  <a:lnTo>
                    <a:pt x="16802" y="1704"/>
                  </a:lnTo>
                  <a:lnTo>
                    <a:pt x="16682" y="1704"/>
                  </a:lnTo>
                  <a:lnTo>
                    <a:pt x="16607" y="1461"/>
                  </a:lnTo>
                  <a:lnTo>
                    <a:pt x="16524" y="1284"/>
                  </a:lnTo>
                  <a:lnTo>
                    <a:pt x="16464" y="996"/>
                  </a:lnTo>
                  <a:close/>
                  <a:moveTo>
                    <a:pt x="3171" y="996"/>
                  </a:moveTo>
                  <a:lnTo>
                    <a:pt x="3261" y="996"/>
                  </a:lnTo>
                  <a:lnTo>
                    <a:pt x="3299" y="1084"/>
                  </a:lnTo>
                  <a:lnTo>
                    <a:pt x="3329" y="1151"/>
                  </a:lnTo>
                  <a:lnTo>
                    <a:pt x="3344" y="1239"/>
                  </a:lnTo>
                  <a:lnTo>
                    <a:pt x="3366" y="1350"/>
                  </a:lnTo>
                  <a:lnTo>
                    <a:pt x="3381" y="1438"/>
                  </a:lnTo>
                  <a:lnTo>
                    <a:pt x="3449" y="1239"/>
                  </a:lnTo>
                  <a:lnTo>
                    <a:pt x="3525" y="1151"/>
                  </a:lnTo>
                  <a:lnTo>
                    <a:pt x="3645" y="1195"/>
                  </a:lnTo>
                  <a:lnTo>
                    <a:pt x="3645" y="1505"/>
                  </a:lnTo>
                  <a:lnTo>
                    <a:pt x="3811" y="1549"/>
                  </a:lnTo>
                  <a:lnTo>
                    <a:pt x="3961" y="1615"/>
                  </a:lnTo>
                  <a:lnTo>
                    <a:pt x="4089" y="1704"/>
                  </a:lnTo>
                  <a:lnTo>
                    <a:pt x="4233" y="1748"/>
                  </a:lnTo>
                  <a:lnTo>
                    <a:pt x="4391" y="1704"/>
                  </a:lnTo>
                  <a:lnTo>
                    <a:pt x="4391" y="1970"/>
                  </a:lnTo>
                  <a:lnTo>
                    <a:pt x="4458" y="1970"/>
                  </a:lnTo>
                  <a:lnTo>
                    <a:pt x="4474" y="2014"/>
                  </a:lnTo>
                  <a:lnTo>
                    <a:pt x="4489" y="2036"/>
                  </a:lnTo>
                  <a:lnTo>
                    <a:pt x="4458" y="2036"/>
                  </a:lnTo>
                  <a:lnTo>
                    <a:pt x="4338" y="2279"/>
                  </a:lnTo>
                  <a:lnTo>
                    <a:pt x="4195" y="2545"/>
                  </a:lnTo>
                  <a:lnTo>
                    <a:pt x="4022" y="2788"/>
                  </a:lnTo>
                  <a:lnTo>
                    <a:pt x="3864" y="3054"/>
                  </a:lnTo>
                  <a:lnTo>
                    <a:pt x="3750" y="3275"/>
                  </a:lnTo>
                  <a:lnTo>
                    <a:pt x="3668" y="3475"/>
                  </a:lnTo>
                  <a:lnTo>
                    <a:pt x="3788" y="3475"/>
                  </a:lnTo>
                  <a:lnTo>
                    <a:pt x="3826" y="3408"/>
                  </a:lnTo>
                  <a:lnTo>
                    <a:pt x="3864" y="3364"/>
                  </a:lnTo>
                  <a:lnTo>
                    <a:pt x="3909" y="3320"/>
                  </a:lnTo>
                  <a:lnTo>
                    <a:pt x="3961" y="3320"/>
                  </a:lnTo>
                  <a:lnTo>
                    <a:pt x="3961" y="3408"/>
                  </a:lnTo>
                  <a:lnTo>
                    <a:pt x="3803" y="3740"/>
                  </a:lnTo>
                  <a:lnTo>
                    <a:pt x="3668" y="4094"/>
                  </a:lnTo>
                  <a:lnTo>
                    <a:pt x="3555" y="4448"/>
                  </a:lnTo>
                  <a:lnTo>
                    <a:pt x="3419" y="4758"/>
                  </a:lnTo>
                  <a:lnTo>
                    <a:pt x="3276" y="5024"/>
                  </a:lnTo>
                  <a:lnTo>
                    <a:pt x="3088" y="5179"/>
                  </a:lnTo>
                  <a:lnTo>
                    <a:pt x="3088" y="5444"/>
                  </a:lnTo>
                  <a:lnTo>
                    <a:pt x="2997" y="5488"/>
                  </a:lnTo>
                  <a:lnTo>
                    <a:pt x="2892" y="5599"/>
                  </a:lnTo>
                  <a:lnTo>
                    <a:pt x="2832" y="5754"/>
                  </a:lnTo>
                  <a:lnTo>
                    <a:pt x="2869" y="5843"/>
                  </a:lnTo>
                  <a:lnTo>
                    <a:pt x="2892" y="5909"/>
                  </a:lnTo>
                  <a:lnTo>
                    <a:pt x="2907" y="5953"/>
                  </a:lnTo>
                  <a:lnTo>
                    <a:pt x="2907" y="6108"/>
                  </a:lnTo>
                  <a:lnTo>
                    <a:pt x="2892" y="6219"/>
                  </a:lnTo>
                  <a:lnTo>
                    <a:pt x="2892" y="6374"/>
                  </a:lnTo>
                  <a:lnTo>
                    <a:pt x="2606" y="6440"/>
                  </a:lnTo>
                  <a:lnTo>
                    <a:pt x="2606" y="6529"/>
                  </a:lnTo>
                  <a:lnTo>
                    <a:pt x="2643" y="6573"/>
                  </a:lnTo>
                  <a:lnTo>
                    <a:pt x="2681" y="6573"/>
                  </a:lnTo>
                  <a:lnTo>
                    <a:pt x="2696" y="6595"/>
                  </a:lnTo>
                  <a:lnTo>
                    <a:pt x="2696" y="6639"/>
                  </a:lnTo>
                  <a:lnTo>
                    <a:pt x="2726" y="6728"/>
                  </a:lnTo>
                  <a:lnTo>
                    <a:pt x="2681" y="6728"/>
                  </a:lnTo>
                  <a:lnTo>
                    <a:pt x="2621" y="6794"/>
                  </a:lnTo>
                  <a:lnTo>
                    <a:pt x="2538" y="6883"/>
                  </a:lnTo>
                  <a:lnTo>
                    <a:pt x="2463" y="6949"/>
                  </a:lnTo>
                  <a:lnTo>
                    <a:pt x="2485" y="6993"/>
                  </a:lnTo>
                  <a:lnTo>
                    <a:pt x="2515" y="6993"/>
                  </a:lnTo>
                  <a:lnTo>
                    <a:pt x="2523" y="7038"/>
                  </a:lnTo>
                  <a:lnTo>
                    <a:pt x="2538" y="7038"/>
                  </a:lnTo>
                  <a:lnTo>
                    <a:pt x="2523" y="7104"/>
                  </a:lnTo>
                  <a:lnTo>
                    <a:pt x="2515" y="7193"/>
                  </a:lnTo>
                  <a:lnTo>
                    <a:pt x="2500" y="7215"/>
                  </a:lnTo>
                  <a:lnTo>
                    <a:pt x="2515" y="7259"/>
                  </a:lnTo>
                  <a:lnTo>
                    <a:pt x="2515" y="7303"/>
                  </a:lnTo>
                  <a:lnTo>
                    <a:pt x="2523" y="7370"/>
                  </a:lnTo>
                  <a:lnTo>
                    <a:pt x="2538" y="7458"/>
                  </a:lnTo>
                  <a:lnTo>
                    <a:pt x="2485" y="7502"/>
                  </a:lnTo>
                  <a:lnTo>
                    <a:pt x="2410" y="7502"/>
                  </a:lnTo>
                  <a:lnTo>
                    <a:pt x="2365" y="7569"/>
                  </a:lnTo>
                  <a:lnTo>
                    <a:pt x="2500" y="7569"/>
                  </a:lnTo>
                  <a:lnTo>
                    <a:pt x="2606" y="7657"/>
                  </a:lnTo>
                  <a:lnTo>
                    <a:pt x="2606" y="7812"/>
                  </a:lnTo>
                  <a:lnTo>
                    <a:pt x="2433" y="7812"/>
                  </a:lnTo>
                  <a:lnTo>
                    <a:pt x="2417" y="7923"/>
                  </a:lnTo>
                  <a:lnTo>
                    <a:pt x="2417" y="7989"/>
                  </a:lnTo>
                  <a:lnTo>
                    <a:pt x="2410" y="8034"/>
                  </a:lnTo>
                  <a:lnTo>
                    <a:pt x="2395" y="8078"/>
                  </a:lnTo>
                  <a:lnTo>
                    <a:pt x="2327" y="8144"/>
                  </a:lnTo>
                  <a:lnTo>
                    <a:pt x="2146" y="8144"/>
                  </a:lnTo>
                  <a:lnTo>
                    <a:pt x="2056" y="7989"/>
                  </a:lnTo>
                  <a:lnTo>
                    <a:pt x="1936" y="7989"/>
                  </a:lnTo>
                  <a:lnTo>
                    <a:pt x="1815" y="8034"/>
                  </a:lnTo>
                  <a:lnTo>
                    <a:pt x="1687" y="8078"/>
                  </a:lnTo>
                  <a:lnTo>
                    <a:pt x="1566" y="8034"/>
                  </a:lnTo>
                  <a:lnTo>
                    <a:pt x="1446" y="7923"/>
                  </a:lnTo>
                  <a:lnTo>
                    <a:pt x="1438" y="7879"/>
                  </a:lnTo>
                  <a:lnTo>
                    <a:pt x="1438" y="7834"/>
                  </a:lnTo>
                  <a:lnTo>
                    <a:pt x="1423" y="7834"/>
                  </a:lnTo>
                  <a:lnTo>
                    <a:pt x="1423" y="7724"/>
                  </a:lnTo>
                  <a:lnTo>
                    <a:pt x="1446" y="7724"/>
                  </a:lnTo>
                  <a:lnTo>
                    <a:pt x="1461" y="7657"/>
                  </a:lnTo>
                  <a:lnTo>
                    <a:pt x="1491" y="7569"/>
                  </a:lnTo>
                  <a:lnTo>
                    <a:pt x="1499" y="7525"/>
                  </a:lnTo>
                  <a:lnTo>
                    <a:pt x="1529" y="7502"/>
                  </a:lnTo>
                  <a:lnTo>
                    <a:pt x="1544" y="7414"/>
                  </a:lnTo>
                  <a:lnTo>
                    <a:pt x="1566" y="7303"/>
                  </a:lnTo>
                  <a:lnTo>
                    <a:pt x="1514" y="7259"/>
                  </a:lnTo>
                  <a:lnTo>
                    <a:pt x="1476" y="7193"/>
                  </a:lnTo>
                  <a:lnTo>
                    <a:pt x="1446" y="7060"/>
                  </a:lnTo>
                  <a:lnTo>
                    <a:pt x="1438" y="6949"/>
                  </a:lnTo>
                  <a:lnTo>
                    <a:pt x="1423" y="6794"/>
                  </a:lnTo>
                  <a:lnTo>
                    <a:pt x="1476" y="6794"/>
                  </a:lnTo>
                  <a:lnTo>
                    <a:pt x="1566" y="6728"/>
                  </a:lnTo>
                  <a:lnTo>
                    <a:pt x="1672" y="6794"/>
                  </a:lnTo>
                  <a:lnTo>
                    <a:pt x="1762" y="6905"/>
                  </a:lnTo>
                  <a:lnTo>
                    <a:pt x="1853" y="7038"/>
                  </a:lnTo>
                  <a:lnTo>
                    <a:pt x="1853" y="6883"/>
                  </a:lnTo>
                  <a:lnTo>
                    <a:pt x="1762" y="6750"/>
                  </a:lnTo>
                  <a:lnTo>
                    <a:pt x="1687" y="6639"/>
                  </a:lnTo>
                  <a:lnTo>
                    <a:pt x="1619" y="6440"/>
                  </a:lnTo>
                  <a:lnTo>
                    <a:pt x="1642" y="6440"/>
                  </a:lnTo>
                  <a:lnTo>
                    <a:pt x="1709" y="6152"/>
                  </a:lnTo>
                  <a:lnTo>
                    <a:pt x="1792" y="5953"/>
                  </a:lnTo>
                  <a:lnTo>
                    <a:pt x="1898" y="5798"/>
                  </a:lnTo>
                  <a:lnTo>
                    <a:pt x="2026" y="5688"/>
                  </a:lnTo>
                  <a:lnTo>
                    <a:pt x="2026" y="5599"/>
                  </a:lnTo>
                  <a:lnTo>
                    <a:pt x="1905" y="5488"/>
                  </a:lnTo>
                  <a:lnTo>
                    <a:pt x="1815" y="5289"/>
                  </a:lnTo>
                  <a:lnTo>
                    <a:pt x="1740" y="5024"/>
                  </a:lnTo>
                  <a:lnTo>
                    <a:pt x="1672" y="4758"/>
                  </a:lnTo>
                  <a:lnTo>
                    <a:pt x="1709" y="4714"/>
                  </a:lnTo>
                  <a:lnTo>
                    <a:pt x="1740" y="4714"/>
                  </a:lnTo>
                  <a:lnTo>
                    <a:pt x="1777" y="4670"/>
                  </a:lnTo>
                  <a:lnTo>
                    <a:pt x="1815" y="4670"/>
                  </a:lnTo>
                  <a:lnTo>
                    <a:pt x="1868" y="4780"/>
                  </a:lnTo>
                  <a:lnTo>
                    <a:pt x="1905" y="4913"/>
                  </a:lnTo>
                  <a:lnTo>
                    <a:pt x="1958" y="5024"/>
                  </a:lnTo>
                  <a:lnTo>
                    <a:pt x="1958" y="4935"/>
                  </a:lnTo>
                  <a:lnTo>
                    <a:pt x="1950" y="4869"/>
                  </a:lnTo>
                  <a:lnTo>
                    <a:pt x="1936" y="4869"/>
                  </a:lnTo>
                  <a:lnTo>
                    <a:pt x="1936" y="4825"/>
                  </a:lnTo>
                  <a:lnTo>
                    <a:pt x="1920" y="4780"/>
                  </a:lnTo>
                  <a:lnTo>
                    <a:pt x="1920" y="4758"/>
                  </a:lnTo>
                  <a:lnTo>
                    <a:pt x="1905" y="4670"/>
                  </a:lnTo>
                  <a:lnTo>
                    <a:pt x="1936" y="4670"/>
                  </a:lnTo>
                  <a:lnTo>
                    <a:pt x="1936" y="4603"/>
                  </a:lnTo>
                  <a:lnTo>
                    <a:pt x="2056" y="4470"/>
                  </a:lnTo>
                  <a:lnTo>
                    <a:pt x="2169" y="4404"/>
                  </a:lnTo>
                  <a:lnTo>
                    <a:pt x="2289" y="4360"/>
                  </a:lnTo>
                  <a:lnTo>
                    <a:pt x="2433" y="4404"/>
                  </a:lnTo>
                  <a:lnTo>
                    <a:pt x="2365" y="4161"/>
                  </a:lnTo>
                  <a:lnTo>
                    <a:pt x="2448" y="4094"/>
                  </a:lnTo>
                  <a:lnTo>
                    <a:pt x="2538" y="3984"/>
                  </a:lnTo>
                  <a:lnTo>
                    <a:pt x="2628" y="3873"/>
                  </a:lnTo>
                  <a:lnTo>
                    <a:pt x="2681" y="3740"/>
                  </a:lnTo>
                  <a:lnTo>
                    <a:pt x="2726" y="3740"/>
                  </a:lnTo>
                  <a:lnTo>
                    <a:pt x="2726" y="3674"/>
                  </a:lnTo>
                  <a:lnTo>
                    <a:pt x="2658" y="3674"/>
                  </a:lnTo>
                  <a:lnTo>
                    <a:pt x="2628" y="3718"/>
                  </a:lnTo>
                  <a:lnTo>
                    <a:pt x="2606" y="3740"/>
                  </a:lnTo>
                  <a:lnTo>
                    <a:pt x="2568" y="3740"/>
                  </a:lnTo>
                  <a:lnTo>
                    <a:pt x="2553" y="3718"/>
                  </a:lnTo>
                  <a:lnTo>
                    <a:pt x="2538" y="3674"/>
                  </a:lnTo>
                  <a:lnTo>
                    <a:pt x="2515" y="3674"/>
                  </a:lnTo>
                  <a:lnTo>
                    <a:pt x="2485" y="3740"/>
                  </a:lnTo>
                  <a:lnTo>
                    <a:pt x="2448" y="3873"/>
                  </a:lnTo>
                  <a:lnTo>
                    <a:pt x="2410" y="3984"/>
                  </a:lnTo>
                  <a:lnTo>
                    <a:pt x="2380" y="4094"/>
                  </a:lnTo>
                  <a:lnTo>
                    <a:pt x="2342" y="4161"/>
                  </a:lnTo>
                  <a:lnTo>
                    <a:pt x="2199" y="4293"/>
                  </a:lnTo>
                  <a:lnTo>
                    <a:pt x="2064" y="4293"/>
                  </a:lnTo>
                  <a:lnTo>
                    <a:pt x="1936" y="4205"/>
                  </a:lnTo>
                  <a:lnTo>
                    <a:pt x="1815" y="4050"/>
                  </a:lnTo>
                  <a:lnTo>
                    <a:pt x="1800" y="4050"/>
                  </a:lnTo>
                  <a:lnTo>
                    <a:pt x="1777" y="4094"/>
                  </a:lnTo>
                  <a:lnTo>
                    <a:pt x="1740" y="4138"/>
                  </a:lnTo>
                  <a:lnTo>
                    <a:pt x="1709" y="4161"/>
                  </a:lnTo>
                  <a:lnTo>
                    <a:pt x="1687" y="4205"/>
                  </a:lnTo>
                  <a:lnTo>
                    <a:pt x="1642" y="4249"/>
                  </a:lnTo>
                  <a:lnTo>
                    <a:pt x="1619" y="4050"/>
                  </a:lnTo>
                  <a:lnTo>
                    <a:pt x="1642" y="4028"/>
                  </a:lnTo>
                  <a:lnTo>
                    <a:pt x="1657" y="3984"/>
                  </a:lnTo>
                  <a:lnTo>
                    <a:pt x="1672" y="3895"/>
                  </a:lnTo>
                  <a:lnTo>
                    <a:pt x="1597" y="3895"/>
                  </a:lnTo>
                  <a:lnTo>
                    <a:pt x="1566" y="3939"/>
                  </a:lnTo>
                  <a:lnTo>
                    <a:pt x="1529" y="3984"/>
                  </a:lnTo>
                  <a:lnTo>
                    <a:pt x="1446" y="3984"/>
                  </a:lnTo>
                  <a:lnTo>
                    <a:pt x="1423" y="3740"/>
                  </a:lnTo>
                  <a:lnTo>
                    <a:pt x="1446" y="3718"/>
                  </a:lnTo>
                  <a:lnTo>
                    <a:pt x="1476" y="3718"/>
                  </a:lnTo>
                  <a:lnTo>
                    <a:pt x="1491" y="3674"/>
                  </a:lnTo>
                  <a:lnTo>
                    <a:pt x="1499" y="3674"/>
                  </a:lnTo>
                  <a:lnTo>
                    <a:pt x="1333" y="3740"/>
                  </a:lnTo>
                  <a:lnTo>
                    <a:pt x="1318" y="3629"/>
                  </a:lnTo>
                  <a:lnTo>
                    <a:pt x="1288" y="3563"/>
                  </a:lnTo>
                  <a:lnTo>
                    <a:pt x="1280" y="3519"/>
                  </a:lnTo>
                  <a:lnTo>
                    <a:pt x="1265" y="3430"/>
                  </a:lnTo>
                  <a:lnTo>
                    <a:pt x="1235" y="3320"/>
                  </a:lnTo>
                  <a:lnTo>
                    <a:pt x="1280" y="3275"/>
                  </a:lnTo>
                  <a:lnTo>
                    <a:pt x="1333" y="3275"/>
                  </a:lnTo>
                  <a:lnTo>
                    <a:pt x="1333" y="3253"/>
                  </a:lnTo>
                  <a:lnTo>
                    <a:pt x="1340" y="3209"/>
                  </a:lnTo>
                  <a:lnTo>
                    <a:pt x="1356" y="3120"/>
                  </a:lnTo>
                  <a:lnTo>
                    <a:pt x="1303" y="3098"/>
                  </a:lnTo>
                  <a:lnTo>
                    <a:pt x="1250" y="3054"/>
                  </a:lnTo>
                  <a:lnTo>
                    <a:pt x="1228" y="2965"/>
                  </a:lnTo>
                  <a:lnTo>
                    <a:pt x="1182" y="2899"/>
                  </a:lnTo>
                  <a:lnTo>
                    <a:pt x="1212" y="2899"/>
                  </a:lnTo>
                  <a:lnTo>
                    <a:pt x="1212" y="2788"/>
                  </a:lnTo>
                  <a:lnTo>
                    <a:pt x="1340" y="2855"/>
                  </a:lnTo>
                  <a:lnTo>
                    <a:pt x="1408" y="2811"/>
                  </a:lnTo>
                  <a:lnTo>
                    <a:pt x="1461" y="2744"/>
                  </a:lnTo>
                  <a:lnTo>
                    <a:pt x="1491" y="2634"/>
                  </a:lnTo>
                  <a:lnTo>
                    <a:pt x="1529" y="2479"/>
                  </a:lnTo>
                  <a:lnTo>
                    <a:pt x="1597" y="2390"/>
                  </a:lnTo>
                  <a:lnTo>
                    <a:pt x="1672" y="2324"/>
                  </a:lnTo>
                  <a:lnTo>
                    <a:pt x="1725" y="2390"/>
                  </a:lnTo>
                  <a:lnTo>
                    <a:pt x="1792" y="2479"/>
                  </a:lnTo>
                  <a:lnTo>
                    <a:pt x="1845" y="2501"/>
                  </a:lnTo>
                  <a:lnTo>
                    <a:pt x="1905" y="2479"/>
                  </a:lnTo>
                  <a:lnTo>
                    <a:pt x="1883" y="2434"/>
                  </a:lnTo>
                  <a:lnTo>
                    <a:pt x="1853" y="2390"/>
                  </a:lnTo>
                  <a:lnTo>
                    <a:pt x="1845" y="2390"/>
                  </a:lnTo>
                  <a:lnTo>
                    <a:pt x="1845" y="2346"/>
                  </a:lnTo>
                  <a:lnTo>
                    <a:pt x="1830" y="2324"/>
                  </a:lnTo>
                  <a:lnTo>
                    <a:pt x="1830" y="2235"/>
                  </a:lnTo>
                  <a:lnTo>
                    <a:pt x="1815" y="2125"/>
                  </a:lnTo>
                  <a:lnTo>
                    <a:pt x="1853" y="2080"/>
                  </a:lnTo>
                  <a:lnTo>
                    <a:pt x="1883" y="2036"/>
                  </a:lnTo>
                  <a:lnTo>
                    <a:pt x="1905" y="2036"/>
                  </a:lnTo>
                  <a:lnTo>
                    <a:pt x="1920" y="2014"/>
                  </a:lnTo>
                  <a:lnTo>
                    <a:pt x="1950" y="1970"/>
                  </a:lnTo>
                  <a:lnTo>
                    <a:pt x="2003" y="1970"/>
                  </a:lnTo>
                  <a:lnTo>
                    <a:pt x="2026" y="2014"/>
                  </a:lnTo>
                  <a:lnTo>
                    <a:pt x="2056" y="2080"/>
                  </a:lnTo>
                  <a:lnTo>
                    <a:pt x="2079" y="2125"/>
                  </a:lnTo>
                  <a:lnTo>
                    <a:pt x="2079" y="2036"/>
                  </a:lnTo>
                  <a:lnTo>
                    <a:pt x="2064" y="2014"/>
                  </a:lnTo>
                  <a:lnTo>
                    <a:pt x="2064" y="1925"/>
                  </a:lnTo>
                  <a:lnTo>
                    <a:pt x="2056" y="1859"/>
                  </a:lnTo>
                  <a:lnTo>
                    <a:pt x="2094" y="1815"/>
                  </a:lnTo>
                  <a:lnTo>
                    <a:pt x="2116" y="1770"/>
                  </a:lnTo>
                  <a:lnTo>
                    <a:pt x="2161" y="1704"/>
                  </a:lnTo>
                  <a:lnTo>
                    <a:pt x="2184" y="1615"/>
                  </a:lnTo>
                  <a:lnTo>
                    <a:pt x="2252" y="1615"/>
                  </a:lnTo>
                  <a:lnTo>
                    <a:pt x="2289" y="1660"/>
                  </a:lnTo>
                  <a:lnTo>
                    <a:pt x="2320" y="1748"/>
                  </a:lnTo>
                  <a:lnTo>
                    <a:pt x="2365" y="1748"/>
                  </a:lnTo>
                  <a:lnTo>
                    <a:pt x="2433" y="1704"/>
                  </a:lnTo>
                  <a:lnTo>
                    <a:pt x="2463" y="1438"/>
                  </a:lnTo>
                  <a:lnTo>
                    <a:pt x="2500" y="1394"/>
                  </a:lnTo>
                  <a:lnTo>
                    <a:pt x="2576" y="1394"/>
                  </a:lnTo>
                  <a:lnTo>
                    <a:pt x="2606" y="1438"/>
                  </a:lnTo>
                  <a:lnTo>
                    <a:pt x="2628" y="1438"/>
                  </a:lnTo>
                  <a:lnTo>
                    <a:pt x="2681" y="1195"/>
                  </a:lnTo>
                  <a:lnTo>
                    <a:pt x="2764" y="1151"/>
                  </a:lnTo>
                  <a:lnTo>
                    <a:pt x="2817" y="1239"/>
                  </a:lnTo>
                  <a:lnTo>
                    <a:pt x="2869" y="1306"/>
                  </a:lnTo>
                  <a:lnTo>
                    <a:pt x="2922" y="1350"/>
                  </a:lnTo>
                  <a:lnTo>
                    <a:pt x="2990" y="1284"/>
                  </a:lnTo>
                  <a:lnTo>
                    <a:pt x="3080" y="1129"/>
                  </a:lnTo>
                  <a:lnTo>
                    <a:pt x="3171" y="996"/>
                  </a:lnTo>
                  <a:close/>
                  <a:moveTo>
                    <a:pt x="15846" y="929"/>
                  </a:moveTo>
                  <a:lnTo>
                    <a:pt x="15899" y="974"/>
                  </a:lnTo>
                  <a:lnTo>
                    <a:pt x="15951" y="1040"/>
                  </a:lnTo>
                  <a:lnTo>
                    <a:pt x="15974" y="1129"/>
                  </a:lnTo>
                  <a:lnTo>
                    <a:pt x="16012" y="1195"/>
                  </a:lnTo>
                  <a:lnTo>
                    <a:pt x="16057" y="1284"/>
                  </a:lnTo>
                  <a:lnTo>
                    <a:pt x="16027" y="1505"/>
                  </a:lnTo>
                  <a:lnTo>
                    <a:pt x="15868" y="1770"/>
                  </a:lnTo>
                  <a:lnTo>
                    <a:pt x="15748" y="2080"/>
                  </a:lnTo>
                  <a:lnTo>
                    <a:pt x="15643" y="2479"/>
                  </a:lnTo>
                  <a:lnTo>
                    <a:pt x="15620" y="2479"/>
                  </a:lnTo>
                  <a:lnTo>
                    <a:pt x="15620" y="2390"/>
                  </a:lnTo>
                  <a:lnTo>
                    <a:pt x="15582" y="2324"/>
                  </a:lnTo>
                  <a:lnTo>
                    <a:pt x="15552" y="2235"/>
                  </a:lnTo>
                  <a:lnTo>
                    <a:pt x="15537" y="2169"/>
                  </a:lnTo>
                  <a:lnTo>
                    <a:pt x="15515" y="2080"/>
                  </a:lnTo>
                  <a:lnTo>
                    <a:pt x="15499" y="1970"/>
                  </a:lnTo>
                  <a:lnTo>
                    <a:pt x="15530" y="1815"/>
                  </a:lnTo>
                  <a:lnTo>
                    <a:pt x="15537" y="1704"/>
                  </a:lnTo>
                  <a:lnTo>
                    <a:pt x="15552" y="1505"/>
                  </a:lnTo>
                  <a:lnTo>
                    <a:pt x="15356" y="1505"/>
                  </a:lnTo>
                  <a:lnTo>
                    <a:pt x="15356" y="1350"/>
                  </a:lnTo>
                  <a:lnTo>
                    <a:pt x="15462" y="1239"/>
                  </a:lnTo>
                  <a:lnTo>
                    <a:pt x="15567" y="1151"/>
                  </a:lnTo>
                  <a:lnTo>
                    <a:pt x="15695" y="1084"/>
                  </a:lnTo>
                  <a:lnTo>
                    <a:pt x="15710" y="1195"/>
                  </a:lnTo>
                  <a:lnTo>
                    <a:pt x="15726" y="1239"/>
                  </a:lnTo>
                  <a:lnTo>
                    <a:pt x="15726" y="1284"/>
                  </a:lnTo>
                  <a:lnTo>
                    <a:pt x="15740" y="1284"/>
                  </a:lnTo>
                  <a:lnTo>
                    <a:pt x="15740" y="1306"/>
                  </a:lnTo>
                  <a:lnTo>
                    <a:pt x="15763" y="1350"/>
                  </a:lnTo>
                  <a:lnTo>
                    <a:pt x="15778" y="1239"/>
                  </a:lnTo>
                  <a:lnTo>
                    <a:pt x="15793" y="1151"/>
                  </a:lnTo>
                  <a:lnTo>
                    <a:pt x="15801" y="1084"/>
                  </a:lnTo>
                  <a:lnTo>
                    <a:pt x="15831" y="996"/>
                  </a:lnTo>
                  <a:lnTo>
                    <a:pt x="15846" y="929"/>
                  </a:lnTo>
                  <a:close/>
                  <a:moveTo>
                    <a:pt x="16170" y="509"/>
                  </a:moveTo>
                  <a:lnTo>
                    <a:pt x="16200" y="531"/>
                  </a:lnTo>
                  <a:lnTo>
                    <a:pt x="16207" y="531"/>
                  </a:lnTo>
                  <a:lnTo>
                    <a:pt x="16238" y="620"/>
                  </a:lnTo>
                  <a:lnTo>
                    <a:pt x="16253" y="686"/>
                  </a:lnTo>
                  <a:lnTo>
                    <a:pt x="16275" y="819"/>
                  </a:lnTo>
                  <a:lnTo>
                    <a:pt x="16305" y="929"/>
                  </a:lnTo>
                  <a:lnTo>
                    <a:pt x="16313" y="1084"/>
                  </a:lnTo>
                  <a:lnTo>
                    <a:pt x="16253" y="1084"/>
                  </a:lnTo>
                  <a:lnTo>
                    <a:pt x="16253" y="996"/>
                  </a:lnTo>
                  <a:lnTo>
                    <a:pt x="16223" y="929"/>
                  </a:lnTo>
                  <a:lnTo>
                    <a:pt x="16200" y="841"/>
                  </a:lnTo>
                  <a:lnTo>
                    <a:pt x="16185" y="775"/>
                  </a:lnTo>
                  <a:lnTo>
                    <a:pt x="16170" y="664"/>
                  </a:lnTo>
                  <a:lnTo>
                    <a:pt x="16170" y="509"/>
                  </a:lnTo>
                  <a:close/>
                  <a:moveTo>
                    <a:pt x="7102" y="420"/>
                  </a:moveTo>
                  <a:lnTo>
                    <a:pt x="7283" y="420"/>
                  </a:lnTo>
                  <a:lnTo>
                    <a:pt x="7471" y="509"/>
                  </a:lnTo>
                  <a:lnTo>
                    <a:pt x="7637" y="575"/>
                  </a:lnTo>
                  <a:lnTo>
                    <a:pt x="7787" y="686"/>
                  </a:lnTo>
                  <a:lnTo>
                    <a:pt x="8006" y="575"/>
                  </a:lnTo>
                  <a:lnTo>
                    <a:pt x="8036" y="664"/>
                  </a:lnTo>
                  <a:lnTo>
                    <a:pt x="8058" y="686"/>
                  </a:lnTo>
                  <a:lnTo>
                    <a:pt x="8089" y="819"/>
                  </a:lnTo>
                  <a:lnTo>
                    <a:pt x="8104" y="885"/>
                  </a:lnTo>
                  <a:lnTo>
                    <a:pt x="8126" y="929"/>
                  </a:lnTo>
                  <a:lnTo>
                    <a:pt x="8254" y="1084"/>
                  </a:lnTo>
                  <a:lnTo>
                    <a:pt x="8405" y="1195"/>
                  </a:lnTo>
                  <a:lnTo>
                    <a:pt x="8533" y="1284"/>
                  </a:lnTo>
                  <a:lnTo>
                    <a:pt x="8533" y="1438"/>
                  </a:lnTo>
                  <a:lnTo>
                    <a:pt x="8322" y="1438"/>
                  </a:lnTo>
                  <a:lnTo>
                    <a:pt x="8232" y="1306"/>
                  </a:lnTo>
                  <a:lnTo>
                    <a:pt x="8126" y="1306"/>
                  </a:lnTo>
                  <a:lnTo>
                    <a:pt x="8006" y="1350"/>
                  </a:lnTo>
                  <a:lnTo>
                    <a:pt x="7893" y="1438"/>
                  </a:lnTo>
                  <a:lnTo>
                    <a:pt x="7893" y="1615"/>
                  </a:lnTo>
                  <a:lnTo>
                    <a:pt x="8036" y="1615"/>
                  </a:lnTo>
                  <a:lnTo>
                    <a:pt x="8141" y="1549"/>
                  </a:lnTo>
                  <a:lnTo>
                    <a:pt x="8269" y="1505"/>
                  </a:lnTo>
                  <a:lnTo>
                    <a:pt x="8706" y="1505"/>
                  </a:lnTo>
                  <a:lnTo>
                    <a:pt x="8812" y="1815"/>
                  </a:lnTo>
                  <a:lnTo>
                    <a:pt x="8940" y="2036"/>
                  </a:lnTo>
                  <a:lnTo>
                    <a:pt x="8902" y="2279"/>
                  </a:lnTo>
                  <a:lnTo>
                    <a:pt x="8827" y="2434"/>
                  </a:lnTo>
                  <a:lnTo>
                    <a:pt x="8759" y="2545"/>
                  </a:lnTo>
                  <a:lnTo>
                    <a:pt x="8668" y="2634"/>
                  </a:lnTo>
                  <a:lnTo>
                    <a:pt x="8533" y="2634"/>
                  </a:lnTo>
                  <a:lnTo>
                    <a:pt x="8412" y="2744"/>
                  </a:lnTo>
                  <a:lnTo>
                    <a:pt x="8285" y="2744"/>
                  </a:lnTo>
                  <a:lnTo>
                    <a:pt x="8141" y="2700"/>
                  </a:lnTo>
                  <a:lnTo>
                    <a:pt x="8006" y="2656"/>
                  </a:lnTo>
                  <a:lnTo>
                    <a:pt x="7878" y="2656"/>
                  </a:lnTo>
                  <a:lnTo>
                    <a:pt x="7772" y="2744"/>
                  </a:lnTo>
                  <a:lnTo>
                    <a:pt x="7689" y="2965"/>
                  </a:lnTo>
                  <a:lnTo>
                    <a:pt x="8006" y="2965"/>
                  </a:lnTo>
                  <a:lnTo>
                    <a:pt x="8104" y="2899"/>
                  </a:lnTo>
                  <a:lnTo>
                    <a:pt x="8217" y="2855"/>
                  </a:lnTo>
                  <a:lnTo>
                    <a:pt x="8352" y="2899"/>
                  </a:lnTo>
                  <a:lnTo>
                    <a:pt x="8443" y="2965"/>
                  </a:lnTo>
                  <a:lnTo>
                    <a:pt x="8465" y="3253"/>
                  </a:lnTo>
                  <a:lnTo>
                    <a:pt x="8510" y="3209"/>
                  </a:lnTo>
                  <a:lnTo>
                    <a:pt x="8571" y="3098"/>
                  </a:lnTo>
                  <a:lnTo>
                    <a:pt x="8653" y="3010"/>
                  </a:lnTo>
                  <a:lnTo>
                    <a:pt x="8729" y="2965"/>
                  </a:lnTo>
                  <a:lnTo>
                    <a:pt x="8744" y="3098"/>
                  </a:lnTo>
                  <a:lnTo>
                    <a:pt x="8759" y="3165"/>
                  </a:lnTo>
                  <a:lnTo>
                    <a:pt x="8774" y="3209"/>
                  </a:lnTo>
                  <a:lnTo>
                    <a:pt x="8797" y="3253"/>
                  </a:lnTo>
                  <a:lnTo>
                    <a:pt x="8827" y="3320"/>
                  </a:lnTo>
                  <a:lnTo>
                    <a:pt x="8706" y="3984"/>
                  </a:lnTo>
                  <a:lnTo>
                    <a:pt x="8759" y="3984"/>
                  </a:lnTo>
                  <a:lnTo>
                    <a:pt x="8849" y="3829"/>
                  </a:lnTo>
                  <a:lnTo>
                    <a:pt x="8970" y="3629"/>
                  </a:lnTo>
                  <a:lnTo>
                    <a:pt x="9113" y="3475"/>
                  </a:lnTo>
                  <a:lnTo>
                    <a:pt x="9271" y="3320"/>
                  </a:lnTo>
                  <a:lnTo>
                    <a:pt x="9444" y="3209"/>
                  </a:lnTo>
                  <a:lnTo>
                    <a:pt x="9595" y="3209"/>
                  </a:lnTo>
                  <a:lnTo>
                    <a:pt x="9746" y="3253"/>
                  </a:lnTo>
                  <a:lnTo>
                    <a:pt x="9851" y="3430"/>
                  </a:lnTo>
                  <a:lnTo>
                    <a:pt x="9911" y="3740"/>
                  </a:lnTo>
                  <a:lnTo>
                    <a:pt x="9956" y="3740"/>
                  </a:lnTo>
                  <a:lnTo>
                    <a:pt x="9956" y="3784"/>
                  </a:lnTo>
                  <a:lnTo>
                    <a:pt x="9941" y="3829"/>
                  </a:lnTo>
                  <a:lnTo>
                    <a:pt x="9911" y="3829"/>
                  </a:lnTo>
                  <a:lnTo>
                    <a:pt x="9889" y="3895"/>
                  </a:lnTo>
                  <a:lnTo>
                    <a:pt x="9851" y="3939"/>
                  </a:lnTo>
                  <a:lnTo>
                    <a:pt x="9806" y="3984"/>
                  </a:lnTo>
                  <a:lnTo>
                    <a:pt x="9753" y="4028"/>
                  </a:lnTo>
                  <a:lnTo>
                    <a:pt x="9715" y="4050"/>
                  </a:lnTo>
                  <a:lnTo>
                    <a:pt x="9625" y="4470"/>
                  </a:lnTo>
                  <a:lnTo>
                    <a:pt x="9452" y="4780"/>
                  </a:lnTo>
                  <a:lnTo>
                    <a:pt x="9256" y="4979"/>
                  </a:lnTo>
                  <a:lnTo>
                    <a:pt x="9023" y="5090"/>
                  </a:lnTo>
                  <a:lnTo>
                    <a:pt x="9023" y="5334"/>
                  </a:lnTo>
                  <a:lnTo>
                    <a:pt x="9007" y="5378"/>
                  </a:lnTo>
                  <a:lnTo>
                    <a:pt x="9023" y="5400"/>
                  </a:lnTo>
                  <a:lnTo>
                    <a:pt x="9023" y="5444"/>
                  </a:lnTo>
                  <a:lnTo>
                    <a:pt x="9045" y="5533"/>
                  </a:lnTo>
                  <a:lnTo>
                    <a:pt x="9083" y="5599"/>
                  </a:lnTo>
                  <a:lnTo>
                    <a:pt x="9113" y="5643"/>
                  </a:lnTo>
                  <a:lnTo>
                    <a:pt x="9136" y="5710"/>
                  </a:lnTo>
                  <a:lnTo>
                    <a:pt x="9166" y="5754"/>
                  </a:lnTo>
                  <a:lnTo>
                    <a:pt x="9188" y="5865"/>
                  </a:lnTo>
                  <a:lnTo>
                    <a:pt x="9166" y="6020"/>
                  </a:lnTo>
                  <a:lnTo>
                    <a:pt x="9136" y="6374"/>
                  </a:lnTo>
                  <a:lnTo>
                    <a:pt x="9113" y="6794"/>
                  </a:lnTo>
                  <a:lnTo>
                    <a:pt x="9083" y="7215"/>
                  </a:lnTo>
                  <a:lnTo>
                    <a:pt x="9083" y="7569"/>
                  </a:lnTo>
                  <a:lnTo>
                    <a:pt x="9113" y="7525"/>
                  </a:lnTo>
                  <a:lnTo>
                    <a:pt x="9188" y="7525"/>
                  </a:lnTo>
                  <a:lnTo>
                    <a:pt x="9233" y="7569"/>
                  </a:lnTo>
                  <a:lnTo>
                    <a:pt x="9218" y="7679"/>
                  </a:lnTo>
                  <a:lnTo>
                    <a:pt x="9218" y="7923"/>
                  </a:lnTo>
                  <a:lnTo>
                    <a:pt x="9233" y="8078"/>
                  </a:lnTo>
                  <a:lnTo>
                    <a:pt x="9188" y="8078"/>
                  </a:lnTo>
                  <a:lnTo>
                    <a:pt x="9188" y="8144"/>
                  </a:lnTo>
                  <a:lnTo>
                    <a:pt x="9166" y="8122"/>
                  </a:lnTo>
                  <a:lnTo>
                    <a:pt x="9136" y="8034"/>
                  </a:lnTo>
                  <a:lnTo>
                    <a:pt x="9128" y="7989"/>
                  </a:lnTo>
                  <a:lnTo>
                    <a:pt x="9098" y="7967"/>
                  </a:lnTo>
                  <a:lnTo>
                    <a:pt x="9075" y="7923"/>
                  </a:lnTo>
                  <a:lnTo>
                    <a:pt x="9023" y="7923"/>
                  </a:lnTo>
                  <a:lnTo>
                    <a:pt x="8992" y="7967"/>
                  </a:lnTo>
                  <a:lnTo>
                    <a:pt x="8970" y="7989"/>
                  </a:lnTo>
                  <a:lnTo>
                    <a:pt x="8940" y="8034"/>
                  </a:lnTo>
                  <a:lnTo>
                    <a:pt x="8925" y="8078"/>
                  </a:lnTo>
                  <a:lnTo>
                    <a:pt x="8902" y="8122"/>
                  </a:lnTo>
                  <a:lnTo>
                    <a:pt x="8887" y="8188"/>
                  </a:lnTo>
                  <a:lnTo>
                    <a:pt x="8872" y="8343"/>
                  </a:lnTo>
                  <a:lnTo>
                    <a:pt x="9045" y="8498"/>
                  </a:lnTo>
                  <a:lnTo>
                    <a:pt x="9083" y="9184"/>
                  </a:lnTo>
                  <a:lnTo>
                    <a:pt x="9023" y="9184"/>
                  </a:lnTo>
                  <a:lnTo>
                    <a:pt x="8992" y="9229"/>
                  </a:lnTo>
                  <a:lnTo>
                    <a:pt x="8970" y="9273"/>
                  </a:lnTo>
                  <a:lnTo>
                    <a:pt x="8970" y="9428"/>
                  </a:lnTo>
                  <a:lnTo>
                    <a:pt x="9030" y="9538"/>
                  </a:lnTo>
                  <a:lnTo>
                    <a:pt x="9075" y="9693"/>
                  </a:lnTo>
                  <a:lnTo>
                    <a:pt x="9098" y="9893"/>
                  </a:lnTo>
                  <a:lnTo>
                    <a:pt x="9113" y="10202"/>
                  </a:lnTo>
                  <a:lnTo>
                    <a:pt x="9030" y="10202"/>
                  </a:lnTo>
                  <a:lnTo>
                    <a:pt x="8992" y="10158"/>
                  </a:lnTo>
                  <a:lnTo>
                    <a:pt x="8970" y="10202"/>
                  </a:lnTo>
                  <a:lnTo>
                    <a:pt x="8925" y="10202"/>
                  </a:lnTo>
                  <a:lnTo>
                    <a:pt x="8902" y="10269"/>
                  </a:lnTo>
                  <a:lnTo>
                    <a:pt x="8872" y="10357"/>
                  </a:lnTo>
                  <a:lnTo>
                    <a:pt x="8917" y="10424"/>
                  </a:lnTo>
                  <a:lnTo>
                    <a:pt x="8940" y="10468"/>
                  </a:lnTo>
                  <a:lnTo>
                    <a:pt x="8955" y="10512"/>
                  </a:lnTo>
                  <a:lnTo>
                    <a:pt x="8970" y="10534"/>
                  </a:lnTo>
                  <a:lnTo>
                    <a:pt x="8977" y="10667"/>
                  </a:lnTo>
                  <a:lnTo>
                    <a:pt x="8992" y="10778"/>
                  </a:lnTo>
                  <a:lnTo>
                    <a:pt x="8977" y="10822"/>
                  </a:lnTo>
                  <a:lnTo>
                    <a:pt x="8977" y="10844"/>
                  </a:lnTo>
                  <a:lnTo>
                    <a:pt x="8970" y="10888"/>
                  </a:lnTo>
                  <a:lnTo>
                    <a:pt x="8970" y="10977"/>
                  </a:lnTo>
                  <a:lnTo>
                    <a:pt x="8864" y="10977"/>
                  </a:lnTo>
                  <a:lnTo>
                    <a:pt x="8759" y="11043"/>
                  </a:lnTo>
                  <a:lnTo>
                    <a:pt x="8676" y="11132"/>
                  </a:lnTo>
                  <a:lnTo>
                    <a:pt x="8706" y="11132"/>
                  </a:lnTo>
                  <a:lnTo>
                    <a:pt x="8744" y="11198"/>
                  </a:lnTo>
                  <a:lnTo>
                    <a:pt x="8774" y="11243"/>
                  </a:lnTo>
                  <a:lnTo>
                    <a:pt x="8797" y="11243"/>
                  </a:lnTo>
                  <a:lnTo>
                    <a:pt x="8827" y="11287"/>
                  </a:lnTo>
                  <a:lnTo>
                    <a:pt x="8849" y="11353"/>
                  </a:lnTo>
                  <a:lnTo>
                    <a:pt x="8872" y="11464"/>
                  </a:lnTo>
                  <a:lnTo>
                    <a:pt x="8827" y="11663"/>
                  </a:lnTo>
                  <a:lnTo>
                    <a:pt x="8797" y="11906"/>
                  </a:lnTo>
                  <a:lnTo>
                    <a:pt x="8759" y="12172"/>
                  </a:lnTo>
                  <a:lnTo>
                    <a:pt x="8744" y="12061"/>
                  </a:lnTo>
                  <a:lnTo>
                    <a:pt x="8721" y="11973"/>
                  </a:lnTo>
                  <a:lnTo>
                    <a:pt x="8706" y="11929"/>
                  </a:lnTo>
                  <a:lnTo>
                    <a:pt x="8676" y="11929"/>
                  </a:lnTo>
                  <a:lnTo>
                    <a:pt x="8638" y="11906"/>
                  </a:lnTo>
                  <a:lnTo>
                    <a:pt x="8586" y="11906"/>
                  </a:lnTo>
                  <a:lnTo>
                    <a:pt x="8586" y="11973"/>
                  </a:lnTo>
                  <a:lnTo>
                    <a:pt x="8616" y="11973"/>
                  </a:lnTo>
                  <a:lnTo>
                    <a:pt x="8706" y="12238"/>
                  </a:lnTo>
                  <a:lnTo>
                    <a:pt x="8781" y="12548"/>
                  </a:lnTo>
                  <a:lnTo>
                    <a:pt x="8827" y="12947"/>
                  </a:lnTo>
                  <a:lnTo>
                    <a:pt x="8849" y="13411"/>
                  </a:lnTo>
                  <a:lnTo>
                    <a:pt x="8827" y="13411"/>
                  </a:lnTo>
                  <a:lnTo>
                    <a:pt x="8827" y="13522"/>
                  </a:lnTo>
                  <a:lnTo>
                    <a:pt x="8616" y="13588"/>
                  </a:lnTo>
                  <a:lnTo>
                    <a:pt x="8616" y="13168"/>
                  </a:lnTo>
                  <a:lnTo>
                    <a:pt x="8586" y="13101"/>
                  </a:lnTo>
                  <a:lnTo>
                    <a:pt x="8563" y="13057"/>
                  </a:lnTo>
                  <a:lnTo>
                    <a:pt x="8548" y="13013"/>
                  </a:lnTo>
                  <a:lnTo>
                    <a:pt x="8510" y="12947"/>
                  </a:lnTo>
                  <a:lnTo>
                    <a:pt x="8465" y="12902"/>
                  </a:lnTo>
                  <a:lnTo>
                    <a:pt x="8405" y="13013"/>
                  </a:lnTo>
                  <a:lnTo>
                    <a:pt x="8322" y="13101"/>
                  </a:lnTo>
                  <a:lnTo>
                    <a:pt x="8232" y="13124"/>
                  </a:lnTo>
                  <a:lnTo>
                    <a:pt x="8149" y="13212"/>
                  </a:lnTo>
                  <a:lnTo>
                    <a:pt x="8104" y="13323"/>
                  </a:lnTo>
                  <a:lnTo>
                    <a:pt x="8217" y="13323"/>
                  </a:lnTo>
                  <a:lnTo>
                    <a:pt x="8322" y="13279"/>
                  </a:lnTo>
                  <a:lnTo>
                    <a:pt x="8443" y="13256"/>
                  </a:lnTo>
                  <a:lnTo>
                    <a:pt x="8443" y="13411"/>
                  </a:lnTo>
                  <a:lnTo>
                    <a:pt x="8179" y="13677"/>
                  </a:lnTo>
                  <a:lnTo>
                    <a:pt x="8179" y="13743"/>
                  </a:lnTo>
                  <a:lnTo>
                    <a:pt x="8247" y="13743"/>
                  </a:lnTo>
                  <a:lnTo>
                    <a:pt x="8285" y="13721"/>
                  </a:lnTo>
                  <a:lnTo>
                    <a:pt x="8337" y="13677"/>
                  </a:lnTo>
                  <a:lnTo>
                    <a:pt x="8443" y="13588"/>
                  </a:lnTo>
                  <a:lnTo>
                    <a:pt x="8458" y="13788"/>
                  </a:lnTo>
                  <a:lnTo>
                    <a:pt x="8510" y="13876"/>
                  </a:lnTo>
                  <a:lnTo>
                    <a:pt x="8563" y="13898"/>
                  </a:lnTo>
                  <a:lnTo>
                    <a:pt x="8653" y="13876"/>
                  </a:lnTo>
                  <a:lnTo>
                    <a:pt x="8759" y="13876"/>
                  </a:lnTo>
                  <a:lnTo>
                    <a:pt x="8759" y="13943"/>
                  </a:lnTo>
                  <a:lnTo>
                    <a:pt x="8729" y="13943"/>
                  </a:lnTo>
                  <a:lnTo>
                    <a:pt x="8586" y="14341"/>
                  </a:lnTo>
                  <a:lnTo>
                    <a:pt x="8428" y="14717"/>
                  </a:lnTo>
                  <a:lnTo>
                    <a:pt x="8269" y="15027"/>
                  </a:lnTo>
                  <a:lnTo>
                    <a:pt x="8089" y="15293"/>
                  </a:lnTo>
                  <a:lnTo>
                    <a:pt x="7893" y="15403"/>
                  </a:lnTo>
                  <a:lnTo>
                    <a:pt x="7667" y="15381"/>
                  </a:lnTo>
                  <a:lnTo>
                    <a:pt x="7667" y="15602"/>
                  </a:lnTo>
                  <a:lnTo>
                    <a:pt x="7652" y="15691"/>
                  </a:lnTo>
                  <a:lnTo>
                    <a:pt x="7637" y="15713"/>
                  </a:lnTo>
                  <a:lnTo>
                    <a:pt x="7629" y="15713"/>
                  </a:lnTo>
                  <a:lnTo>
                    <a:pt x="7614" y="15757"/>
                  </a:lnTo>
                  <a:lnTo>
                    <a:pt x="7584" y="15801"/>
                  </a:lnTo>
                  <a:lnTo>
                    <a:pt x="7561" y="15846"/>
                  </a:lnTo>
                  <a:lnTo>
                    <a:pt x="7546" y="15868"/>
                  </a:lnTo>
                  <a:lnTo>
                    <a:pt x="7524" y="15956"/>
                  </a:lnTo>
                  <a:lnTo>
                    <a:pt x="7494" y="16178"/>
                  </a:lnTo>
                  <a:lnTo>
                    <a:pt x="7479" y="16465"/>
                  </a:lnTo>
                  <a:lnTo>
                    <a:pt x="7456" y="16643"/>
                  </a:lnTo>
                  <a:lnTo>
                    <a:pt x="7388" y="16842"/>
                  </a:lnTo>
                  <a:lnTo>
                    <a:pt x="7275" y="17063"/>
                  </a:lnTo>
                  <a:lnTo>
                    <a:pt x="7125" y="17262"/>
                  </a:lnTo>
                  <a:lnTo>
                    <a:pt x="6997" y="17417"/>
                  </a:lnTo>
                  <a:lnTo>
                    <a:pt x="6876" y="17506"/>
                  </a:lnTo>
                  <a:lnTo>
                    <a:pt x="6876" y="17351"/>
                  </a:lnTo>
                  <a:lnTo>
                    <a:pt x="6861" y="17351"/>
                  </a:lnTo>
                  <a:lnTo>
                    <a:pt x="6861" y="17306"/>
                  </a:lnTo>
                  <a:lnTo>
                    <a:pt x="6853" y="17262"/>
                  </a:lnTo>
                  <a:lnTo>
                    <a:pt x="6838" y="17572"/>
                  </a:lnTo>
                  <a:lnTo>
                    <a:pt x="6801" y="17838"/>
                  </a:lnTo>
                  <a:lnTo>
                    <a:pt x="6771" y="18081"/>
                  </a:lnTo>
                  <a:lnTo>
                    <a:pt x="6733" y="18302"/>
                  </a:lnTo>
                  <a:lnTo>
                    <a:pt x="6703" y="18612"/>
                  </a:lnTo>
                  <a:lnTo>
                    <a:pt x="6733" y="18656"/>
                  </a:lnTo>
                  <a:lnTo>
                    <a:pt x="6733" y="18701"/>
                  </a:lnTo>
                  <a:lnTo>
                    <a:pt x="6748" y="18701"/>
                  </a:lnTo>
                  <a:lnTo>
                    <a:pt x="6748" y="18745"/>
                  </a:lnTo>
                  <a:lnTo>
                    <a:pt x="6733" y="18767"/>
                  </a:lnTo>
                  <a:lnTo>
                    <a:pt x="6703" y="18856"/>
                  </a:lnTo>
                  <a:lnTo>
                    <a:pt x="6680" y="18900"/>
                  </a:lnTo>
                  <a:lnTo>
                    <a:pt x="6658" y="18966"/>
                  </a:lnTo>
                  <a:lnTo>
                    <a:pt x="6628" y="19011"/>
                  </a:lnTo>
                  <a:lnTo>
                    <a:pt x="6612" y="19077"/>
                  </a:lnTo>
                  <a:lnTo>
                    <a:pt x="6590" y="19188"/>
                  </a:lnTo>
                  <a:lnTo>
                    <a:pt x="6537" y="19630"/>
                  </a:lnTo>
                  <a:lnTo>
                    <a:pt x="6499" y="20095"/>
                  </a:lnTo>
                  <a:lnTo>
                    <a:pt x="6485" y="20626"/>
                  </a:lnTo>
                  <a:lnTo>
                    <a:pt x="6454" y="21135"/>
                  </a:lnTo>
                  <a:lnTo>
                    <a:pt x="6417" y="21600"/>
                  </a:lnTo>
                  <a:lnTo>
                    <a:pt x="6394" y="21556"/>
                  </a:lnTo>
                  <a:lnTo>
                    <a:pt x="6379" y="21556"/>
                  </a:lnTo>
                  <a:lnTo>
                    <a:pt x="6379" y="21511"/>
                  </a:lnTo>
                  <a:lnTo>
                    <a:pt x="6364" y="21511"/>
                  </a:lnTo>
                  <a:lnTo>
                    <a:pt x="6326" y="21445"/>
                  </a:lnTo>
                  <a:lnTo>
                    <a:pt x="6258" y="21290"/>
                  </a:lnTo>
                  <a:lnTo>
                    <a:pt x="6153" y="21091"/>
                  </a:lnTo>
                  <a:lnTo>
                    <a:pt x="6033" y="20892"/>
                  </a:lnTo>
                  <a:lnTo>
                    <a:pt x="5920" y="20670"/>
                  </a:lnTo>
                  <a:lnTo>
                    <a:pt x="5829" y="20471"/>
                  </a:lnTo>
                  <a:lnTo>
                    <a:pt x="5746" y="20361"/>
                  </a:lnTo>
                  <a:lnTo>
                    <a:pt x="5724" y="20316"/>
                  </a:lnTo>
                  <a:lnTo>
                    <a:pt x="5694" y="19475"/>
                  </a:lnTo>
                  <a:lnTo>
                    <a:pt x="5679" y="19387"/>
                  </a:lnTo>
                  <a:lnTo>
                    <a:pt x="5641" y="19320"/>
                  </a:lnTo>
                  <a:lnTo>
                    <a:pt x="5618" y="19276"/>
                  </a:lnTo>
                  <a:lnTo>
                    <a:pt x="5573" y="19188"/>
                  </a:lnTo>
                  <a:lnTo>
                    <a:pt x="5550" y="19121"/>
                  </a:lnTo>
                  <a:lnTo>
                    <a:pt x="5573" y="19077"/>
                  </a:lnTo>
                  <a:lnTo>
                    <a:pt x="5573" y="19033"/>
                  </a:lnTo>
                  <a:lnTo>
                    <a:pt x="5588" y="19011"/>
                  </a:lnTo>
                  <a:lnTo>
                    <a:pt x="5603" y="18922"/>
                  </a:lnTo>
                  <a:lnTo>
                    <a:pt x="5618" y="18856"/>
                  </a:lnTo>
                  <a:lnTo>
                    <a:pt x="5483" y="18856"/>
                  </a:lnTo>
                  <a:lnTo>
                    <a:pt x="5468" y="18811"/>
                  </a:lnTo>
                  <a:lnTo>
                    <a:pt x="5460" y="18745"/>
                  </a:lnTo>
                  <a:lnTo>
                    <a:pt x="5430" y="18612"/>
                  </a:lnTo>
                  <a:lnTo>
                    <a:pt x="5415" y="18546"/>
                  </a:lnTo>
                  <a:lnTo>
                    <a:pt x="5415" y="18347"/>
                  </a:lnTo>
                  <a:lnTo>
                    <a:pt x="5430" y="18280"/>
                  </a:lnTo>
                  <a:lnTo>
                    <a:pt x="5430" y="18192"/>
                  </a:lnTo>
                  <a:lnTo>
                    <a:pt x="5355" y="18192"/>
                  </a:lnTo>
                  <a:lnTo>
                    <a:pt x="5355" y="18081"/>
                  </a:lnTo>
                  <a:lnTo>
                    <a:pt x="5362" y="17970"/>
                  </a:lnTo>
                  <a:lnTo>
                    <a:pt x="5377" y="17926"/>
                  </a:lnTo>
                  <a:lnTo>
                    <a:pt x="5377" y="17838"/>
                  </a:lnTo>
                  <a:lnTo>
                    <a:pt x="5392" y="17771"/>
                  </a:lnTo>
                  <a:lnTo>
                    <a:pt x="5407" y="17661"/>
                  </a:lnTo>
                  <a:lnTo>
                    <a:pt x="5325" y="17661"/>
                  </a:lnTo>
                  <a:lnTo>
                    <a:pt x="5302" y="17616"/>
                  </a:lnTo>
                  <a:lnTo>
                    <a:pt x="5257" y="17572"/>
                  </a:lnTo>
                  <a:lnTo>
                    <a:pt x="5249" y="16997"/>
                  </a:lnTo>
                  <a:lnTo>
                    <a:pt x="5234" y="16465"/>
                  </a:lnTo>
                  <a:lnTo>
                    <a:pt x="5234" y="15956"/>
                  </a:lnTo>
                  <a:lnTo>
                    <a:pt x="5287" y="15447"/>
                  </a:lnTo>
                  <a:lnTo>
                    <a:pt x="5340" y="15226"/>
                  </a:lnTo>
                  <a:lnTo>
                    <a:pt x="5407" y="15071"/>
                  </a:lnTo>
                  <a:lnTo>
                    <a:pt x="5460" y="14938"/>
                  </a:lnTo>
                  <a:lnTo>
                    <a:pt x="5498" y="14761"/>
                  </a:lnTo>
                  <a:lnTo>
                    <a:pt x="5536" y="14518"/>
                  </a:lnTo>
                  <a:lnTo>
                    <a:pt x="5550" y="14097"/>
                  </a:lnTo>
                  <a:lnTo>
                    <a:pt x="5520" y="14097"/>
                  </a:lnTo>
                  <a:lnTo>
                    <a:pt x="5498" y="14186"/>
                  </a:lnTo>
                  <a:lnTo>
                    <a:pt x="5468" y="14208"/>
                  </a:lnTo>
                  <a:lnTo>
                    <a:pt x="5430" y="14208"/>
                  </a:lnTo>
                  <a:lnTo>
                    <a:pt x="5407" y="14186"/>
                  </a:lnTo>
                  <a:lnTo>
                    <a:pt x="5302" y="14097"/>
                  </a:lnTo>
                  <a:lnTo>
                    <a:pt x="5219" y="13943"/>
                  </a:lnTo>
                  <a:lnTo>
                    <a:pt x="5166" y="13721"/>
                  </a:lnTo>
                  <a:lnTo>
                    <a:pt x="5144" y="13323"/>
                  </a:lnTo>
                  <a:lnTo>
                    <a:pt x="5181" y="13323"/>
                  </a:lnTo>
                  <a:lnTo>
                    <a:pt x="5181" y="13256"/>
                  </a:lnTo>
                  <a:lnTo>
                    <a:pt x="5249" y="13367"/>
                  </a:lnTo>
                  <a:lnTo>
                    <a:pt x="5325" y="13522"/>
                  </a:lnTo>
                  <a:lnTo>
                    <a:pt x="5392" y="13588"/>
                  </a:lnTo>
                  <a:lnTo>
                    <a:pt x="5468" y="13588"/>
                  </a:lnTo>
                  <a:lnTo>
                    <a:pt x="5468" y="13566"/>
                  </a:lnTo>
                  <a:lnTo>
                    <a:pt x="5483" y="13522"/>
                  </a:lnTo>
                  <a:lnTo>
                    <a:pt x="5483" y="13478"/>
                  </a:lnTo>
                  <a:lnTo>
                    <a:pt x="5498" y="13411"/>
                  </a:lnTo>
                  <a:lnTo>
                    <a:pt x="5355" y="13101"/>
                  </a:lnTo>
                  <a:lnTo>
                    <a:pt x="5234" y="12659"/>
                  </a:lnTo>
                  <a:lnTo>
                    <a:pt x="5197" y="12703"/>
                  </a:lnTo>
                  <a:lnTo>
                    <a:pt x="5166" y="12747"/>
                  </a:lnTo>
                  <a:lnTo>
                    <a:pt x="5129" y="12792"/>
                  </a:lnTo>
                  <a:lnTo>
                    <a:pt x="5091" y="12814"/>
                  </a:lnTo>
                  <a:lnTo>
                    <a:pt x="5061" y="12747"/>
                  </a:lnTo>
                  <a:lnTo>
                    <a:pt x="5053" y="12703"/>
                  </a:lnTo>
                  <a:lnTo>
                    <a:pt x="5038" y="12637"/>
                  </a:lnTo>
                  <a:lnTo>
                    <a:pt x="5023" y="12593"/>
                  </a:lnTo>
                  <a:lnTo>
                    <a:pt x="5001" y="12482"/>
                  </a:lnTo>
                  <a:lnTo>
                    <a:pt x="5076" y="12238"/>
                  </a:lnTo>
                  <a:lnTo>
                    <a:pt x="5091" y="11906"/>
                  </a:lnTo>
                  <a:lnTo>
                    <a:pt x="5076" y="11464"/>
                  </a:lnTo>
                  <a:lnTo>
                    <a:pt x="5038" y="10999"/>
                  </a:lnTo>
                  <a:lnTo>
                    <a:pt x="4971" y="10512"/>
                  </a:lnTo>
                  <a:lnTo>
                    <a:pt x="4895" y="10047"/>
                  </a:lnTo>
                  <a:lnTo>
                    <a:pt x="4797" y="9627"/>
                  </a:lnTo>
                  <a:lnTo>
                    <a:pt x="4722" y="9229"/>
                  </a:lnTo>
                  <a:lnTo>
                    <a:pt x="4654" y="8919"/>
                  </a:lnTo>
                  <a:lnTo>
                    <a:pt x="4496" y="8609"/>
                  </a:lnTo>
                  <a:lnTo>
                    <a:pt x="4315" y="8498"/>
                  </a:lnTo>
                  <a:lnTo>
                    <a:pt x="3916" y="8498"/>
                  </a:lnTo>
                  <a:lnTo>
                    <a:pt x="3713" y="8543"/>
                  </a:lnTo>
                  <a:lnTo>
                    <a:pt x="3502" y="8498"/>
                  </a:lnTo>
                  <a:lnTo>
                    <a:pt x="3502" y="8299"/>
                  </a:lnTo>
                  <a:lnTo>
                    <a:pt x="3509" y="8277"/>
                  </a:lnTo>
                  <a:lnTo>
                    <a:pt x="3509" y="8188"/>
                  </a:lnTo>
                  <a:lnTo>
                    <a:pt x="3502" y="8144"/>
                  </a:lnTo>
                  <a:lnTo>
                    <a:pt x="3419" y="8034"/>
                  </a:lnTo>
                  <a:lnTo>
                    <a:pt x="3344" y="7967"/>
                  </a:lnTo>
                  <a:lnTo>
                    <a:pt x="3261" y="7812"/>
                  </a:lnTo>
                  <a:lnTo>
                    <a:pt x="3329" y="7812"/>
                  </a:lnTo>
                  <a:lnTo>
                    <a:pt x="3404" y="7724"/>
                  </a:lnTo>
                  <a:lnTo>
                    <a:pt x="3509" y="7657"/>
                  </a:lnTo>
                  <a:lnTo>
                    <a:pt x="3630" y="7613"/>
                  </a:lnTo>
                  <a:lnTo>
                    <a:pt x="3720" y="7525"/>
                  </a:lnTo>
                  <a:lnTo>
                    <a:pt x="3788" y="7370"/>
                  </a:lnTo>
                  <a:lnTo>
                    <a:pt x="3472" y="7370"/>
                  </a:lnTo>
                  <a:lnTo>
                    <a:pt x="3397" y="7303"/>
                  </a:lnTo>
                  <a:lnTo>
                    <a:pt x="3329" y="7303"/>
                  </a:lnTo>
                  <a:lnTo>
                    <a:pt x="3246" y="7259"/>
                  </a:lnTo>
                  <a:lnTo>
                    <a:pt x="3186" y="7215"/>
                  </a:lnTo>
                  <a:lnTo>
                    <a:pt x="3118" y="7148"/>
                  </a:lnTo>
                  <a:lnTo>
                    <a:pt x="3080" y="6949"/>
                  </a:lnTo>
                  <a:lnTo>
                    <a:pt x="3065" y="6639"/>
                  </a:lnTo>
                  <a:lnTo>
                    <a:pt x="3223" y="6573"/>
                  </a:lnTo>
                  <a:lnTo>
                    <a:pt x="3366" y="6418"/>
                  </a:lnTo>
                  <a:lnTo>
                    <a:pt x="3487" y="6263"/>
                  </a:lnTo>
                  <a:lnTo>
                    <a:pt x="3615" y="6108"/>
                  </a:lnTo>
                  <a:lnTo>
                    <a:pt x="3879" y="6108"/>
                  </a:lnTo>
                  <a:lnTo>
                    <a:pt x="3984" y="5090"/>
                  </a:lnTo>
                  <a:lnTo>
                    <a:pt x="3736" y="5090"/>
                  </a:lnTo>
                  <a:lnTo>
                    <a:pt x="3668" y="4825"/>
                  </a:lnTo>
                  <a:lnTo>
                    <a:pt x="3750" y="4670"/>
                  </a:lnTo>
                  <a:lnTo>
                    <a:pt x="3811" y="4515"/>
                  </a:lnTo>
                  <a:lnTo>
                    <a:pt x="3894" y="4404"/>
                  </a:lnTo>
                  <a:lnTo>
                    <a:pt x="3984" y="4315"/>
                  </a:lnTo>
                  <a:lnTo>
                    <a:pt x="3984" y="4050"/>
                  </a:lnTo>
                  <a:lnTo>
                    <a:pt x="4089" y="3895"/>
                  </a:lnTo>
                  <a:lnTo>
                    <a:pt x="4142" y="3718"/>
                  </a:lnTo>
                  <a:lnTo>
                    <a:pt x="4195" y="3475"/>
                  </a:lnTo>
                  <a:lnTo>
                    <a:pt x="4278" y="3320"/>
                  </a:lnTo>
                  <a:lnTo>
                    <a:pt x="4368" y="3209"/>
                  </a:lnTo>
                  <a:lnTo>
                    <a:pt x="4443" y="3209"/>
                  </a:lnTo>
                  <a:lnTo>
                    <a:pt x="4511" y="3275"/>
                  </a:lnTo>
                  <a:lnTo>
                    <a:pt x="4602" y="3253"/>
                  </a:lnTo>
                  <a:lnTo>
                    <a:pt x="4534" y="3165"/>
                  </a:lnTo>
                  <a:lnTo>
                    <a:pt x="4496" y="3120"/>
                  </a:lnTo>
                  <a:lnTo>
                    <a:pt x="4458" y="3098"/>
                  </a:lnTo>
                  <a:lnTo>
                    <a:pt x="4421" y="2965"/>
                  </a:lnTo>
                  <a:lnTo>
                    <a:pt x="4549" y="2899"/>
                  </a:lnTo>
                  <a:lnTo>
                    <a:pt x="4669" y="2788"/>
                  </a:lnTo>
                  <a:lnTo>
                    <a:pt x="4775" y="2700"/>
                  </a:lnTo>
                  <a:lnTo>
                    <a:pt x="4895" y="2634"/>
                  </a:lnTo>
                  <a:lnTo>
                    <a:pt x="4903" y="2788"/>
                  </a:lnTo>
                  <a:lnTo>
                    <a:pt x="4918" y="2855"/>
                  </a:lnTo>
                  <a:lnTo>
                    <a:pt x="4933" y="2965"/>
                  </a:lnTo>
                  <a:lnTo>
                    <a:pt x="4948" y="3054"/>
                  </a:lnTo>
                  <a:lnTo>
                    <a:pt x="4986" y="3098"/>
                  </a:lnTo>
                  <a:lnTo>
                    <a:pt x="5038" y="3120"/>
                  </a:lnTo>
                  <a:lnTo>
                    <a:pt x="5038" y="3010"/>
                  </a:lnTo>
                  <a:lnTo>
                    <a:pt x="5061" y="2899"/>
                  </a:lnTo>
                  <a:lnTo>
                    <a:pt x="5076" y="2744"/>
                  </a:lnTo>
                  <a:lnTo>
                    <a:pt x="5091" y="2634"/>
                  </a:lnTo>
                  <a:lnTo>
                    <a:pt x="5114" y="2744"/>
                  </a:lnTo>
                  <a:lnTo>
                    <a:pt x="5159" y="2855"/>
                  </a:lnTo>
                  <a:lnTo>
                    <a:pt x="5181" y="2943"/>
                  </a:lnTo>
                  <a:lnTo>
                    <a:pt x="5234" y="3010"/>
                  </a:lnTo>
                  <a:lnTo>
                    <a:pt x="5287" y="3054"/>
                  </a:lnTo>
                  <a:lnTo>
                    <a:pt x="5257" y="2545"/>
                  </a:lnTo>
                  <a:lnTo>
                    <a:pt x="5355" y="2479"/>
                  </a:lnTo>
                  <a:lnTo>
                    <a:pt x="5430" y="2390"/>
                  </a:lnTo>
                  <a:lnTo>
                    <a:pt x="5550" y="2479"/>
                  </a:lnTo>
                  <a:lnTo>
                    <a:pt x="5679" y="2634"/>
                  </a:lnTo>
                  <a:lnTo>
                    <a:pt x="5814" y="2855"/>
                  </a:lnTo>
                  <a:lnTo>
                    <a:pt x="5957" y="3054"/>
                  </a:lnTo>
                  <a:lnTo>
                    <a:pt x="6078" y="3209"/>
                  </a:lnTo>
                  <a:lnTo>
                    <a:pt x="6191" y="3320"/>
                  </a:lnTo>
                  <a:lnTo>
                    <a:pt x="6191" y="3253"/>
                  </a:lnTo>
                  <a:lnTo>
                    <a:pt x="6115" y="3054"/>
                  </a:lnTo>
                  <a:lnTo>
                    <a:pt x="6063" y="2899"/>
                  </a:lnTo>
                  <a:lnTo>
                    <a:pt x="6033" y="2700"/>
                  </a:lnTo>
                  <a:lnTo>
                    <a:pt x="6078" y="2479"/>
                  </a:lnTo>
                  <a:lnTo>
                    <a:pt x="6048" y="2390"/>
                  </a:lnTo>
                  <a:lnTo>
                    <a:pt x="6010" y="2279"/>
                  </a:lnTo>
                  <a:lnTo>
                    <a:pt x="5972" y="2191"/>
                  </a:lnTo>
                  <a:lnTo>
                    <a:pt x="5935" y="2125"/>
                  </a:lnTo>
                  <a:lnTo>
                    <a:pt x="5905" y="2036"/>
                  </a:lnTo>
                  <a:lnTo>
                    <a:pt x="5935" y="1859"/>
                  </a:lnTo>
                  <a:lnTo>
                    <a:pt x="6010" y="1925"/>
                  </a:lnTo>
                  <a:lnTo>
                    <a:pt x="6115" y="1970"/>
                  </a:lnTo>
                  <a:lnTo>
                    <a:pt x="6206" y="1925"/>
                  </a:lnTo>
                  <a:lnTo>
                    <a:pt x="6274" y="1770"/>
                  </a:lnTo>
                  <a:lnTo>
                    <a:pt x="5957" y="1770"/>
                  </a:lnTo>
                  <a:lnTo>
                    <a:pt x="5957" y="1704"/>
                  </a:lnTo>
                  <a:lnTo>
                    <a:pt x="5935" y="1704"/>
                  </a:lnTo>
                  <a:lnTo>
                    <a:pt x="5935" y="1615"/>
                  </a:lnTo>
                  <a:lnTo>
                    <a:pt x="5972" y="1549"/>
                  </a:lnTo>
                  <a:lnTo>
                    <a:pt x="6010" y="1461"/>
                  </a:lnTo>
                  <a:lnTo>
                    <a:pt x="6048" y="1394"/>
                  </a:lnTo>
                  <a:lnTo>
                    <a:pt x="6085" y="1306"/>
                  </a:lnTo>
                  <a:lnTo>
                    <a:pt x="6130" y="1284"/>
                  </a:lnTo>
                  <a:lnTo>
                    <a:pt x="6296" y="1350"/>
                  </a:lnTo>
                  <a:lnTo>
                    <a:pt x="6341" y="996"/>
                  </a:lnTo>
                  <a:lnTo>
                    <a:pt x="6537" y="1084"/>
                  </a:lnTo>
                  <a:lnTo>
                    <a:pt x="6552" y="1084"/>
                  </a:lnTo>
                  <a:lnTo>
                    <a:pt x="6560" y="996"/>
                  </a:lnTo>
                  <a:lnTo>
                    <a:pt x="6575" y="974"/>
                  </a:lnTo>
                  <a:lnTo>
                    <a:pt x="6590" y="885"/>
                  </a:lnTo>
                  <a:lnTo>
                    <a:pt x="6628" y="841"/>
                  </a:lnTo>
                  <a:lnTo>
                    <a:pt x="6658" y="974"/>
                  </a:lnTo>
                  <a:lnTo>
                    <a:pt x="6733" y="1195"/>
                  </a:lnTo>
                  <a:lnTo>
                    <a:pt x="6733" y="996"/>
                  </a:lnTo>
                  <a:lnTo>
                    <a:pt x="6748" y="974"/>
                  </a:lnTo>
                  <a:lnTo>
                    <a:pt x="6748" y="841"/>
                  </a:lnTo>
                  <a:lnTo>
                    <a:pt x="6756" y="775"/>
                  </a:lnTo>
                  <a:lnTo>
                    <a:pt x="6771" y="730"/>
                  </a:lnTo>
                  <a:lnTo>
                    <a:pt x="6801" y="686"/>
                  </a:lnTo>
                  <a:lnTo>
                    <a:pt x="6929" y="509"/>
                  </a:lnTo>
                  <a:lnTo>
                    <a:pt x="7102" y="420"/>
                  </a:lnTo>
                  <a:close/>
                  <a:moveTo>
                    <a:pt x="16607" y="354"/>
                  </a:moveTo>
                  <a:lnTo>
                    <a:pt x="16682" y="420"/>
                  </a:lnTo>
                  <a:lnTo>
                    <a:pt x="16682" y="575"/>
                  </a:lnTo>
                  <a:lnTo>
                    <a:pt x="16569" y="575"/>
                  </a:lnTo>
                  <a:lnTo>
                    <a:pt x="16607" y="354"/>
                  </a:lnTo>
                  <a:close/>
                  <a:moveTo>
                    <a:pt x="20154" y="0"/>
                  </a:moveTo>
                  <a:lnTo>
                    <a:pt x="20192" y="66"/>
                  </a:lnTo>
                  <a:lnTo>
                    <a:pt x="20222" y="155"/>
                  </a:lnTo>
                  <a:lnTo>
                    <a:pt x="20237" y="221"/>
                  </a:lnTo>
                  <a:lnTo>
                    <a:pt x="20244" y="354"/>
                  </a:lnTo>
                  <a:lnTo>
                    <a:pt x="20259" y="420"/>
                  </a:lnTo>
                  <a:lnTo>
                    <a:pt x="20274" y="531"/>
                  </a:lnTo>
                  <a:lnTo>
                    <a:pt x="20297" y="575"/>
                  </a:lnTo>
                  <a:lnTo>
                    <a:pt x="20380" y="686"/>
                  </a:lnTo>
                  <a:lnTo>
                    <a:pt x="20455" y="730"/>
                  </a:lnTo>
                  <a:lnTo>
                    <a:pt x="20508" y="730"/>
                  </a:lnTo>
                  <a:lnTo>
                    <a:pt x="20546" y="819"/>
                  </a:lnTo>
                  <a:lnTo>
                    <a:pt x="20576" y="974"/>
                  </a:lnTo>
                  <a:lnTo>
                    <a:pt x="20591" y="1284"/>
                  </a:lnTo>
                  <a:lnTo>
                    <a:pt x="20576" y="1306"/>
                  </a:lnTo>
                  <a:lnTo>
                    <a:pt x="20576" y="1394"/>
                  </a:lnTo>
                  <a:lnTo>
                    <a:pt x="20561" y="1438"/>
                  </a:lnTo>
                  <a:lnTo>
                    <a:pt x="20222" y="1438"/>
                  </a:lnTo>
                  <a:lnTo>
                    <a:pt x="20079" y="1615"/>
                  </a:lnTo>
                  <a:lnTo>
                    <a:pt x="20048" y="1660"/>
                  </a:lnTo>
                  <a:lnTo>
                    <a:pt x="20033" y="1748"/>
                  </a:lnTo>
                  <a:lnTo>
                    <a:pt x="20026" y="1770"/>
                  </a:lnTo>
                  <a:lnTo>
                    <a:pt x="20011" y="1815"/>
                  </a:lnTo>
                  <a:lnTo>
                    <a:pt x="19996" y="1859"/>
                  </a:lnTo>
                  <a:lnTo>
                    <a:pt x="19973" y="1903"/>
                  </a:lnTo>
                  <a:lnTo>
                    <a:pt x="19928" y="1970"/>
                  </a:lnTo>
                  <a:lnTo>
                    <a:pt x="19905" y="1859"/>
                  </a:lnTo>
                  <a:lnTo>
                    <a:pt x="19890" y="1770"/>
                  </a:lnTo>
                  <a:lnTo>
                    <a:pt x="19868" y="1704"/>
                  </a:lnTo>
                  <a:lnTo>
                    <a:pt x="19958" y="1040"/>
                  </a:lnTo>
                  <a:lnTo>
                    <a:pt x="20048" y="509"/>
                  </a:lnTo>
                  <a:lnTo>
                    <a:pt x="20154" y="0"/>
                  </a:lnTo>
                  <a:close/>
                  <a:moveTo>
                    <a:pt x="19235" y="0"/>
                  </a:moveTo>
                  <a:lnTo>
                    <a:pt x="19303" y="199"/>
                  </a:lnTo>
                  <a:lnTo>
                    <a:pt x="19340" y="420"/>
                  </a:lnTo>
                  <a:lnTo>
                    <a:pt x="19378" y="686"/>
                  </a:lnTo>
                  <a:lnTo>
                    <a:pt x="19310" y="686"/>
                  </a:lnTo>
                  <a:lnTo>
                    <a:pt x="19310" y="575"/>
                  </a:lnTo>
                  <a:lnTo>
                    <a:pt x="19288" y="509"/>
                  </a:lnTo>
                  <a:lnTo>
                    <a:pt x="19258" y="420"/>
                  </a:lnTo>
                  <a:lnTo>
                    <a:pt x="19250" y="310"/>
                  </a:lnTo>
                  <a:lnTo>
                    <a:pt x="19235" y="199"/>
                  </a:lnTo>
                  <a:lnTo>
                    <a:pt x="19235" y="0"/>
                  </a:lnTo>
                  <a:close/>
                </a:path>
              </a:pathLst>
            </a:custGeom>
            <a:solidFill>
              <a:srgbClr val="D8D8D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808" name="Shape 747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Worldmap </a:t>
            </a:r>
            <a:r>
              <a:rPr>
                <a:solidFill>
                  <a:srgbClr val="3F3F3F"/>
                </a:solidFill>
              </a:rPr>
              <a:t>Infographic</a:t>
            </a:r>
          </a:p>
        </p:txBody>
      </p:sp>
      <p:sp>
        <p:nvSpPr>
          <p:cNvPr id="809" name="Shape 748"/>
          <p:cNvSpPr/>
          <p:nvPr/>
        </p:nvSpPr>
        <p:spPr>
          <a:xfrm>
            <a:off x="2747346" y="979144"/>
            <a:ext cx="897681" cy="897681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10" name="Shape 749"/>
          <p:cNvSpPr/>
          <p:nvPr/>
        </p:nvSpPr>
        <p:spPr>
          <a:xfrm>
            <a:off x="6126681" y="1020198"/>
            <a:ext cx="758707" cy="758707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11" name="Shape 750"/>
          <p:cNvSpPr/>
          <p:nvPr/>
        </p:nvSpPr>
        <p:spPr>
          <a:xfrm>
            <a:off x="4839313" y="2338525"/>
            <a:ext cx="701785" cy="70178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12" name="Shape 751"/>
          <p:cNvSpPr/>
          <p:nvPr/>
        </p:nvSpPr>
        <p:spPr>
          <a:xfrm>
            <a:off x="7705196" y="3043016"/>
            <a:ext cx="701785" cy="701785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13" name="Shape 752"/>
          <p:cNvSpPr/>
          <p:nvPr/>
        </p:nvSpPr>
        <p:spPr>
          <a:xfrm>
            <a:off x="3130107" y="3311737"/>
            <a:ext cx="758707" cy="758707"/>
          </a:xfrm>
          <a:prstGeom prst="ellipse">
            <a:avLst/>
          </a:pr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14" name="Shape 753"/>
          <p:cNvSpPr txBox="1"/>
          <p:nvPr/>
        </p:nvSpPr>
        <p:spPr>
          <a:xfrm>
            <a:off x="719999" y="3003798"/>
            <a:ext cx="1907784" cy="2649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You can simply impress your audience and add a unique zing and appeal to your Presentations . Easy to change colors, photos and Text. </a:t>
            </a:r>
          </a:p>
        </p:txBody>
      </p:sp>
      <p:sp>
        <p:nvSpPr>
          <p:cNvPr id="815" name="Shape 754"/>
          <p:cNvSpPr txBox="1"/>
          <p:nvPr/>
        </p:nvSpPr>
        <p:spPr>
          <a:xfrm>
            <a:off x="2719897" y="1197150"/>
            <a:ext cx="935621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25</a:t>
            </a:r>
            <a:r>
              <a:rPr sz="2000"/>
              <a:t>%</a:t>
            </a:r>
          </a:p>
        </p:txBody>
      </p:sp>
      <p:sp>
        <p:nvSpPr>
          <p:cNvPr id="816" name="Shape 755"/>
          <p:cNvSpPr txBox="1"/>
          <p:nvPr/>
        </p:nvSpPr>
        <p:spPr>
          <a:xfrm>
            <a:off x="4775098" y="2472108"/>
            <a:ext cx="812962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10</a:t>
            </a:r>
            <a:r>
              <a:rPr sz="1600"/>
              <a:t>%</a:t>
            </a:r>
          </a:p>
        </p:txBody>
      </p:sp>
      <p:sp>
        <p:nvSpPr>
          <p:cNvPr id="817" name="Shape 756"/>
          <p:cNvSpPr txBox="1"/>
          <p:nvPr/>
        </p:nvSpPr>
        <p:spPr>
          <a:xfrm>
            <a:off x="6099552" y="1190603"/>
            <a:ext cx="812962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20</a:t>
            </a:r>
            <a:r>
              <a:rPr sz="1600"/>
              <a:t>%</a:t>
            </a:r>
          </a:p>
        </p:txBody>
      </p:sp>
      <p:sp>
        <p:nvSpPr>
          <p:cNvPr id="818" name="Shape 757"/>
          <p:cNvSpPr txBox="1"/>
          <p:nvPr/>
        </p:nvSpPr>
        <p:spPr>
          <a:xfrm>
            <a:off x="3115741" y="3491034"/>
            <a:ext cx="812961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15</a:t>
            </a:r>
            <a:r>
              <a:rPr sz="1600"/>
              <a:t>%</a:t>
            </a:r>
          </a:p>
        </p:txBody>
      </p:sp>
      <p:sp>
        <p:nvSpPr>
          <p:cNvPr id="819" name="Shape 758"/>
          <p:cNvSpPr txBox="1"/>
          <p:nvPr/>
        </p:nvSpPr>
        <p:spPr>
          <a:xfrm>
            <a:off x="7649605" y="3166542"/>
            <a:ext cx="812962" cy="375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10</a:t>
            </a:r>
            <a:r>
              <a:rPr sz="1600"/>
              <a:t>%</a:t>
            </a:r>
          </a:p>
        </p:txBody>
      </p:sp>
      <p:sp>
        <p:nvSpPr>
          <p:cNvPr id="820" name="Shape 759"/>
          <p:cNvSpPr/>
          <p:nvPr/>
        </p:nvSpPr>
        <p:spPr>
          <a:xfrm>
            <a:off x="3196185" y="1876824"/>
            <a:ext cx="148201" cy="406801"/>
          </a:xfrm>
          <a:prstGeom prst="line">
            <a:avLst/>
          </a:prstGeom>
          <a:ln w="25400">
            <a:solidFill>
              <a:srgbClr val="7F7F7F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21" name="Shape 760"/>
          <p:cNvSpPr/>
          <p:nvPr/>
        </p:nvSpPr>
        <p:spPr>
          <a:xfrm>
            <a:off x="5190205" y="3040308"/>
            <a:ext cx="351001" cy="704401"/>
          </a:xfrm>
          <a:prstGeom prst="line">
            <a:avLst/>
          </a:prstGeom>
          <a:ln w="25400">
            <a:solidFill>
              <a:srgbClr val="7F7F7F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22" name="Shape 761"/>
          <p:cNvSpPr/>
          <p:nvPr/>
        </p:nvSpPr>
        <p:spPr>
          <a:xfrm flipH="1">
            <a:off x="7524468" y="3642026"/>
            <a:ext cx="283501" cy="513900"/>
          </a:xfrm>
          <a:prstGeom prst="line">
            <a:avLst/>
          </a:prstGeom>
          <a:ln w="25400">
            <a:solidFill>
              <a:srgbClr val="7F7F7F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23" name="Shape 762"/>
          <p:cNvSpPr/>
          <p:nvPr/>
        </p:nvSpPr>
        <p:spPr>
          <a:xfrm>
            <a:off x="6506034" y="1778906"/>
            <a:ext cx="226200" cy="1224600"/>
          </a:xfrm>
          <a:prstGeom prst="line">
            <a:avLst/>
          </a:prstGeom>
          <a:ln w="25400">
            <a:solidFill>
              <a:srgbClr val="7F7F7F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24" name="Shape 763"/>
          <p:cNvSpPr/>
          <p:nvPr/>
        </p:nvSpPr>
        <p:spPr>
          <a:xfrm>
            <a:off x="3888814" y="3789893"/>
            <a:ext cx="395156" cy="205017"/>
          </a:xfrm>
          <a:prstGeom prst="line">
            <a:avLst/>
          </a:prstGeom>
          <a:ln w="25400">
            <a:solidFill>
              <a:srgbClr val="7F7F7F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827" name="Shape 764"/>
          <p:cNvGrpSpPr/>
          <p:nvPr/>
        </p:nvGrpSpPr>
        <p:grpSpPr>
          <a:xfrm>
            <a:off x="720001" y="2080269"/>
            <a:ext cx="1584176" cy="1078116"/>
            <a:chOff x="0" y="0"/>
            <a:chExt cx="1584175" cy="1078115"/>
          </a:xfrm>
        </p:grpSpPr>
        <p:sp>
          <p:nvSpPr>
            <p:cNvPr id="825" name="Shape 765"/>
            <p:cNvSpPr txBox="1"/>
            <p:nvPr/>
          </p:nvSpPr>
          <p:spPr>
            <a:xfrm>
              <a:off x="0" y="214555"/>
              <a:ext cx="1584176" cy="8635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lnSpc>
                  <a:spcPct val="110000"/>
                </a:lnSpc>
              </a:lvl1pPr>
            </a:lstStyle>
            <a:p>
              <a:r>
                <a:t>Simple Presentation Designed</a:t>
              </a:r>
            </a:p>
          </p:txBody>
        </p:sp>
        <p:sp>
          <p:nvSpPr>
            <p:cNvPr id="826" name="Shape 766"/>
            <p:cNvSpPr txBox="1"/>
            <p:nvPr/>
          </p:nvSpPr>
          <p:spPr>
            <a:xfrm>
              <a:off x="0" y="0"/>
              <a:ext cx="1584176" cy="3133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Your Text  Here</a:t>
              </a:r>
            </a:p>
          </p:txBody>
        </p:sp>
      </p:grp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Shape 771"/>
          <p:cNvSpPr txBox="1">
            <a:spLocks noGrp="1"/>
          </p:cNvSpPr>
          <p:nvPr>
            <p:ph type="title"/>
          </p:nvPr>
        </p:nvSpPr>
        <p:spPr>
          <a:xfrm>
            <a:off x="0" y="25734"/>
            <a:ext cx="9144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 Worldmap </a:t>
            </a:r>
            <a:r>
              <a:rPr>
                <a:solidFill>
                  <a:srgbClr val="3F3F3F"/>
                </a:solidFill>
              </a:rPr>
              <a:t>Infographic</a:t>
            </a:r>
          </a:p>
        </p:txBody>
      </p:sp>
      <p:sp>
        <p:nvSpPr>
          <p:cNvPr id="830" name="Shape 772"/>
          <p:cNvSpPr/>
          <p:nvPr/>
        </p:nvSpPr>
        <p:spPr>
          <a:xfrm>
            <a:off x="611560" y="1498908"/>
            <a:ext cx="4338607" cy="2657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48" y="18393"/>
                </a:moveTo>
                <a:lnTo>
                  <a:pt x="11536" y="18431"/>
                </a:lnTo>
                <a:lnTo>
                  <a:pt x="11514" y="18449"/>
                </a:lnTo>
                <a:lnTo>
                  <a:pt x="11502" y="18474"/>
                </a:lnTo>
                <a:lnTo>
                  <a:pt x="11495" y="18486"/>
                </a:lnTo>
                <a:lnTo>
                  <a:pt x="11480" y="18498"/>
                </a:lnTo>
                <a:lnTo>
                  <a:pt x="11472" y="18517"/>
                </a:lnTo>
                <a:lnTo>
                  <a:pt x="11495" y="18554"/>
                </a:lnTo>
                <a:lnTo>
                  <a:pt x="11510" y="18597"/>
                </a:lnTo>
                <a:lnTo>
                  <a:pt x="11514" y="18640"/>
                </a:lnTo>
                <a:lnTo>
                  <a:pt x="11563" y="18622"/>
                </a:lnTo>
                <a:lnTo>
                  <a:pt x="11548" y="18554"/>
                </a:lnTo>
                <a:lnTo>
                  <a:pt x="11544" y="18486"/>
                </a:lnTo>
                <a:lnTo>
                  <a:pt x="11548" y="18431"/>
                </a:lnTo>
                <a:lnTo>
                  <a:pt x="11548" y="18393"/>
                </a:lnTo>
                <a:close/>
                <a:moveTo>
                  <a:pt x="18009" y="18326"/>
                </a:moveTo>
                <a:lnTo>
                  <a:pt x="18009" y="18350"/>
                </a:lnTo>
                <a:lnTo>
                  <a:pt x="18031" y="18381"/>
                </a:lnTo>
                <a:lnTo>
                  <a:pt x="18039" y="18418"/>
                </a:lnTo>
                <a:lnTo>
                  <a:pt x="18058" y="18449"/>
                </a:lnTo>
                <a:lnTo>
                  <a:pt x="18065" y="18461"/>
                </a:lnTo>
                <a:lnTo>
                  <a:pt x="18073" y="18474"/>
                </a:lnTo>
                <a:lnTo>
                  <a:pt x="18073" y="18326"/>
                </a:lnTo>
                <a:lnTo>
                  <a:pt x="18009" y="18326"/>
                </a:lnTo>
                <a:close/>
                <a:moveTo>
                  <a:pt x="13659" y="17641"/>
                </a:moveTo>
                <a:lnTo>
                  <a:pt x="13643" y="17691"/>
                </a:lnTo>
                <a:lnTo>
                  <a:pt x="13628" y="17721"/>
                </a:lnTo>
                <a:lnTo>
                  <a:pt x="13609" y="17758"/>
                </a:lnTo>
                <a:lnTo>
                  <a:pt x="13583" y="17789"/>
                </a:lnTo>
                <a:lnTo>
                  <a:pt x="13583" y="17814"/>
                </a:lnTo>
                <a:lnTo>
                  <a:pt x="13734" y="17814"/>
                </a:lnTo>
                <a:lnTo>
                  <a:pt x="13745" y="17802"/>
                </a:lnTo>
                <a:lnTo>
                  <a:pt x="13753" y="17789"/>
                </a:lnTo>
                <a:lnTo>
                  <a:pt x="13794" y="17789"/>
                </a:lnTo>
                <a:lnTo>
                  <a:pt x="13802" y="17765"/>
                </a:lnTo>
                <a:lnTo>
                  <a:pt x="13810" y="17758"/>
                </a:lnTo>
                <a:lnTo>
                  <a:pt x="13813" y="17758"/>
                </a:lnTo>
                <a:lnTo>
                  <a:pt x="13821" y="17734"/>
                </a:lnTo>
                <a:lnTo>
                  <a:pt x="13821" y="17709"/>
                </a:lnTo>
                <a:lnTo>
                  <a:pt x="13776" y="17697"/>
                </a:lnTo>
                <a:lnTo>
                  <a:pt x="13738" y="17678"/>
                </a:lnTo>
                <a:lnTo>
                  <a:pt x="13704" y="17654"/>
                </a:lnTo>
                <a:lnTo>
                  <a:pt x="13659" y="17641"/>
                </a:lnTo>
                <a:close/>
                <a:moveTo>
                  <a:pt x="14633" y="17284"/>
                </a:moveTo>
                <a:lnTo>
                  <a:pt x="14633" y="17321"/>
                </a:lnTo>
                <a:lnTo>
                  <a:pt x="14640" y="17327"/>
                </a:lnTo>
                <a:lnTo>
                  <a:pt x="14640" y="17339"/>
                </a:lnTo>
                <a:lnTo>
                  <a:pt x="14644" y="17351"/>
                </a:lnTo>
                <a:lnTo>
                  <a:pt x="14644" y="17284"/>
                </a:lnTo>
                <a:lnTo>
                  <a:pt x="14633" y="17284"/>
                </a:lnTo>
                <a:close/>
                <a:moveTo>
                  <a:pt x="19349" y="11444"/>
                </a:moveTo>
                <a:lnTo>
                  <a:pt x="19334" y="11475"/>
                </a:lnTo>
                <a:lnTo>
                  <a:pt x="19327" y="11512"/>
                </a:lnTo>
                <a:lnTo>
                  <a:pt x="19315" y="11531"/>
                </a:lnTo>
                <a:lnTo>
                  <a:pt x="19300" y="11543"/>
                </a:lnTo>
                <a:lnTo>
                  <a:pt x="19281" y="11555"/>
                </a:lnTo>
                <a:lnTo>
                  <a:pt x="19259" y="11568"/>
                </a:lnTo>
                <a:lnTo>
                  <a:pt x="19240" y="11592"/>
                </a:lnTo>
                <a:lnTo>
                  <a:pt x="19240" y="11598"/>
                </a:lnTo>
                <a:lnTo>
                  <a:pt x="19247" y="11598"/>
                </a:lnTo>
                <a:lnTo>
                  <a:pt x="19251" y="11611"/>
                </a:lnTo>
                <a:lnTo>
                  <a:pt x="19251" y="11635"/>
                </a:lnTo>
                <a:lnTo>
                  <a:pt x="19293" y="11592"/>
                </a:lnTo>
                <a:lnTo>
                  <a:pt x="19334" y="11555"/>
                </a:lnTo>
                <a:lnTo>
                  <a:pt x="19391" y="11531"/>
                </a:lnTo>
                <a:lnTo>
                  <a:pt x="19398" y="11555"/>
                </a:lnTo>
                <a:lnTo>
                  <a:pt x="19402" y="11580"/>
                </a:lnTo>
                <a:lnTo>
                  <a:pt x="19410" y="11580"/>
                </a:lnTo>
                <a:lnTo>
                  <a:pt x="19410" y="11592"/>
                </a:lnTo>
                <a:lnTo>
                  <a:pt x="19425" y="11598"/>
                </a:lnTo>
                <a:lnTo>
                  <a:pt x="19440" y="11611"/>
                </a:lnTo>
                <a:lnTo>
                  <a:pt x="19440" y="11531"/>
                </a:lnTo>
                <a:lnTo>
                  <a:pt x="19459" y="11543"/>
                </a:lnTo>
                <a:lnTo>
                  <a:pt x="19474" y="11543"/>
                </a:lnTo>
                <a:lnTo>
                  <a:pt x="19485" y="11555"/>
                </a:lnTo>
                <a:lnTo>
                  <a:pt x="19500" y="11568"/>
                </a:lnTo>
                <a:lnTo>
                  <a:pt x="19485" y="11487"/>
                </a:lnTo>
                <a:lnTo>
                  <a:pt x="19440" y="11487"/>
                </a:lnTo>
                <a:lnTo>
                  <a:pt x="19398" y="11469"/>
                </a:lnTo>
                <a:lnTo>
                  <a:pt x="19349" y="11444"/>
                </a:lnTo>
                <a:close/>
                <a:moveTo>
                  <a:pt x="18922" y="9829"/>
                </a:moveTo>
                <a:lnTo>
                  <a:pt x="18922" y="9841"/>
                </a:lnTo>
                <a:lnTo>
                  <a:pt x="18930" y="9853"/>
                </a:lnTo>
                <a:lnTo>
                  <a:pt x="18938" y="9866"/>
                </a:lnTo>
                <a:lnTo>
                  <a:pt x="18945" y="9866"/>
                </a:lnTo>
                <a:lnTo>
                  <a:pt x="18957" y="9872"/>
                </a:lnTo>
                <a:lnTo>
                  <a:pt x="18957" y="9866"/>
                </a:lnTo>
                <a:lnTo>
                  <a:pt x="18949" y="9853"/>
                </a:lnTo>
                <a:lnTo>
                  <a:pt x="18938" y="9841"/>
                </a:lnTo>
                <a:lnTo>
                  <a:pt x="18930" y="9829"/>
                </a:lnTo>
                <a:lnTo>
                  <a:pt x="18922" y="9829"/>
                </a:lnTo>
                <a:close/>
                <a:moveTo>
                  <a:pt x="453" y="9372"/>
                </a:moveTo>
                <a:lnTo>
                  <a:pt x="453" y="9391"/>
                </a:lnTo>
                <a:lnTo>
                  <a:pt x="446" y="9416"/>
                </a:lnTo>
                <a:lnTo>
                  <a:pt x="446" y="9428"/>
                </a:lnTo>
                <a:lnTo>
                  <a:pt x="453" y="9434"/>
                </a:lnTo>
                <a:lnTo>
                  <a:pt x="461" y="9459"/>
                </a:lnTo>
                <a:lnTo>
                  <a:pt x="468" y="9471"/>
                </a:lnTo>
                <a:lnTo>
                  <a:pt x="476" y="9483"/>
                </a:lnTo>
                <a:lnTo>
                  <a:pt x="483" y="9496"/>
                </a:lnTo>
                <a:lnTo>
                  <a:pt x="483" y="9459"/>
                </a:lnTo>
                <a:lnTo>
                  <a:pt x="476" y="9434"/>
                </a:lnTo>
                <a:lnTo>
                  <a:pt x="476" y="9403"/>
                </a:lnTo>
                <a:lnTo>
                  <a:pt x="468" y="9391"/>
                </a:lnTo>
                <a:lnTo>
                  <a:pt x="453" y="9372"/>
                </a:lnTo>
                <a:close/>
                <a:moveTo>
                  <a:pt x="18945" y="9305"/>
                </a:moveTo>
                <a:lnTo>
                  <a:pt x="18949" y="9311"/>
                </a:lnTo>
                <a:lnTo>
                  <a:pt x="18957" y="9323"/>
                </a:lnTo>
                <a:lnTo>
                  <a:pt x="18964" y="9323"/>
                </a:lnTo>
                <a:lnTo>
                  <a:pt x="18964" y="9311"/>
                </a:lnTo>
                <a:lnTo>
                  <a:pt x="18949" y="9311"/>
                </a:lnTo>
                <a:lnTo>
                  <a:pt x="18945" y="9305"/>
                </a:lnTo>
                <a:close/>
                <a:moveTo>
                  <a:pt x="18847" y="9200"/>
                </a:moveTo>
                <a:lnTo>
                  <a:pt x="18862" y="9311"/>
                </a:lnTo>
                <a:lnTo>
                  <a:pt x="18881" y="9391"/>
                </a:lnTo>
                <a:lnTo>
                  <a:pt x="18904" y="9471"/>
                </a:lnTo>
                <a:lnTo>
                  <a:pt x="18922" y="9551"/>
                </a:lnTo>
                <a:lnTo>
                  <a:pt x="18938" y="9551"/>
                </a:lnTo>
                <a:lnTo>
                  <a:pt x="18945" y="9446"/>
                </a:lnTo>
                <a:lnTo>
                  <a:pt x="18911" y="9379"/>
                </a:lnTo>
                <a:lnTo>
                  <a:pt x="18889" y="9305"/>
                </a:lnTo>
                <a:lnTo>
                  <a:pt x="18881" y="9200"/>
                </a:lnTo>
                <a:lnTo>
                  <a:pt x="18847" y="9200"/>
                </a:lnTo>
                <a:close/>
                <a:moveTo>
                  <a:pt x="453" y="9046"/>
                </a:moveTo>
                <a:lnTo>
                  <a:pt x="461" y="9058"/>
                </a:lnTo>
                <a:lnTo>
                  <a:pt x="468" y="9064"/>
                </a:lnTo>
                <a:lnTo>
                  <a:pt x="476" y="9064"/>
                </a:lnTo>
                <a:lnTo>
                  <a:pt x="483" y="9058"/>
                </a:lnTo>
                <a:lnTo>
                  <a:pt x="495" y="9046"/>
                </a:lnTo>
                <a:lnTo>
                  <a:pt x="453" y="9046"/>
                </a:lnTo>
                <a:close/>
                <a:moveTo>
                  <a:pt x="18855" y="8811"/>
                </a:moveTo>
                <a:lnTo>
                  <a:pt x="18836" y="8953"/>
                </a:lnTo>
                <a:lnTo>
                  <a:pt x="18847" y="8978"/>
                </a:lnTo>
                <a:lnTo>
                  <a:pt x="18855" y="9003"/>
                </a:lnTo>
                <a:lnTo>
                  <a:pt x="18870" y="9033"/>
                </a:lnTo>
                <a:lnTo>
                  <a:pt x="18896" y="9033"/>
                </a:lnTo>
                <a:lnTo>
                  <a:pt x="18896" y="9009"/>
                </a:lnTo>
                <a:lnTo>
                  <a:pt x="18870" y="8953"/>
                </a:lnTo>
                <a:lnTo>
                  <a:pt x="18870" y="8885"/>
                </a:lnTo>
                <a:lnTo>
                  <a:pt x="18881" y="8811"/>
                </a:lnTo>
                <a:lnTo>
                  <a:pt x="18855" y="8811"/>
                </a:lnTo>
                <a:close/>
                <a:moveTo>
                  <a:pt x="14859" y="4840"/>
                </a:moveTo>
                <a:lnTo>
                  <a:pt x="14859" y="4865"/>
                </a:lnTo>
                <a:lnTo>
                  <a:pt x="14867" y="4884"/>
                </a:lnTo>
                <a:lnTo>
                  <a:pt x="14867" y="4896"/>
                </a:lnTo>
                <a:lnTo>
                  <a:pt x="14871" y="4908"/>
                </a:lnTo>
                <a:lnTo>
                  <a:pt x="14886" y="4920"/>
                </a:lnTo>
                <a:lnTo>
                  <a:pt x="14886" y="4840"/>
                </a:lnTo>
                <a:lnTo>
                  <a:pt x="14859" y="4840"/>
                </a:lnTo>
                <a:close/>
                <a:moveTo>
                  <a:pt x="14384" y="4335"/>
                </a:moveTo>
                <a:lnTo>
                  <a:pt x="14372" y="4390"/>
                </a:lnTo>
                <a:lnTo>
                  <a:pt x="14380" y="4372"/>
                </a:lnTo>
                <a:lnTo>
                  <a:pt x="14384" y="4359"/>
                </a:lnTo>
                <a:lnTo>
                  <a:pt x="14384" y="4335"/>
                </a:lnTo>
                <a:close/>
                <a:moveTo>
                  <a:pt x="14795" y="4070"/>
                </a:moveTo>
                <a:lnTo>
                  <a:pt x="14769" y="4131"/>
                </a:lnTo>
                <a:lnTo>
                  <a:pt x="14727" y="4168"/>
                </a:lnTo>
                <a:lnTo>
                  <a:pt x="14682" y="4193"/>
                </a:lnTo>
                <a:lnTo>
                  <a:pt x="14633" y="4193"/>
                </a:lnTo>
                <a:lnTo>
                  <a:pt x="14591" y="4211"/>
                </a:lnTo>
                <a:lnTo>
                  <a:pt x="14550" y="4267"/>
                </a:lnTo>
                <a:lnTo>
                  <a:pt x="14550" y="4316"/>
                </a:lnTo>
                <a:lnTo>
                  <a:pt x="14542" y="4322"/>
                </a:lnTo>
                <a:lnTo>
                  <a:pt x="14535" y="4335"/>
                </a:lnTo>
                <a:lnTo>
                  <a:pt x="14516" y="4378"/>
                </a:lnTo>
                <a:lnTo>
                  <a:pt x="14493" y="4415"/>
                </a:lnTo>
                <a:lnTo>
                  <a:pt x="14467" y="4440"/>
                </a:lnTo>
                <a:lnTo>
                  <a:pt x="14448" y="4470"/>
                </a:lnTo>
                <a:lnTo>
                  <a:pt x="14425" y="4514"/>
                </a:lnTo>
                <a:lnTo>
                  <a:pt x="14365" y="4514"/>
                </a:lnTo>
                <a:lnTo>
                  <a:pt x="14372" y="4415"/>
                </a:lnTo>
                <a:lnTo>
                  <a:pt x="14350" y="4415"/>
                </a:lnTo>
                <a:lnTo>
                  <a:pt x="14308" y="4470"/>
                </a:lnTo>
                <a:lnTo>
                  <a:pt x="14266" y="4501"/>
                </a:lnTo>
                <a:lnTo>
                  <a:pt x="14229" y="4563"/>
                </a:lnTo>
                <a:lnTo>
                  <a:pt x="14214" y="4637"/>
                </a:lnTo>
                <a:lnTo>
                  <a:pt x="14199" y="4729"/>
                </a:lnTo>
                <a:lnTo>
                  <a:pt x="14187" y="4816"/>
                </a:lnTo>
                <a:lnTo>
                  <a:pt x="14172" y="4828"/>
                </a:lnTo>
                <a:lnTo>
                  <a:pt x="14157" y="4853"/>
                </a:lnTo>
                <a:lnTo>
                  <a:pt x="14146" y="4871"/>
                </a:lnTo>
                <a:lnTo>
                  <a:pt x="14131" y="4884"/>
                </a:lnTo>
                <a:lnTo>
                  <a:pt x="14123" y="4908"/>
                </a:lnTo>
                <a:lnTo>
                  <a:pt x="14104" y="5130"/>
                </a:lnTo>
                <a:lnTo>
                  <a:pt x="14062" y="5167"/>
                </a:lnTo>
                <a:lnTo>
                  <a:pt x="14029" y="5235"/>
                </a:lnTo>
                <a:lnTo>
                  <a:pt x="14002" y="5321"/>
                </a:lnTo>
                <a:lnTo>
                  <a:pt x="13980" y="5414"/>
                </a:lnTo>
                <a:lnTo>
                  <a:pt x="14014" y="5414"/>
                </a:lnTo>
                <a:lnTo>
                  <a:pt x="14014" y="5377"/>
                </a:lnTo>
                <a:lnTo>
                  <a:pt x="14040" y="5321"/>
                </a:lnTo>
                <a:lnTo>
                  <a:pt x="14070" y="5253"/>
                </a:lnTo>
                <a:lnTo>
                  <a:pt x="14089" y="5198"/>
                </a:lnTo>
                <a:lnTo>
                  <a:pt x="14123" y="5167"/>
                </a:lnTo>
                <a:lnTo>
                  <a:pt x="14187" y="5130"/>
                </a:lnTo>
                <a:lnTo>
                  <a:pt x="14199" y="5186"/>
                </a:lnTo>
                <a:lnTo>
                  <a:pt x="14214" y="5235"/>
                </a:lnTo>
                <a:lnTo>
                  <a:pt x="14232" y="5266"/>
                </a:lnTo>
                <a:lnTo>
                  <a:pt x="14240" y="5334"/>
                </a:lnTo>
                <a:lnTo>
                  <a:pt x="14206" y="5432"/>
                </a:lnTo>
                <a:lnTo>
                  <a:pt x="14191" y="5537"/>
                </a:lnTo>
                <a:lnTo>
                  <a:pt x="14199" y="5623"/>
                </a:lnTo>
                <a:lnTo>
                  <a:pt x="14206" y="5716"/>
                </a:lnTo>
                <a:lnTo>
                  <a:pt x="14199" y="5802"/>
                </a:lnTo>
                <a:lnTo>
                  <a:pt x="14191" y="5815"/>
                </a:lnTo>
                <a:lnTo>
                  <a:pt x="14180" y="5839"/>
                </a:lnTo>
                <a:lnTo>
                  <a:pt x="14165" y="5858"/>
                </a:lnTo>
                <a:lnTo>
                  <a:pt x="14153" y="5870"/>
                </a:lnTo>
                <a:lnTo>
                  <a:pt x="14146" y="5895"/>
                </a:lnTo>
                <a:lnTo>
                  <a:pt x="14138" y="5907"/>
                </a:lnTo>
                <a:lnTo>
                  <a:pt x="14138" y="6172"/>
                </a:lnTo>
                <a:lnTo>
                  <a:pt x="14131" y="6289"/>
                </a:lnTo>
                <a:lnTo>
                  <a:pt x="14131" y="6431"/>
                </a:lnTo>
                <a:lnTo>
                  <a:pt x="14123" y="6592"/>
                </a:lnTo>
                <a:lnTo>
                  <a:pt x="14112" y="6715"/>
                </a:lnTo>
                <a:lnTo>
                  <a:pt x="14104" y="6801"/>
                </a:lnTo>
                <a:lnTo>
                  <a:pt x="14115" y="6838"/>
                </a:lnTo>
                <a:lnTo>
                  <a:pt x="14131" y="6869"/>
                </a:lnTo>
                <a:lnTo>
                  <a:pt x="14153" y="6906"/>
                </a:lnTo>
                <a:lnTo>
                  <a:pt x="14165" y="6937"/>
                </a:lnTo>
                <a:lnTo>
                  <a:pt x="14180" y="6968"/>
                </a:lnTo>
                <a:lnTo>
                  <a:pt x="14165" y="7171"/>
                </a:lnTo>
                <a:lnTo>
                  <a:pt x="14180" y="7319"/>
                </a:lnTo>
                <a:lnTo>
                  <a:pt x="14199" y="7473"/>
                </a:lnTo>
                <a:lnTo>
                  <a:pt x="14232" y="7621"/>
                </a:lnTo>
                <a:lnTo>
                  <a:pt x="14266" y="7757"/>
                </a:lnTo>
                <a:lnTo>
                  <a:pt x="14316" y="7843"/>
                </a:lnTo>
                <a:lnTo>
                  <a:pt x="14338" y="7868"/>
                </a:lnTo>
                <a:lnTo>
                  <a:pt x="14357" y="7880"/>
                </a:lnTo>
                <a:lnTo>
                  <a:pt x="14372" y="7880"/>
                </a:lnTo>
                <a:lnTo>
                  <a:pt x="14391" y="7868"/>
                </a:lnTo>
                <a:lnTo>
                  <a:pt x="14459" y="7831"/>
                </a:lnTo>
                <a:lnTo>
                  <a:pt x="14531" y="7775"/>
                </a:lnTo>
                <a:lnTo>
                  <a:pt x="14576" y="7720"/>
                </a:lnTo>
                <a:lnTo>
                  <a:pt x="14599" y="7652"/>
                </a:lnTo>
                <a:lnTo>
                  <a:pt x="14625" y="7541"/>
                </a:lnTo>
                <a:lnTo>
                  <a:pt x="14659" y="7399"/>
                </a:lnTo>
                <a:lnTo>
                  <a:pt x="14686" y="7251"/>
                </a:lnTo>
                <a:lnTo>
                  <a:pt x="14708" y="7091"/>
                </a:lnTo>
                <a:lnTo>
                  <a:pt x="14720" y="6961"/>
                </a:lnTo>
                <a:lnTo>
                  <a:pt x="14716" y="6844"/>
                </a:lnTo>
                <a:lnTo>
                  <a:pt x="14674" y="6647"/>
                </a:lnTo>
                <a:lnTo>
                  <a:pt x="14625" y="6456"/>
                </a:lnTo>
                <a:lnTo>
                  <a:pt x="14565" y="6277"/>
                </a:lnTo>
                <a:lnTo>
                  <a:pt x="14535" y="6277"/>
                </a:lnTo>
                <a:lnTo>
                  <a:pt x="14523" y="6197"/>
                </a:lnTo>
                <a:lnTo>
                  <a:pt x="14535" y="6141"/>
                </a:lnTo>
                <a:lnTo>
                  <a:pt x="14550" y="6074"/>
                </a:lnTo>
                <a:lnTo>
                  <a:pt x="14569" y="6006"/>
                </a:lnTo>
                <a:lnTo>
                  <a:pt x="14565" y="5926"/>
                </a:lnTo>
                <a:lnTo>
                  <a:pt x="14557" y="5926"/>
                </a:lnTo>
                <a:lnTo>
                  <a:pt x="14550" y="5919"/>
                </a:lnTo>
                <a:lnTo>
                  <a:pt x="14542" y="5907"/>
                </a:lnTo>
                <a:lnTo>
                  <a:pt x="14531" y="5895"/>
                </a:lnTo>
                <a:lnTo>
                  <a:pt x="14523" y="5882"/>
                </a:lnTo>
                <a:lnTo>
                  <a:pt x="14516" y="5882"/>
                </a:lnTo>
                <a:lnTo>
                  <a:pt x="14516" y="5796"/>
                </a:lnTo>
                <a:lnTo>
                  <a:pt x="14542" y="5716"/>
                </a:lnTo>
                <a:lnTo>
                  <a:pt x="14569" y="5648"/>
                </a:lnTo>
                <a:lnTo>
                  <a:pt x="14599" y="5580"/>
                </a:lnTo>
                <a:lnTo>
                  <a:pt x="14584" y="5210"/>
                </a:lnTo>
                <a:lnTo>
                  <a:pt x="14640" y="5167"/>
                </a:lnTo>
                <a:lnTo>
                  <a:pt x="14652" y="5112"/>
                </a:lnTo>
                <a:lnTo>
                  <a:pt x="14652" y="5056"/>
                </a:lnTo>
                <a:lnTo>
                  <a:pt x="14659" y="5007"/>
                </a:lnTo>
                <a:lnTo>
                  <a:pt x="14674" y="4964"/>
                </a:lnTo>
                <a:lnTo>
                  <a:pt x="14735" y="4964"/>
                </a:lnTo>
                <a:lnTo>
                  <a:pt x="14761" y="4816"/>
                </a:lnTo>
                <a:lnTo>
                  <a:pt x="14810" y="4742"/>
                </a:lnTo>
                <a:lnTo>
                  <a:pt x="14871" y="4674"/>
                </a:lnTo>
                <a:lnTo>
                  <a:pt x="14927" y="4606"/>
                </a:lnTo>
                <a:lnTo>
                  <a:pt x="14984" y="4538"/>
                </a:lnTo>
                <a:lnTo>
                  <a:pt x="14961" y="4458"/>
                </a:lnTo>
                <a:lnTo>
                  <a:pt x="14969" y="4372"/>
                </a:lnTo>
                <a:lnTo>
                  <a:pt x="14995" y="4304"/>
                </a:lnTo>
                <a:lnTo>
                  <a:pt x="15029" y="4248"/>
                </a:lnTo>
                <a:lnTo>
                  <a:pt x="15071" y="4224"/>
                </a:lnTo>
                <a:lnTo>
                  <a:pt x="15071" y="4193"/>
                </a:lnTo>
                <a:lnTo>
                  <a:pt x="15022" y="4168"/>
                </a:lnTo>
                <a:lnTo>
                  <a:pt x="14976" y="4131"/>
                </a:lnTo>
                <a:lnTo>
                  <a:pt x="14935" y="4100"/>
                </a:lnTo>
                <a:lnTo>
                  <a:pt x="14871" y="4076"/>
                </a:lnTo>
                <a:lnTo>
                  <a:pt x="14795" y="4070"/>
                </a:lnTo>
                <a:close/>
                <a:moveTo>
                  <a:pt x="1114" y="1468"/>
                </a:moveTo>
                <a:lnTo>
                  <a:pt x="1121" y="1468"/>
                </a:lnTo>
                <a:lnTo>
                  <a:pt x="1125" y="1480"/>
                </a:lnTo>
                <a:lnTo>
                  <a:pt x="1133" y="1480"/>
                </a:lnTo>
                <a:lnTo>
                  <a:pt x="1148" y="1486"/>
                </a:lnTo>
                <a:lnTo>
                  <a:pt x="1140" y="1480"/>
                </a:lnTo>
                <a:lnTo>
                  <a:pt x="1133" y="1480"/>
                </a:lnTo>
                <a:lnTo>
                  <a:pt x="1125" y="1468"/>
                </a:lnTo>
                <a:lnTo>
                  <a:pt x="1114" y="1468"/>
                </a:lnTo>
                <a:close/>
                <a:moveTo>
                  <a:pt x="1729" y="1289"/>
                </a:moveTo>
                <a:lnTo>
                  <a:pt x="1729" y="1332"/>
                </a:lnTo>
                <a:lnTo>
                  <a:pt x="1726" y="1356"/>
                </a:lnTo>
                <a:lnTo>
                  <a:pt x="1718" y="1363"/>
                </a:lnTo>
                <a:lnTo>
                  <a:pt x="1703" y="1412"/>
                </a:lnTo>
                <a:lnTo>
                  <a:pt x="1729" y="1412"/>
                </a:lnTo>
                <a:lnTo>
                  <a:pt x="1729" y="1363"/>
                </a:lnTo>
                <a:lnTo>
                  <a:pt x="1737" y="1344"/>
                </a:lnTo>
                <a:lnTo>
                  <a:pt x="1745" y="1332"/>
                </a:lnTo>
                <a:lnTo>
                  <a:pt x="1745" y="1319"/>
                </a:lnTo>
                <a:lnTo>
                  <a:pt x="1737" y="1307"/>
                </a:lnTo>
                <a:lnTo>
                  <a:pt x="1729" y="1289"/>
                </a:lnTo>
                <a:close/>
                <a:moveTo>
                  <a:pt x="1760" y="1061"/>
                </a:moveTo>
                <a:lnTo>
                  <a:pt x="1752" y="1085"/>
                </a:lnTo>
                <a:lnTo>
                  <a:pt x="1745" y="1097"/>
                </a:lnTo>
                <a:lnTo>
                  <a:pt x="1737" y="1116"/>
                </a:lnTo>
                <a:lnTo>
                  <a:pt x="1737" y="1153"/>
                </a:lnTo>
                <a:lnTo>
                  <a:pt x="1729" y="1184"/>
                </a:lnTo>
                <a:lnTo>
                  <a:pt x="1767" y="1221"/>
                </a:lnTo>
                <a:lnTo>
                  <a:pt x="1760" y="1184"/>
                </a:lnTo>
                <a:lnTo>
                  <a:pt x="1760" y="1116"/>
                </a:lnTo>
                <a:lnTo>
                  <a:pt x="1767" y="1097"/>
                </a:lnTo>
                <a:lnTo>
                  <a:pt x="1767" y="1073"/>
                </a:lnTo>
                <a:lnTo>
                  <a:pt x="1760" y="1061"/>
                </a:lnTo>
                <a:close/>
                <a:moveTo>
                  <a:pt x="1937" y="0"/>
                </a:moveTo>
                <a:lnTo>
                  <a:pt x="1997" y="62"/>
                </a:lnTo>
                <a:lnTo>
                  <a:pt x="2088" y="123"/>
                </a:lnTo>
                <a:lnTo>
                  <a:pt x="2190" y="154"/>
                </a:lnTo>
                <a:lnTo>
                  <a:pt x="2296" y="179"/>
                </a:lnTo>
                <a:lnTo>
                  <a:pt x="2398" y="210"/>
                </a:lnTo>
                <a:lnTo>
                  <a:pt x="2481" y="247"/>
                </a:lnTo>
                <a:lnTo>
                  <a:pt x="2794" y="401"/>
                </a:lnTo>
                <a:lnTo>
                  <a:pt x="3111" y="524"/>
                </a:lnTo>
                <a:lnTo>
                  <a:pt x="3440" y="623"/>
                </a:lnTo>
                <a:lnTo>
                  <a:pt x="3769" y="728"/>
                </a:lnTo>
                <a:lnTo>
                  <a:pt x="4108" y="851"/>
                </a:lnTo>
                <a:lnTo>
                  <a:pt x="4373" y="937"/>
                </a:lnTo>
                <a:lnTo>
                  <a:pt x="4656" y="1017"/>
                </a:lnTo>
                <a:lnTo>
                  <a:pt x="4943" y="1097"/>
                </a:lnTo>
                <a:lnTo>
                  <a:pt x="5234" y="1184"/>
                </a:lnTo>
                <a:lnTo>
                  <a:pt x="5502" y="1295"/>
                </a:lnTo>
                <a:lnTo>
                  <a:pt x="5849" y="1344"/>
                </a:lnTo>
                <a:lnTo>
                  <a:pt x="6049" y="1412"/>
                </a:lnTo>
                <a:lnTo>
                  <a:pt x="6269" y="1455"/>
                </a:lnTo>
                <a:lnTo>
                  <a:pt x="6484" y="1498"/>
                </a:lnTo>
                <a:lnTo>
                  <a:pt x="6688" y="1566"/>
                </a:lnTo>
                <a:lnTo>
                  <a:pt x="7190" y="1609"/>
                </a:lnTo>
                <a:lnTo>
                  <a:pt x="7360" y="1665"/>
                </a:lnTo>
                <a:lnTo>
                  <a:pt x="7552" y="1702"/>
                </a:lnTo>
                <a:lnTo>
                  <a:pt x="7752" y="1726"/>
                </a:lnTo>
                <a:lnTo>
                  <a:pt x="7945" y="1745"/>
                </a:lnTo>
                <a:lnTo>
                  <a:pt x="8115" y="1788"/>
                </a:lnTo>
                <a:lnTo>
                  <a:pt x="8413" y="1788"/>
                </a:lnTo>
                <a:lnTo>
                  <a:pt x="8542" y="1825"/>
                </a:lnTo>
                <a:lnTo>
                  <a:pt x="8685" y="1813"/>
                </a:lnTo>
                <a:lnTo>
                  <a:pt x="8980" y="1813"/>
                </a:lnTo>
                <a:lnTo>
                  <a:pt x="9127" y="1850"/>
                </a:lnTo>
                <a:lnTo>
                  <a:pt x="9202" y="1856"/>
                </a:lnTo>
                <a:lnTo>
                  <a:pt x="9282" y="1856"/>
                </a:lnTo>
                <a:lnTo>
                  <a:pt x="9380" y="1850"/>
                </a:lnTo>
                <a:lnTo>
                  <a:pt x="9463" y="1868"/>
                </a:lnTo>
                <a:lnTo>
                  <a:pt x="9622" y="1905"/>
                </a:lnTo>
                <a:lnTo>
                  <a:pt x="9799" y="1911"/>
                </a:lnTo>
                <a:lnTo>
                  <a:pt x="10162" y="1911"/>
                </a:lnTo>
                <a:lnTo>
                  <a:pt x="10430" y="1936"/>
                </a:lnTo>
                <a:lnTo>
                  <a:pt x="10706" y="1924"/>
                </a:lnTo>
                <a:lnTo>
                  <a:pt x="11245" y="1924"/>
                </a:lnTo>
                <a:lnTo>
                  <a:pt x="11245" y="1603"/>
                </a:lnTo>
                <a:lnTo>
                  <a:pt x="11370" y="1622"/>
                </a:lnTo>
                <a:lnTo>
                  <a:pt x="11378" y="1646"/>
                </a:lnTo>
                <a:lnTo>
                  <a:pt x="11385" y="1659"/>
                </a:lnTo>
                <a:lnTo>
                  <a:pt x="11385" y="1665"/>
                </a:lnTo>
                <a:lnTo>
                  <a:pt x="11393" y="1677"/>
                </a:lnTo>
                <a:lnTo>
                  <a:pt x="11404" y="1677"/>
                </a:lnTo>
                <a:lnTo>
                  <a:pt x="11419" y="1702"/>
                </a:lnTo>
                <a:lnTo>
                  <a:pt x="11427" y="1868"/>
                </a:lnTo>
                <a:lnTo>
                  <a:pt x="11438" y="2029"/>
                </a:lnTo>
                <a:lnTo>
                  <a:pt x="11461" y="2152"/>
                </a:lnTo>
                <a:lnTo>
                  <a:pt x="11555" y="2183"/>
                </a:lnTo>
                <a:lnTo>
                  <a:pt x="11646" y="2207"/>
                </a:lnTo>
                <a:lnTo>
                  <a:pt x="11729" y="2251"/>
                </a:lnTo>
                <a:lnTo>
                  <a:pt x="11797" y="2318"/>
                </a:lnTo>
                <a:lnTo>
                  <a:pt x="11914" y="2263"/>
                </a:lnTo>
                <a:lnTo>
                  <a:pt x="12016" y="2251"/>
                </a:lnTo>
                <a:lnTo>
                  <a:pt x="12114" y="2281"/>
                </a:lnTo>
                <a:lnTo>
                  <a:pt x="12193" y="2349"/>
                </a:lnTo>
                <a:lnTo>
                  <a:pt x="12269" y="2472"/>
                </a:lnTo>
                <a:lnTo>
                  <a:pt x="12310" y="2429"/>
                </a:lnTo>
                <a:lnTo>
                  <a:pt x="12360" y="2429"/>
                </a:lnTo>
                <a:lnTo>
                  <a:pt x="12409" y="2466"/>
                </a:lnTo>
                <a:lnTo>
                  <a:pt x="12461" y="2510"/>
                </a:lnTo>
                <a:lnTo>
                  <a:pt x="12518" y="2565"/>
                </a:lnTo>
                <a:lnTo>
                  <a:pt x="12567" y="2620"/>
                </a:lnTo>
                <a:lnTo>
                  <a:pt x="12605" y="2645"/>
                </a:lnTo>
                <a:lnTo>
                  <a:pt x="12669" y="2565"/>
                </a:lnTo>
                <a:lnTo>
                  <a:pt x="12737" y="2497"/>
                </a:lnTo>
                <a:lnTo>
                  <a:pt x="12828" y="2472"/>
                </a:lnTo>
                <a:lnTo>
                  <a:pt x="12828" y="2510"/>
                </a:lnTo>
                <a:lnTo>
                  <a:pt x="12831" y="2522"/>
                </a:lnTo>
                <a:lnTo>
                  <a:pt x="12831" y="2528"/>
                </a:lnTo>
                <a:lnTo>
                  <a:pt x="12839" y="2540"/>
                </a:lnTo>
                <a:lnTo>
                  <a:pt x="12869" y="2553"/>
                </a:lnTo>
                <a:lnTo>
                  <a:pt x="12937" y="2565"/>
                </a:lnTo>
                <a:lnTo>
                  <a:pt x="13024" y="2577"/>
                </a:lnTo>
                <a:lnTo>
                  <a:pt x="13122" y="2590"/>
                </a:lnTo>
                <a:lnTo>
                  <a:pt x="13209" y="2590"/>
                </a:lnTo>
                <a:lnTo>
                  <a:pt x="13292" y="2596"/>
                </a:lnTo>
                <a:lnTo>
                  <a:pt x="13341" y="2596"/>
                </a:lnTo>
                <a:lnTo>
                  <a:pt x="13356" y="2701"/>
                </a:lnTo>
                <a:lnTo>
                  <a:pt x="13285" y="2731"/>
                </a:lnTo>
                <a:lnTo>
                  <a:pt x="13209" y="2775"/>
                </a:lnTo>
                <a:lnTo>
                  <a:pt x="13141" y="2843"/>
                </a:lnTo>
                <a:lnTo>
                  <a:pt x="13081" y="2892"/>
                </a:lnTo>
                <a:lnTo>
                  <a:pt x="13005" y="2947"/>
                </a:lnTo>
                <a:lnTo>
                  <a:pt x="12922" y="2978"/>
                </a:lnTo>
                <a:lnTo>
                  <a:pt x="12854" y="3046"/>
                </a:lnTo>
                <a:lnTo>
                  <a:pt x="12764" y="3169"/>
                </a:lnTo>
                <a:lnTo>
                  <a:pt x="12688" y="3317"/>
                </a:lnTo>
                <a:lnTo>
                  <a:pt x="12612" y="3471"/>
                </a:lnTo>
                <a:lnTo>
                  <a:pt x="12526" y="3632"/>
                </a:lnTo>
                <a:lnTo>
                  <a:pt x="12420" y="3761"/>
                </a:lnTo>
                <a:lnTo>
                  <a:pt x="12420" y="3786"/>
                </a:lnTo>
                <a:lnTo>
                  <a:pt x="12442" y="3786"/>
                </a:lnTo>
                <a:lnTo>
                  <a:pt x="12450" y="3798"/>
                </a:lnTo>
                <a:lnTo>
                  <a:pt x="12454" y="3811"/>
                </a:lnTo>
                <a:lnTo>
                  <a:pt x="12469" y="3811"/>
                </a:lnTo>
                <a:lnTo>
                  <a:pt x="12503" y="3786"/>
                </a:lnTo>
                <a:lnTo>
                  <a:pt x="12560" y="3743"/>
                </a:lnTo>
                <a:lnTo>
                  <a:pt x="12628" y="3687"/>
                </a:lnTo>
                <a:lnTo>
                  <a:pt x="12696" y="3638"/>
                </a:lnTo>
                <a:lnTo>
                  <a:pt x="12764" y="3595"/>
                </a:lnTo>
                <a:lnTo>
                  <a:pt x="12813" y="3576"/>
                </a:lnTo>
                <a:lnTo>
                  <a:pt x="12839" y="3564"/>
                </a:lnTo>
                <a:lnTo>
                  <a:pt x="12862" y="3582"/>
                </a:lnTo>
                <a:lnTo>
                  <a:pt x="12873" y="3595"/>
                </a:lnTo>
                <a:lnTo>
                  <a:pt x="12881" y="3607"/>
                </a:lnTo>
                <a:lnTo>
                  <a:pt x="12881" y="3718"/>
                </a:lnTo>
                <a:lnTo>
                  <a:pt x="12873" y="3743"/>
                </a:lnTo>
                <a:lnTo>
                  <a:pt x="12862" y="3774"/>
                </a:lnTo>
                <a:lnTo>
                  <a:pt x="12854" y="3811"/>
                </a:lnTo>
                <a:lnTo>
                  <a:pt x="12903" y="3811"/>
                </a:lnTo>
                <a:lnTo>
                  <a:pt x="12937" y="3829"/>
                </a:lnTo>
                <a:lnTo>
                  <a:pt x="12979" y="3841"/>
                </a:lnTo>
                <a:lnTo>
                  <a:pt x="13020" y="3841"/>
                </a:lnTo>
                <a:lnTo>
                  <a:pt x="13073" y="3786"/>
                </a:lnTo>
                <a:lnTo>
                  <a:pt x="13115" y="3718"/>
                </a:lnTo>
                <a:lnTo>
                  <a:pt x="13164" y="3638"/>
                </a:lnTo>
                <a:lnTo>
                  <a:pt x="13205" y="3595"/>
                </a:lnTo>
                <a:lnTo>
                  <a:pt x="13375" y="3564"/>
                </a:lnTo>
                <a:lnTo>
                  <a:pt x="13436" y="3496"/>
                </a:lnTo>
                <a:lnTo>
                  <a:pt x="13485" y="3391"/>
                </a:lnTo>
                <a:lnTo>
                  <a:pt x="13541" y="3293"/>
                </a:lnTo>
                <a:lnTo>
                  <a:pt x="13602" y="3212"/>
                </a:lnTo>
                <a:lnTo>
                  <a:pt x="13738" y="3471"/>
                </a:lnTo>
                <a:lnTo>
                  <a:pt x="13776" y="3441"/>
                </a:lnTo>
                <a:lnTo>
                  <a:pt x="13821" y="3428"/>
                </a:lnTo>
                <a:lnTo>
                  <a:pt x="13877" y="3441"/>
                </a:lnTo>
                <a:lnTo>
                  <a:pt x="13938" y="3441"/>
                </a:lnTo>
                <a:lnTo>
                  <a:pt x="13953" y="3459"/>
                </a:lnTo>
                <a:lnTo>
                  <a:pt x="13972" y="3484"/>
                </a:lnTo>
                <a:lnTo>
                  <a:pt x="13987" y="3484"/>
                </a:lnTo>
                <a:lnTo>
                  <a:pt x="14002" y="3496"/>
                </a:lnTo>
                <a:lnTo>
                  <a:pt x="14014" y="3515"/>
                </a:lnTo>
                <a:lnTo>
                  <a:pt x="14047" y="3576"/>
                </a:lnTo>
                <a:lnTo>
                  <a:pt x="14070" y="3632"/>
                </a:lnTo>
                <a:lnTo>
                  <a:pt x="14089" y="3687"/>
                </a:lnTo>
                <a:lnTo>
                  <a:pt x="14123" y="3718"/>
                </a:lnTo>
                <a:lnTo>
                  <a:pt x="14187" y="3743"/>
                </a:lnTo>
                <a:lnTo>
                  <a:pt x="14206" y="3731"/>
                </a:lnTo>
                <a:lnTo>
                  <a:pt x="14221" y="3718"/>
                </a:lnTo>
                <a:lnTo>
                  <a:pt x="14255" y="3718"/>
                </a:lnTo>
                <a:lnTo>
                  <a:pt x="14274" y="3731"/>
                </a:lnTo>
                <a:lnTo>
                  <a:pt x="14297" y="3743"/>
                </a:lnTo>
                <a:lnTo>
                  <a:pt x="14338" y="3638"/>
                </a:lnTo>
                <a:lnTo>
                  <a:pt x="14384" y="3576"/>
                </a:lnTo>
                <a:lnTo>
                  <a:pt x="14440" y="3539"/>
                </a:lnTo>
                <a:lnTo>
                  <a:pt x="14501" y="3515"/>
                </a:lnTo>
                <a:lnTo>
                  <a:pt x="14576" y="3496"/>
                </a:lnTo>
                <a:lnTo>
                  <a:pt x="14659" y="3471"/>
                </a:lnTo>
                <a:lnTo>
                  <a:pt x="14716" y="3441"/>
                </a:lnTo>
                <a:lnTo>
                  <a:pt x="14761" y="3391"/>
                </a:lnTo>
                <a:lnTo>
                  <a:pt x="14818" y="3360"/>
                </a:lnTo>
                <a:lnTo>
                  <a:pt x="14893" y="3348"/>
                </a:lnTo>
                <a:lnTo>
                  <a:pt x="14893" y="3595"/>
                </a:lnTo>
                <a:lnTo>
                  <a:pt x="14969" y="3582"/>
                </a:lnTo>
                <a:lnTo>
                  <a:pt x="15029" y="3576"/>
                </a:lnTo>
                <a:lnTo>
                  <a:pt x="15086" y="3564"/>
                </a:lnTo>
                <a:lnTo>
                  <a:pt x="15154" y="3552"/>
                </a:lnTo>
                <a:lnTo>
                  <a:pt x="15169" y="3619"/>
                </a:lnTo>
                <a:lnTo>
                  <a:pt x="15188" y="3718"/>
                </a:lnTo>
                <a:lnTo>
                  <a:pt x="15214" y="3798"/>
                </a:lnTo>
                <a:lnTo>
                  <a:pt x="15245" y="3829"/>
                </a:lnTo>
                <a:lnTo>
                  <a:pt x="15286" y="3854"/>
                </a:lnTo>
                <a:lnTo>
                  <a:pt x="15324" y="3885"/>
                </a:lnTo>
                <a:lnTo>
                  <a:pt x="15365" y="3922"/>
                </a:lnTo>
                <a:lnTo>
                  <a:pt x="15396" y="3965"/>
                </a:lnTo>
                <a:lnTo>
                  <a:pt x="15414" y="4045"/>
                </a:lnTo>
                <a:lnTo>
                  <a:pt x="15354" y="4070"/>
                </a:lnTo>
                <a:lnTo>
                  <a:pt x="15120" y="4070"/>
                </a:lnTo>
                <a:lnTo>
                  <a:pt x="15120" y="4193"/>
                </a:lnTo>
                <a:lnTo>
                  <a:pt x="15286" y="4316"/>
                </a:lnTo>
                <a:lnTo>
                  <a:pt x="15456" y="4415"/>
                </a:lnTo>
                <a:lnTo>
                  <a:pt x="15641" y="4495"/>
                </a:lnTo>
                <a:lnTo>
                  <a:pt x="15656" y="4563"/>
                </a:lnTo>
                <a:lnTo>
                  <a:pt x="15667" y="4606"/>
                </a:lnTo>
                <a:lnTo>
                  <a:pt x="15675" y="4661"/>
                </a:lnTo>
                <a:lnTo>
                  <a:pt x="15690" y="4742"/>
                </a:lnTo>
                <a:lnTo>
                  <a:pt x="15675" y="4748"/>
                </a:lnTo>
                <a:lnTo>
                  <a:pt x="15667" y="4760"/>
                </a:lnTo>
                <a:lnTo>
                  <a:pt x="15667" y="4773"/>
                </a:lnTo>
                <a:lnTo>
                  <a:pt x="15664" y="4785"/>
                </a:lnTo>
                <a:lnTo>
                  <a:pt x="15664" y="4797"/>
                </a:lnTo>
                <a:lnTo>
                  <a:pt x="15656" y="4816"/>
                </a:lnTo>
                <a:lnTo>
                  <a:pt x="15698" y="4896"/>
                </a:lnTo>
                <a:lnTo>
                  <a:pt x="15724" y="4994"/>
                </a:lnTo>
                <a:lnTo>
                  <a:pt x="15739" y="5118"/>
                </a:lnTo>
                <a:lnTo>
                  <a:pt x="15743" y="5253"/>
                </a:lnTo>
                <a:lnTo>
                  <a:pt x="15743" y="5389"/>
                </a:lnTo>
                <a:lnTo>
                  <a:pt x="15701" y="5389"/>
                </a:lnTo>
                <a:lnTo>
                  <a:pt x="15682" y="5469"/>
                </a:lnTo>
                <a:lnTo>
                  <a:pt x="15675" y="5556"/>
                </a:lnTo>
                <a:lnTo>
                  <a:pt x="15656" y="5636"/>
                </a:lnTo>
                <a:lnTo>
                  <a:pt x="15626" y="5679"/>
                </a:lnTo>
                <a:lnTo>
                  <a:pt x="15607" y="5716"/>
                </a:lnTo>
                <a:lnTo>
                  <a:pt x="15588" y="5728"/>
                </a:lnTo>
                <a:lnTo>
                  <a:pt x="15573" y="5759"/>
                </a:lnTo>
                <a:lnTo>
                  <a:pt x="15565" y="5815"/>
                </a:lnTo>
                <a:lnTo>
                  <a:pt x="15558" y="5919"/>
                </a:lnTo>
                <a:lnTo>
                  <a:pt x="15581" y="5919"/>
                </a:lnTo>
                <a:lnTo>
                  <a:pt x="15592" y="5926"/>
                </a:lnTo>
                <a:lnTo>
                  <a:pt x="15615" y="5926"/>
                </a:lnTo>
                <a:lnTo>
                  <a:pt x="15634" y="5938"/>
                </a:lnTo>
                <a:lnTo>
                  <a:pt x="15698" y="5796"/>
                </a:lnTo>
                <a:lnTo>
                  <a:pt x="15773" y="5660"/>
                </a:lnTo>
                <a:lnTo>
                  <a:pt x="15875" y="5556"/>
                </a:lnTo>
                <a:lnTo>
                  <a:pt x="15992" y="5512"/>
                </a:lnTo>
                <a:lnTo>
                  <a:pt x="16011" y="5556"/>
                </a:lnTo>
                <a:lnTo>
                  <a:pt x="16034" y="5593"/>
                </a:lnTo>
                <a:lnTo>
                  <a:pt x="16060" y="5623"/>
                </a:lnTo>
                <a:lnTo>
                  <a:pt x="16079" y="5648"/>
                </a:lnTo>
                <a:lnTo>
                  <a:pt x="16094" y="5691"/>
                </a:lnTo>
                <a:lnTo>
                  <a:pt x="16117" y="5771"/>
                </a:lnTo>
                <a:lnTo>
                  <a:pt x="16117" y="5858"/>
                </a:lnTo>
                <a:lnTo>
                  <a:pt x="16128" y="5963"/>
                </a:lnTo>
                <a:lnTo>
                  <a:pt x="16143" y="6049"/>
                </a:lnTo>
                <a:lnTo>
                  <a:pt x="16170" y="6166"/>
                </a:lnTo>
                <a:lnTo>
                  <a:pt x="16192" y="6277"/>
                </a:lnTo>
                <a:lnTo>
                  <a:pt x="16219" y="6363"/>
                </a:lnTo>
                <a:lnTo>
                  <a:pt x="16245" y="6363"/>
                </a:lnTo>
                <a:lnTo>
                  <a:pt x="16260" y="6419"/>
                </a:lnTo>
                <a:lnTo>
                  <a:pt x="16260" y="6511"/>
                </a:lnTo>
                <a:lnTo>
                  <a:pt x="16253" y="6610"/>
                </a:lnTo>
                <a:lnTo>
                  <a:pt x="16238" y="6690"/>
                </a:lnTo>
                <a:lnTo>
                  <a:pt x="16230" y="6733"/>
                </a:lnTo>
                <a:lnTo>
                  <a:pt x="16226" y="6783"/>
                </a:lnTo>
                <a:lnTo>
                  <a:pt x="16211" y="6814"/>
                </a:lnTo>
                <a:lnTo>
                  <a:pt x="16196" y="6838"/>
                </a:lnTo>
                <a:lnTo>
                  <a:pt x="16170" y="6844"/>
                </a:lnTo>
                <a:lnTo>
                  <a:pt x="16143" y="6857"/>
                </a:lnTo>
                <a:lnTo>
                  <a:pt x="16136" y="6838"/>
                </a:lnTo>
                <a:lnTo>
                  <a:pt x="16136" y="6801"/>
                </a:lnTo>
                <a:lnTo>
                  <a:pt x="16128" y="6789"/>
                </a:lnTo>
                <a:lnTo>
                  <a:pt x="16121" y="6783"/>
                </a:lnTo>
                <a:lnTo>
                  <a:pt x="16121" y="6838"/>
                </a:lnTo>
                <a:lnTo>
                  <a:pt x="16117" y="6857"/>
                </a:lnTo>
                <a:lnTo>
                  <a:pt x="16094" y="6881"/>
                </a:lnTo>
                <a:lnTo>
                  <a:pt x="16079" y="6906"/>
                </a:lnTo>
                <a:lnTo>
                  <a:pt x="16060" y="6924"/>
                </a:lnTo>
                <a:lnTo>
                  <a:pt x="16045" y="6961"/>
                </a:lnTo>
                <a:lnTo>
                  <a:pt x="15970" y="7060"/>
                </a:lnTo>
                <a:lnTo>
                  <a:pt x="15970" y="7307"/>
                </a:lnTo>
                <a:lnTo>
                  <a:pt x="15951" y="7362"/>
                </a:lnTo>
                <a:lnTo>
                  <a:pt x="15928" y="7405"/>
                </a:lnTo>
                <a:lnTo>
                  <a:pt x="15909" y="7461"/>
                </a:lnTo>
                <a:lnTo>
                  <a:pt x="15894" y="7554"/>
                </a:lnTo>
                <a:lnTo>
                  <a:pt x="15985" y="7578"/>
                </a:lnTo>
                <a:lnTo>
                  <a:pt x="16053" y="7609"/>
                </a:lnTo>
                <a:lnTo>
                  <a:pt x="16121" y="7646"/>
                </a:lnTo>
                <a:lnTo>
                  <a:pt x="16192" y="7677"/>
                </a:lnTo>
                <a:lnTo>
                  <a:pt x="16272" y="7701"/>
                </a:lnTo>
                <a:lnTo>
                  <a:pt x="16321" y="7646"/>
                </a:lnTo>
                <a:lnTo>
                  <a:pt x="16362" y="7609"/>
                </a:lnTo>
                <a:lnTo>
                  <a:pt x="16472" y="7609"/>
                </a:lnTo>
                <a:lnTo>
                  <a:pt x="16521" y="7578"/>
                </a:lnTo>
                <a:lnTo>
                  <a:pt x="16574" y="7510"/>
                </a:lnTo>
                <a:lnTo>
                  <a:pt x="16630" y="7399"/>
                </a:lnTo>
                <a:lnTo>
                  <a:pt x="16680" y="7295"/>
                </a:lnTo>
                <a:lnTo>
                  <a:pt x="16740" y="7208"/>
                </a:lnTo>
                <a:lnTo>
                  <a:pt x="16857" y="7103"/>
                </a:lnTo>
                <a:lnTo>
                  <a:pt x="16982" y="6980"/>
                </a:lnTo>
                <a:lnTo>
                  <a:pt x="17110" y="6844"/>
                </a:lnTo>
                <a:lnTo>
                  <a:pt x="17227" y="6702"/>
                </a:lnTo>
                <a:lnTo>
                  <a:pt x="17337" y="6542"/>
                </a:lnTo>
                <a:lnTo>
                  <a:pt x="17420" y="6363"/>
                </a:lnTo>
                <a:lnTo>
                  <a:pt x="17480" y="6166"/>
                </a:lnTo>
                <a:lnTo>
                  <a:pt x="17469" y="6141"/>
                </a:lnTo>
                <a:lnTo>
                  <a:pt x="17461" y="6104"/>
                </a:lnTo>
                <a:lnTo>
                  <a:pt x="17454" y="6061"/>
                </a:lnTo>
                <a:lnTo>
                  <a:pt x="17446" y="6018"/>
                </a:lnTo>
                <a:lnTo>
                  <a:pt x="17386" y="6018"/>
                </a:lnTo>
                <a:lnTo>
                  <a:pt x="17371" y="5796"/>
                </a:lnTo>
                <a:lnTo>
                  <a:pt x="17461" y="5716"/>
                </a:lnTo>
                <a:lnTo>
                  <a:pt x="17552" y="5648"/>
                </a:lnTo>
                <a:lnTo>
                  <a:pt x="17631" y="5611"/>
                </a:lnTo>
                <a:lnTo>
                  <a:pt x="17729" y="5593"/>
                </a:lnTo>
                <a:lnTo>
                  <a:pt x="17831" y="5593"/>
                </a:lnTo>
                <a:lnTo>
                  <a:pt x="17956" y="5623"/>
                </a:lnTo>
                <a:lnTo>
                  <a:pt x="18016" y="5580"/>
                </a:lnTo>
                <a:lnTo>
                  <a:pt x="18065" y="5549"/>
                </a:lnTo>
                <a:lnTo>
                  <a:pt x="18118" y="5525"/>
                </a:lnTo>
                <a:lnTo>
                  <a:pt x="18190" y="5525"/>
                </a:lnTo>
                <a:lnTo>
                  <a:pt x="18243" y="5401"/>
                </a:lnTo>
                <a:lnTo>
                  <a:pt x="18307" y="5253"/>
                </a:lnTo>
                <a:lnTo>
                  <a:pt x="18352" y="5099"/>
                </a:lnTo>
                <a:lnTo>
                  <a:pt x="18375" y="4933"/>
                </a:lnTo>
                <a:lnTo>
                  <a:pt x="18345" y="4865"/>
                </a:lnTo>
                <a:lnTo>
                  <a:pt x="18318" y="4785"/>
                </a:lnTo>
                <a:lnTo>
                  <a:pt x="18300" y="4686"/>
                </a:lnTo>
                <a:lnTo>
                  <a:pt x="18284" y="4581"/>
                </a:lnTo>
                <a:lnTo>
                  <a:pt x="18360" y="4470"/>
                </a:lnTo>
                <a:lnTo>
                  <a:pt x="18417" y="4347"/>
                </a:lnTo>
                <a:lnTo>
                  <a:pt x="18462" y="4211"/>
                </a:lnTo>
                <a:lnTo>
                  <a:pt x="18503" y="4070"/>
                </a:lnTo>
                <a:lnTo>
                  <a:pt x="18552" y="3922"/>
                </a:lnTo>
                <a:lnTo>
                  <a:pt x="18613" y="3786"/>
                </a:lnTo>
                <a:lnTo>
                  <a:pt x="18688" y="3687"/>
                </a:lnTo>
                <a:lnTo>
                  <a:pt x="18760" y="3632"/>
                </a:lnTo>
                <a:lnTo>
                  <a:pt x="18840" y="3595"/>
                </a:lnTo>
                <a:lnTo>
                  <a:pt x="18930" y="3582"/>
                </a:lnTo>
                <a:lnTo>
                  <a:pt x="19021" y="3564"/>
                </a:lnTo>
                <a:lnTo>
                  <a:pt x="19108" y="3527"/>
                </a:lnTo>
                <a:lnTo>
                  <a:pt x="19357" y="3391"/>
                </a:lnTo>
                <a:lnTo>
                  <a:pt x="19602" y="3280"/>
                </a:lnTo>
                <a:lnTo>
                  <a:pt x="19870" y="3182"/>
                </a:lnTo>
                <a:lnTo>
                  <a:pt x="19870" y="2960"/>
                </a:lnTo>
                <a:lnTo>
                  <a:pt x="19920" y="2947"/>
                </a:lnTo>
                <a:lnTo>
                  <a:pt x="19961" y="2923"/>
                </a:lnTo>
                <a:lnTo>
                  <a:pt x="19995" y="2879"/>
                </a:lnTo>
                <a:lnTo>
                  <a:pt x="20006" y="2812"/>
                </a:lnTo>
                <a:lnTo>
                  <a:pt x="20021" y="2799"/>
                </a:lnTo>
                <a:lnTo>
                  <a:pt x="20029" y="2799"/>
                </a:lnTo>
                <a:lnTo>
                  <a:pt x="20044" y="2812"/>
                </a:lnTo>
                <a:lnTo>
                  <a:pt x="20048" y="2812"/>
                </a:lnTo>
                <a:lnTo>
                  <a:pt x="20055" y="2824"/>
                </a:lnTo>
                <a:lnTo>
                  <a:pt x="20071" y="2812"/>
                </a:lnTo>
                <a:lnTo>
                  <a:pt x="20063" y="2713"/>
                </a:lnTo>
                <a:lnTo>
                  <a:pt x="20089" y="2608"/>
                </a:lnTo>
                <a:lnTo>
                  <a:pt x="20123" y="2497"/>
                </a:lnTo>
                <a:lnTo>
                  <a:pt x="20154" y="2386"/>
                </a:lnTo>
                <a:lnTo>
                  <a:pt x="20146" y="2318"/>
                </a:lnTo>
                <a:lnTo>
                  <a:pt x="20139" y="2226"/>
                </a:lnTo>
                <a:lnTo>
                  <a:pt x="20131" y="2115"/>
                </a:lnTo>
                <a:lnTo>
                  <a:pt x="20131" y="2004"/>
                </a:lnTo>
                <a:lnTo>
                  <a:pt x="20139" y="1905"/>
                </a:lnTo>
                <a:lnTo>
                  <a:pt x="20139" y="1893"/>
                </a:lnTo>
                <a:lnTo>
                  <a:pt x="20154" y="1881"/>
                </a:lnTo>
                <a:lnTo>
                  <a:pt x="20157" y="1856"/>
                </a:lnTo>
                <a:lnTo>
                  <a:pt x="20172" y="1837"/>
                </a:lnTo>
                <a:lnTo>
                  <a:pt x="20180" y="1825"/>
                </a:lnTo>
                <a:lnTo>
                  <a:pt x="20188" y="1813"/>
                </a:lnTo>
                <a:lnTo>
                  <a:pt x="20180" y="1733"/>
                </a:lnTo>
                <a:lnTo>
                  <a:pt x="20157" y="1646"/>
                </a:lnTo>
                <a:lnTo>
                  <a:pt x="20154" y="1554"/>
                </a:lnTo>
                <a:lnTo>
                  <a:pt x="20180" y="1430"/>
                </a:lnTo>
                <a:lnTo>
                  <a:pt x="20214" y="1307"/>
                </a:lnTo>
                <a:lnTo>
                  <a:pt x="20248" y="1209"/>
                </a:lnTo>
                <a:lnTo>
                  <a:pt x="20271" y="1116"/>
                </a:lnTo>
                <a:lnTo>
                  <a:pt x="20274" y="1042"/>
                </a:lnTo>
                <a:lnTo>
                  <a:pt x="20282" y="962"/>
                </a:lnTo>
                <a:lnTo>
                  <a:pt x="20305" y="894"/>
                </a:lnTo>
                <a:lnTo>
                  <a:pt x="20331" y="838"/>
                </a:lnTo>
                <a:lnTo>
                  <a:pt x="20373" y="802"/>
                </a:lnTo>
                <a:lnTo>
                  <a:pt x="20391" y="795"/>
                </a:lnTo>
                <a:lnTo>
                  <a:pt x="20433" y="795"/>
                </a:lnTo>
                <a:lnTo>
                  <a:pt x="20460" y="783"/>
                </a:lnTo>
                <a:lnTo>
                  <a:pt x="20482" y="783"/>
                </a:lnTo>
                <a:lnTo>
                  <a:pt x="20490" y="814"/>
                </a:lnTo>
                <a:lnTo>
                  <a:pt x="20490" y="838"/>
                </a:lnTo>
                <a:lnTo>
                  <a:pt x="20482" y="869"/>
                </a:lnTo>
                <a:lnTo>
                  <a:pt x="20482" y="925"/>
                </a:lnTo>
                <a:lnTo>
                  <a:pt x="20497" y="949"/>
                </a:lnTo>
                <a:lnTo>
                  <a:pt x="20516" y="962"/>
                </a:lnTo>
                <a:lnTo>
                  <a:pt x="20584" y="851"/>
                </a:lnTo>
                <a:lnTo>
                  <a:pt x="20686" y="771"/>
                </a:lnTo>
                <a:lnTo>
                  <a:pt x="20803" y="728"/>
                </a:lnTo>
                <a:lnTo>
                  <a:pt x="20852" y="771"/>
                </a:lnTo>
                <a:lnTo>
                  <a:pt x="20909" y="814"/>
                </a:lnTo>
                <a:lnTo>
                  <a:pt x="20962" y="863"/>
                </a:lnTo>
                <a:lnTo>
                  <a:pt x="20988" y="925"/>
                </a:lnTo>
                <a:lnTo>
                  <a:pt x="21045" y="1097"/>
                </a:lnTo>
                <a:lnTo>
                  <a:pt x="21086" y="1289"/>
                </a:lnTo>
                <a:lnTo>
                  <a:pt x="21128" y="1486"/>
                </a:lnTo>
                <a:lnTo>
                  <a:pt x="21162" y="1659"/>
                </a:lnTo>
                <a:lnTo>
                  <a:pt x="21169" y="1745"/>
                </a:lnTo>
                <a:lnTo>
                  <a:pt x="21177" y="1837"/>
                </a:lnTo>
                <a:lnTo>
                  <a:pt x="21188" y="1924"/>
                </a:lnTo>
                <a:lnTo>
                  <a:pt x="21215" y="1979"/>
                </a:lnTo>
                <a:lnTo>
                  <a:pt x="21256" y="2004"/>
                </a:lnTo>
                <a:lnTo>
                  <a:pt x="21305" y="2016"/>
                </a:lnTo>
                <a:lnTo>
                  <a:pt x="21339" y="2035"/>
                </a:lnTo>
                <a:lnTo>
                  <a:pt x="21366" y="2127"/>
                </a:lnTo>
                <a:lnTo>
                  <a:pt x="21381" y="2238"/>
                </a:lnTo>
                <a:lnTo>
                  <a:pt x="21404" y="2343"/>
                </a:lnTo>
                <a:lnTo>
                  <a:pt x="21422" y="2331"/>
                </a:lnTo>
                <a:lnTo>
                  <a:pt x="21441" y="2318"/>
                </a:lnTo>
                <a:lnTo>
                  <a:pt x="21464" y="2318"/>
                </a:lnTo>
                <a:lnTo>
                  <a:pt x="21498" y="2306"/>
                </a:lnTo>
                <a:lnTo>
                  <a:pt x="21513" y="2349"/>
                </a:lnTo>
                <a:lnTo>
                  <a:pt x="21532" y="2386"/>
                </a:lnTo>
                <a:lnTo>
                  <a:pt x="21555" y="2417"/>
                </a:lnTo>
                <a:lnTo>
                  <a:pt x="21589" y="2442"/>
                </a:lnTo>
                <a:lnTo>
                  <a:pt x="21589" y="2522"/>
                </a:lnTo>
                <a:lnTo>
                  <a:pt x="21592" y="2608"/>
                </a:lnTo>
                <a:lnTo>
                  <a:pt x="21600" y="2731"/>
                </a:lnTo>
                <a:lnTo>
                  <a:pt x="21540" y="2799"/>
                </a:lnTo>
                <a:lnTo>
                  <a:pt x="21471" y="2892"/>
                </a:lnTo>
                <a:lnTo>
                  <a:pt x="21404" y="2978"/>
                </a:lnTo>
                <a:lnTo>
                  <a:pt x="21347" y="3089"/>
                </a:lnTo>
                <a:lnTo>
                  <a:pt x="21320" y="3212"/>
                </a:lnTo>
                <a:lnTo>
                  <a:pt x="21271" y="3206"/>
                </a:lnTo>
                <a:lnTo>
                  <a:pt x="21237" y="3182"/>
                </a:lnTo>
                <a:lnTo>
                  <a:pt x="21196" y="3157"/>
                </a:lnTo>
                <a:lnTo>
                  <a:pt x="21181" y="3182"/>
                </a:lnTo>
                <a:lnTo>
                  <a:pt x="21169" y="3206"/>
                </a:lnTo>
                <a:lnTo>
                  <a:pt x="21147" y="3212"/>
                </a:lnTo>
                <a:lnTo>
                  <a:pt x="21135" y="3237"/>
                </a:lnTo>
                <a:lnTo>
                  <a:pt x="21147" y="3268"/>
                </a:lnTo>
                <a:lnTo>
                  <a:pt x="21154" y="3305"/>
                </a:lnTo>
                <a:lnTo>
                  <a:pt x="21162" y="3336"/>
                </a:lnTo>
                <a:lnTo>
                  <a:pt x="21162" y="3385"/>
                </a:lnTo>
                <a:lnTo>
                  <a:pt x="20996" y="3360"/>
                </a:lnTo>
                <a:lnTo>
                  <a:pt x="20988" y="3459"/>
                </a:lnTo>
                <a:lnTo>
                  <a:pt x="20988" y="3663"/>
                </a:lnTo>
                <a:lnTo>
                  <a:pt x="20977" y="3687"/>
                </a:lnTo>
                <a:lnTo>
                  <a:pt x="20962" y="3700"/>
                </a:lnTo>
                <a:lnTo>
                  <a:pt x="20950" y="3718"/>
                </a:lnTo>
                <a:lnTo>
                  <a:pt x="20943" y="3731"/>
                </a:lnTo>
                <a:lnTo>
                  <a:pt x="20920" y="3755"/>
                </a:lnTo>
                <a:lnTo>
                  <a:pt x="20901" y="3761"/>
                </a:lnTo>
                <a:lnTo>
                  <a:pt x="20894" y="3755"/>
                </a:lnTo>
                <a:lnTo>
                  <a:pt x="20886" y="3755"/>
                </a:lnTo>
                <a:lnTo>
                  <a:pt x="20886" y="3743"/>
                </a:lnTo>
                <a:lnTo>
                  <a:pt x="20879" y="3743"/>
                </a:lnTo>
                <a:lnTo>
                  <a:pt x="20867" y="3731"/>
                </a:lnTo>
                <a:lnTo>
                  <a:pt x="20860" y="3829"/>
                </a:lnTo>
                <a:lnTo>
                  <a:pt x="20833" y="3897"/>
                </a:lnTo>
                <a:lnTo>
                  <a:pt x="20803" y="3946"/>
                </a:lnTo>
                <a:lnTo>
                  <a:pt x="20777" y="4002"/>
                </a:lnTo>
                <a:lnTo>
                  <a:pt x="20743" y="4057"/>
                </a:lnTo>
                <a:lnTo>
                  <a:pt x="20709" y="4045"/>
                </a:lnTo>
                <a:lnTo>
                  <a:pt x="20660" y="4045"/>
                </a:lnTo>
                <a:lnTo>
                  <a:pt x="20618" y="4033"/>
                </a:lnTo>
                <a:lnTo>
                  <a:pt x="20618" y="4113"/>
                </a:lnTo>
                <a:lnTo>
                  <a:pt x="20626" y="4180"/>
                </a:lnTo>
                <a:lnTo>
                  <a:pt x="20611" y="4279"/>
                </a:lnTo>
                <a:lnTo>
                  <a:pt x="20592" y="4403"/>
                </a:lnTo>
                <a:lnTo>
                  <a:pt x="20565" y="4538"/>
                </a:lnTo>
                <a:lnTo>
                  <a:pt x="20542" y="4692"/>
                </a:lnTo>
                <a:lnTo>
                  <a:pt x="20531" y="4840"/>
                </a:lnTo>
                <a:lnTo>
                  <a:pt x="20535" y="4988"/>
                </a:lnTo>
                <a:lnTo>
                  <a:pt x="20626" y="4988"/>
                </a:lnTo>
                <a:lnTo>
                  <a:pt x="20626" y="5112"/>
                </a:lnTo>
                <a:lnTo>
                  <a:pt x="20607" y="5118"/>
                </a:lnTo>
                <a:lnTo>
                  <a:pt x="20584" y="5142"/>
                </a:lnTo>
                <a:lnTo>
                  <a:pt x="20565" y="5167"/>
                </a:lnTo>
                <a:lnTo>
                  <a:pt x="20550" y="5186"/>
                </a:lnTo>
                <a:lnTo>
                  <a:pt x="20535" y="5210"/>
                </a:lnTo>
                <a:lnTo>
                  <a:pt x="20535" y="5358"/>
                </a:lnTo>
                <a:lnTo>
                  <a:pt x="20599" y="5358"/>
                </a:lnTo>
                <a:lnTo>
                  <a:pt x="20641" y="5401"/>
                </a:lnTo>
                <a:lnTo>
                  <a:pt x="20682" y="5469"/>
                </a:lnTo>
                <a:lnTo>
                  <a:pt x="20716" y="5549"/>
                </a:lnTo>
                <a:lnTo>
                  <a:pt x="20750" y="5611"/>
                </a:lnTo>
                <a:lnTo>
                  <a:pt x="20799" y="5679"/>
                </a:lnTo>
                <a:lnTo>
                  <a:pt x="20852" y="5704"/>
                </a:lnTo>
                <a:lnTo>
                  <a:pt x="20875" y="5679"/>
                </a:lnTo>
                <a:lnTo>
                  <a:pt x="20886" y="5648"/>
                </a:lnTo>
                <a:lnTo>
                  <a:pt x="20894" y="5623"/>
                </a:lnTo>
                <a:lnTo>
                  <a:pt x="20909" y="5605"/>
                </a:lnTo>
                <a:lnTo>
                  <a:pt x="20920" y="5556"/>
                </a:lnTo>
                <a:lnTo>
                  <a:pt x="20875" y="5525"/>
                </a:lnTo>
                <a:lnTo>
                  <a:pt x="20833" y="5488"/>
                </a:lnTo>
                <a:lnTo>
                  <a:pt x="20777" y="5457"/>
                </a:lnTo>
                <a:lnTo>
                  <a:pt x="20784" y="5377"/>
                </a:lnTo>
                <a:lnTo>
                  <a:pt x="20867" y="5377"/>
                </a:lnTo>
                <a:lnTo>
                  <a:pt x="20909" y="5389"/>
                </a:lnTo>
                <a:lnTo>
                  <a:pt x="20935" y="5457"/>
                </a:lnTo>
                <a:lnTo>
                  <a:pt x="20969" y="5525"/>
                </a:lnTo>
                <a:lnTo>
                  <a:pt x="20996" y="5605"/>
                </a:lnTo>
                <a:lnTo>
                  <a:pt x="21011" y="5704"/>
                </a:lnTo>
                <a:lnTo>
                  <a:pt x="20943" y="5796"/>
                </a:lnTo>
                <a:lnTo>
                  <a:pt x="20867" y="5870"/>
                </a:lnTo>
                <a:lnTo>
                  <a:pt x="20792" y="5950"/>
                </a:lnTo>
                <a:lnTo>
                  <a:pt x="20701" y="5981"/>
                </a:lnTo>
                <a:lnTo>
                  <a:pt x="20701" y="5882"/>
                </a:lnTo>
                <a:lnTo>
                  <a:pt x="20686" y="5882"/>
                </a:lnTo>
                <a:lnTo>
                  <a:pt x="20686" y="5926"/>
                </a:lnTo>
                <a:lnTo>
                  <a:pt x="20648" y="5975"/>
                </a:lnTo>
                <a:lnTo>
                  <a:pt x="20626" y="6030"/>
                </a:lnTo>
                <a:lnTo>
                  <a:pt x="20599" y="6074"/>
                </a:lnTo>
                <a:lnTo>
                  <a:pt x="20565" y="6104"/>
                </a:lnTo>
                <a:lnTo>
                  <a:pt x="20516" y="6129"/>
                </a:lnTo>
                <a:lnTo>
                  <a:pt x="20516" y="6086"/>
                </a:lnTo>
                <a:lnTo>
                  <a:pt x="20501" y="6061"/>
                </a:lnTo>
                <a:lnTo>
                  <a:pt x="20497" y="6043"/>
                </a:lnTo>
                <a:lnTo>
                  <a:pt x="20490" y="6018"/>
                </a:lnTo>
                <a:lnTo>
                  <a:pt x="20490" y="5993"/>
                </a:lnTo>
                <a:lnTo>
                  <a:pt x="20482" y="5963"/>
                </a:lnTo>
                <a:lnTo>
                  <a:pt x="20456" y="5963"/>
                </a:lnTo>
                <a:lnTo>
                  <a:pt x="20448" y="5975"/>
                </a:lnTo>
                <a:lnTo>
                  <a:pt x="20441" y="5981"/>
                </a:lnTo>
                <a:lnTo>
                  <a:pt x="20460" y="6061"/>
                </a:lnTo>
                <a:lnTo>
                  <a:pt x="20475" y="6141"/>
                </a:lnTo>
                <a:lnTo>
                  <a:pt x="20467" y="6228"/>
                </a:lnTo>
                <a:lnTo>
                  <a:pt x="20339" y="6345"/>
                </a:lnTo>
                <a:lnTo>
                  <a:pt x="20199" y="6456"/>
                </a:lnTo>
                <a:lnTo>
                  <a:pt x="20055" y="6592"/>
                </a:lnTo>
                <a:lnTo>
                  <a:pt x="19920" y="6721"/>
                </a:lnTo>
                <a:lnTo>
                  <a:pt x="19795" y="6881"/>
                </a:lnTo>
                <a:lnTo>
                  <a:pt x="19704" y="7048"/>
                </a:lnTo>
                <a:lnTo>
                  <a:pt x="19693" y="7196"/>
                </a:lnTo>
                <a:lnTo>
                  <a:pt x="19659" y="7251"/>
                </a:lnTo>
                <a:lnTo>
                  <a:pt x="19625" y="7295"/>
                </a:lnTo>
                <a:lnTo>
                  <a:pt x="19591" y="7331"/>
                </a:lnTo>
                <a:lnTo>
                  <a:pt x="19561" y="7399"/>
                </a:lnTo>
                <a:lnTo>
                  <a:pt x="19549" y="7498"/>
                </a:lnTo>
                <a:lnTo>
                  <a:pt x="19670" y="7498"/>
                </a:lnTo>
                <a:lnTo>
                  <a:pt x="19670" y="7541"/>
                </a:lnTo>
                <a:lnTo>
                  <a:pt x="19685" y="7609"/>
                </a:lnTo>
                <a:lnTo>
                  <a:pt x="19685" y="7788"/>
                </a:lnTo>
                <a:lnTo>
                  <a:pt x="19693" y="7954"/>
                </a:lnTo>
                <a:lnTo>
                  <a:pt x="19700" y="8090"/>
                </a:lnTo>
                <a:lnTo>
                  <a:pt x="19685" y="8213"/>
                </a:lnTo>
                <a:lnTo>
                  <a:pt x="19666" y="8293"/>
                </a:lnTo>
                <a:lnTo>
                  <a:pt x="19636" y="8349"/>
                </a:lnTo>
                <a:lnTo>
                  <a:pt x="19625" y="8429"/>
                </a:lnTo>
                <a:lnTo>
                  <a:pt x="19610" y="8540"/>
                </a:lnTo>
                <a:lnTo>
                  <a:pt x="19591" y="8540"/>
                </a:lnTo>
                <a:lnTo>
                  <a:pt x="19583" y="8552"/>
                </a:lnTo>
                <a:lnTo>
                  <a:pt x="19568" y="8552"/>
                </a:lnTo>
                <a:lnTo>
                  <a:pt x="19568" y="8565"/>
                </a:lnTo>
                <a:lnTo>
                  <a:pt x="19561" y="8583"/>
                </a:lnTo>
                <a:lnTo>
                  <a:pt x="19568" y="8639"/>
                </a:lnTo>
                <a:lnTo>
                  <a:pt x="19553" y="8719"/>
                </a:lnTo>
                <a:lnTo>
                  <a:pt x="19534" y="8799"/>
                </a:lnTo>
                <a:lnTo>
                  <a:pt x="19500" y="8879"/>
                </a:lnTo>
                <a:lnTo>
                  <a:pt x="19459" y="8935"/>
                </a:lnTo>
                <a:lnTo>
                  <a:pt x="19417" y="8953"/>
                </a:lnTo>
                <a:lnTo>
                  <a:pt x="19417" y="8935"/>
                </a:lnTo>
                <a:lnTo>
                  <a:pt x="19402" y="8935"/>
                </a:lnTo>
                <a:lnTo>
                  <a:pt x="19410" y="8842"/>
                </a:lnTo>
                <a:lnTo>
                  <a:pt x="19402" y="8787"/>
                </a:lnTo>
                <a:lnTo>
                  <a:pt x="19376" y="8744"/>
                </a:lnTo>
                <a:lnTo>
                  <a:pt x="19334" y="8762"/>
                </a:lnTo>
                <a:lnTo>
                  <a:pt x="19308" y="8762"/>
                </a:lnTo>
                <a:lnTo>
                  <a:pt x="19274" y="8731"/>
                </a:lnTo>
                <a:lnTo>
                  <a:pt x="19240" y="8688"/>
                </a:lnTo>
                <a:lnTo>
                  <a:pt x="19240" y="8706"/>
                </a:lnTo>
                <a:lnTo>
                  <a:pt x="19266" y="8787"/>
                </a:lnTo>
                <a:lnTo>
                  <a:pt x="19289" y="8867"/>
                </a:lnTo>
                <a:lnTo>
                  <a:pt x="19315" y="8935"/>
                </a:lnTo>
                <a:lnTo>
                  <a:pt x="19357" y="8990"/>
                </a:lnTo>
                <a:lnTo>
                  <a:pt x="19376" y="9003"/>
                </a:lnTo>
                <a:lnTo>
                  <a:pt x="19398" y="9009"/>
                </a:lnTo>
                <a:lnTo>
                  <a:pt x="19417" y="9021"/>
                </a:lnTo>
                <a:lnTo>
                  <a:pt x="19440" y="9033"/>
                </a:lnTo>
                <a:lnTo>
                  <a:pt x="19440" y="9132"/>
                </a:lnTo>
                <a:lnTo>
                  <a:pt x="19444" y="9187"/>
                </a:lnTo>
                <a:lnTo>
                  <a:pt x="19451" y="9224"/>
                </a:lnTo>
                <a:lnTo>
                  <a:pt x="19466" y="9249"/>
                </a:lnTo>
                <a:lnTo>
                  <a:pt x="19478" y="9280"/>
                </a:lnTo>
                <a:lnTo>
                  <a:pt x="19493" y="9360"/>
                </a:lnTo>
                <a:lnTo>
                  <a:pt x="19478" y="9360"/>
                </a:lnTo>
                <a:lnTo>
                  <a:pt x="19466" y="9372"/>
                </a:lnTo>
                <a:lnTo>
                  <a:pt x="19459" y="9372"/>
                </a:lnTo>
                <a:lnTo>
                  <a:pt x="19459" y="9379"/>
                </a:lnTo>
                <a:lnTo>
                  <a:pt x="19451" y="9403"/>
                </a:lnTo>
                <a:lnTo>
                  <a:pt x="19451" y="9428"/>
                </a:lnTo>
                <a:lnTo>
                  <a:pt x="19459" y="9446"/>
                </a:lnTo>
                <a:lnTo>
                  <a:pt x="19466" y="9483"/>
                </a:lnTo>
                <a:lnTo>
                  <a:pt x="19466" y="9557"/>
                </a:lnTo>
                <a:lnTo>
                  <a:pt x="19451" y="9582"/>
                </a:lnTo>
                <a:lnTo>
                  <a:pt x="19440" y="9607"/>
                </a:lnTo>
                <a:lnTo>
                  <a:pt x="19425" y="9625"/>
                </a:lnTo>
                <a:lnTo>
                  <a:pt x="19410" y="9662"/>
                </a:lnTo>
                <a:lnTo>
                  <a:pt x="19398" y="9681"/>
                </a:lnTo>
                <a:lnTo>
                  <a:pt x="19383" y="9705"/>
                </a:lnTo>
                <a:lnTo>
                  <a:pt x="19368" y="9798"/>
                </a:lnTo>
                <a:lnTo>
                  <a:pt x="19364" y="9921"/>
                </a:lnTo>
                <a:lnTo>
                  <a:pt x="19357" y="10051"/>
                </a:lnTo>
                <a:lnTo>
                  <a:pt x="19349" y="10174"/>
                </a:lnTo>
                <a:lnTo>
                  <a:pt x="19334" y="10279"/>
                </a:lnTo>
                <a:lnTo>
                  <a:pt x="19289" y="10279"/>
                </a:lnTo>
                <a:lnTo>
                  <a:pt x="19289" y="10378"/>
                </a:lnTo>
                <a:lnTo>
                  <a:pt x="19281" y="10482"/>
                </a:lnTo>
                <a:lnTo>
                  <a:pt x="19259" y="10569"/>
                </a:lnTo>
                <a:lnTo>
                  <a:pt x="19251" y="10581"/>
                </a:lnTo>
                <a:lnTo>
                  <a:pt x="19247" y="10581"/>
                </a:lnTo>
                <a:lnTo>
                  <a:pt x="19240" y="10593"/>
                </a:lnTo>
                <a:lnTo>
                  <a:pt x="19213" y="10593"/>
                </a:lnTo>
                <a:lnTo>
                  <a:pt x="19191" y="10501"/>
                </a:lnTo>
                <a:lnTo>
                  <a:pt x="19176" y="10414"/>
                </a:lnTo>
                <a:lnTo>
                  <a:pt x="19172" y="10310"/>
                </a:lnTo>
                <a:lnTo>
                  <a:pt x="19172" y="10174"/>
                </a:lnTo>
                <a:lnTo>
                  <a:pt x="19191" y="10100"/>
                </a:lnTo>
                <a:lnTo>
                  <a:pt x="19213" y="9989"/>
                </a:lnTo>
                <a:lnTo>
                  <a:pt x="19232" y="9897"/>
                </a:lnTo>
                <a:lnTo>
                  <a:pt x="19157" y="9897"/>
                </a:lnTo>
                <a:lnTo>
                  <a:pt x="19157" y="9829"/>
                </a:lnTo>
                <a:lnTo>
                  <a:pt x="19164" y="9804"/>
                </a:lnTo>
                <a:lnTo>
                  <a:pt x="19172" y="9773"/>
                </a:lnTo>
                <a:lnTo>
                  <a:pt x="19100" y="9743"/>
                </a:lnTo>
                <a:lnTo>
                  <a:pt x="19055" y="9681"/>
                </a:lnTo>
                <a:lnTo>
                  <a:pt x="19006" y="9638"/>
                </a:lnTo>
                <a:lnTo>
                  <a:pt x="18957" y="9625"/>
                </a:lnTo>
                <a:lnTo>
                  <a:pt x="18938" y="9625"/>
                </a:lnTo>
                <a:lnTo>
                  <a:pt x="18957" y="9662"/>
                </a:lnTo>
                <a:lnTo>
                  <a:pt x="18972" y="9681"/>
                </a:lnTo>
                <a:lnTo>
                  <a:pt x="18991" y="9718"/>
                </a:lnTo>
                <a:lnTo>
                  <a:pt x="18998" y="9749"/>
                </a:lnTo>
                <a:lnTo>
                  <a:pt x="19006" y="9786"/>
                </a:lnTo>
                <a:lnTo>
                  <a:pt x="19006" y="9829"/>
                </a:lnTo>
                <a:lnTo>
                  <a:pt x="18998" y="9853"/>
                </a:lnTo>
                <a:lnTo>
                  <a:pt x="18998" y="9897"/>
                </a:lnTo>
                <a:lnTo>
                  <a:pt x="19032" y="9952"/>
                </a:lnTo>
                <a:lnTo>
                  <a:pt x="19055" y="9995"/>
                </a:lnTo>
                <a:lnTo>
                  <a:pt x="19062" y="10063"/>
                </a:lnTo>
                <a:lnTo>
                  <a:pt x="19062" y="10174"/>
                </a:lnTo>
                <a:lnTo>
                  <a:pt x="19055" y="10186"/>
                </a:lnTo>
                <a:lnTo>
                  <a:pt x="19047" y="10211"/>
                </a:lnTo>
                <a:lnTo>
                  <a:pt x="19047" y="10279"/>
                </a:lnTo>
                <a:lnTo>
                  <a:pt x="19089" y="10279"/>
                </a:lnTo>
                <a:lnTo>
                  <a:pt x="19108" y="10334"/>
                </a:lnTo>
                <a:lnTo>
                  <a:pt x="19115" y="10402"/>
                </a:lnTo>
                <a:lnTo>
                  <a:pt x="19123" y="10489"/>
                </a:lnTo>
                <a:lnTo>
                  <a:pt x="19062" y="10489"/>
                </a:lnTo>
                <a:lnTo>
                  <a:pt x="19062" y="10526"/>
                </a:lnTo>
                <a:lnTo>
                  <a:pt x="19096" y="10556"/>
                </a:lnTo>
                <a:lnTo>
                  <a:pt x="19115" y="10593"/>
                </a:lnTo>
                <a:lnTo>
                  <a:pt x="19130" y="10637"/>
                </a:lnTo>
                <a:lnTo>
                  <a:pt x="19138" y="10717"/>
                </a:lnTo>
                <a:lnTo>
                  <a:pt x="19259" y="10717"/>
                </a:lnTo>
                <a:lnTo>
                  <a:pt x="19289" y="10791"/>
                </a:lnTo>
                <a:lnTo>
                  <a:pt x="19334" y="10871"/>
                </a:lnTo>
                <a:lnTo>
                  <a:pt x="19376" y="10951"/>
                </a:lnTo>
                <a:lnTo>
                  <a:pt x="19410" y="11019"/>
                </a:lnTo>
                <a:lnTo>
                  <a:pt x="19440" y="11130"/>
                </a:lnTo>
                <a:lnTo>
                  <a:pt x="19451" y="11253"/>
                </a:lnTo>
                <a:lnTo>
                  <a:pt x="19485" y="11364"/>
                </a:lnTo>
                <a:lnTo>
                  <a:pt x="19515" y="11432"/>
                </a:lnTo>
                <a:lnTo>
                  <a:pt x="19549" y="11475"/>
                </a:lnTo>
                <a:lnTo>
                  <a:pt x="19583" y="11531"/>
                </a:lnTo>
                <a:lnTo>
                  <a:pt x="19610" y="11611"/>
                </a:lnTo>
                <a:lnTo>
                  <a:pt x="19625" y="11716"/>
                </a:lnTo>
                <a:lnTo>
                  <a:pt x="19561" y="11716"/>
                </a:lnTo>
                <a:lnTo>
                  <a:pt x="19561" y="11635"/>
                </a:lnTo>
                <a:lnTo>
                  <a:pt x="19515" y="11592"/>
                </a:lnTo>
                <a:lnTo>
                  <a:pt x="19515" y="11611"/>
                </a:lnTo>
                <a:lnTo>
                  <a:pt x="19542" y="11679"/>
                </a:lnTo>
                <a:lnTo>
                  <a:pt x="19553" y="11759"/>
                </a:lnTo>
                <a:lnTo>
                  <a:pt x="19561" y="11857"/>
                </a:lnTo>
                <a:lnTo>
                  <a:pt x="19519" y="11938"/>
                </a:lnTo>
                <a:lnTo>
                  <a:pt x="19493" y="12005"/>
                </a:lnTo>
                <a:lnTo>
                  <a:pt x="19466" y="12086"/>
                </a:lnTo>
                <a:lnTo>
                  <a:pt x="19432" y="12147"/>
                </a:lnTo>
                <a:lnTo>
                  <a:pt x="19383" y="12184"/>
                </a:lnTo>
                <a:lnTo>
                  <a:pt x="19315" y="12209"/>
                </a:lnTo>
                <a:lnTo>
                  <a:pt x="19293" y="12184"/>
                </a:lnTo>
                <a:lnTo>
                  <a:pt x="19274" y="12172"/>
                </a:lnTo>
                <a:lnTo>
                  <a:pt x="19247" y="12160"/>
                </a:lnTo>
                <a:lnTo>
                  <a:pt x="19217" y="12147"/>
                </a:lnTo>
                <a:lnTo>
                  <a:pt x="19217" y="12184"/>
                </a:lnTo>
                <a:lnTo>
                  <a:pt x="19232" y="12184"/>
                </a:lnTo>
                <a:lnTo>
                  <a:pt x="19251" y="12197"/>
                </a:lnTo>
                <a:lnTo>
                  <a:pt x="19266" y="12215"/>
                </a:lnTo>
                <a:lnTo>
                  <a:pt x="19289" y="12227"/>
                </a:lnTo>
                <a:lnTo>
                  <a:pt x="19300" y="12252"/>
                </a:lnTo>
                <a:lnTo>
                  <a:pt x="19308" y="12283"/>
                </a:lnTo>
                <a:lnTo>
                  <a:pt x="19293" y="12295"/>
                </a:lnTo>
                <a:lnTo>
                  <a:pt x="19281" y="12320"/>
                </a:lnTo>
                <a:lnTo>
                  <a:pt x="19274" y="12332"/>
                </a:lnTo>
                <a:lnTo>
                  <a:pt x="19274" y="12351"/>
                </a:lnTo>
                <a:lnTo>
                  <a:pt x="19266" y="12388"/>
                </a:lnTo>
                <a:lnTo>
                  <a:pt x="19266" y="12431"/>
                </a:lnTo>
                <a:lnTo>
                  <a:pt x="19281" y="12431"/>
                </a:lnTo>
                <a:lnTo>
                  <a:pt x="19308" y="12394"/>
                </a:lnTo>
                <a:lnTo>
                  <a:pt x="19342" y="12394"/>
                </a:lnTo>
                <a:lnTo>
                  <a:pt x="19402" y="12406"/>
                </a:lnTo>
                <a:lnTo>
                  <a:pt x="19402" y="12579"/>
                </a:lnTo>
                <a:lnTo>
                  <a:pt x="19383" y="12610"/>
                </a:lnTo>
                <a:lnTo>
                  <a:pt x="19364" y="12653"/>
                </a:lnTo>
                <a:lnTo>
                  <a:pt x="19349" y="12690"/>
                </a:lnTo>
                <a:lnTo>
                  <a:pt x="19323" y="12721"/>
                </a:lnTo>
                <a:lnTo>
                  <a:pt x="19266" y="12764"/>
                </a:lnTo>
                <a:lnTo>
                  <a:pt x="19191" y="12788"/>
                </a:lnTo>
                <a:lnTo>
                  <a:pt x="19115" y="12813"/>
                </a:lnTo>
                <a:lnTo>
                  <a:pt x="19062" y="12844"/>
                </a:lnTo>
                <a:lnTo>
                  <a:pt x="19047" y="12869"/>
                </a:lnTo>
                <a:lnTo>
                  <a:pt x="19021" y="12924"/>
                </a:lnTo>
                <a:lnTo>
                  <a:pt x="18987" y="12992"/>
                </a:lnTo>
                <a:lnTo>
                  <a:pt x="18949" y="13072"/>
                </a:lnTo>
                <a:lnTo>
                  <a:pt x="18915" y="13146"/>
                </a:lnTo>
                <a:lnTo>
                  <a:pt x="18889" y="13202"/>
                </a:lnTo>
                <a:lnTo>
                  <a:pt x="18874" y="13239"/>
                </a:lnTo>
                <a:lnTo>
                  <a:pt x="18862" y="13239"/>
                </a:lnTo>
                <a:lnTo>
                  <a:pt x="18836" y="13350"/>
                </a:lnTo>
                <a:lnTo>
                  <a:pt x="18821" y="13442"/>
                </a:lnTo>
                <a:lnTo>
                  <a:pt x="18813" y="13528"/>
                </a:lnTo>
                <a:lnTo>
                  <a:pt x="18794" y="13596"/>
                </a:lnTo>
                <a:lnTo>
                  <a:pt x="18760" y="13640"/>
                </a:lnTo>
                <a:lnTo>
                  <a:pt x="18704" y="13676"/>
                </a:lnTo>
                <a:lnTo>
                  <a:pt x="18613" y="13689"/>
                </a:lnTo>
                <a:lnTo>
                  <a:pt x="18552" y="13750"/>
                </a:lnTo>
                <a:lnTo>
                  <a:pt x="18485" y="13818"/>
                </a:lnTo>
                <a:lnTo>
                  <a:pt x="18417" y="13886"/>
                </a:lnTo>
                <a:lnTo>
                  <a:pt x="18360" y="13966"/>
                </a:lnTo>
                <a:lnTo>
                  <a:pt x="18318" y="14077"/>
                </a:lnTo>
                <a:lnTo>
                  <a:pt x="18318" y="14367"/>
                </a:lnTo>
                <a:lnTo>
                  <a:pt x="18311" y="14379"/>
                </a:lnTo>
                <a:lnTo>
                  <a:pt x="18300" y="14404"/>
                </a:lnTo>
                <a:lnTo>
                  <a:pt x="18284" y="14416"/>
                </a:lnTo>
                <a:lnTo>
                  <a:pt x="18269" y="14435"/>
                </a:lnTo>
                <a:lnTo>
                  <a:pt x="18258" y="14472"/>
                </a:lnTo>
                <a:lnTo>
                  <a:pt x="18243" y="14515"/>
                </a:lnTo>
                <a:lnTo>
                  <a:pt x="18201" y="14515"/>
                </a:lnTo>
                <a:lnTo>
                  <a:pt x="18167" y="14490"/>
                </a:lnTo>
                <a:lnTo>
                  <a:pt x="18141" y="14484"/>
                </a:lnTo>
                <a:lnTo>
                  <a:pt x="18114" y="14472"/>
                </a:lnTo>
                <a:lnTo>
                  <a:pt x="18099" y="14490"/>
                </a:lnTo>
                <a:lnTo>
                  <a:pt x="18092" y="14540"/>
                </a:lnTo>
                <a:lnTo>
                  <a:pt x="18043" y="14540"/>
                </a:lnTo>
                <a:lnTo>
                  <a:pt x="18009" y="14675"/>
                </a:lnTo>
                <a:lnTo>
                  <a:pt x="17948" y="14799"/>
                </a:lnTo>
                <a:lnTo>
                  <a:pt x="17873" y="14885"/>
                </a:lnTo>
                <a:lnTo>
                  <a:pt x="17782" y="14928"/>
                </a:lnTo>
                <a:lnTo>
                  <a:pt x="17763" y="14984"/>
                </a:lnTo>
                <a:lnTo>
                  <a:pt x="17763" y="15101"/>
                </a:lnTo>
                <a:lnTo>
                  <a:pt x="17756" y="15132"/>
                </a:lnTo>
                <a:lnTo>
                  <a:pt x="17722" y="15144"/>
                </a:lnTo>
                <a:lnTo>
                  <a:pt x="17661" y="15156"/>
                </a:lnTo>
                <a:lnTo>
                  <a:pt x="17661" y="15132"/>
                </a:lnTo>
                <a:lnTo>
                  <a:pt x="17646" y="15132"/>
                </a:lnTo>
                <a:lnTo>
                  <a:pt x="17646" y="15156"/>
                </a:lnTo>
                <a:lnTo>
                  <a:pt x="17661" y="15169"/>
                </a:lnTo>
                <a:lnTo>
                  <a:pt x="17665" y="15175"/>
                </a:lnTo>
                <a:lnTo>
                  <a:pt x="17673" y="15187"/>
                </a:lnTo>
                <a:lnTo>
                  <a:pt x="17673" y="15224"/>
                </a:lnTo>
                <a:lnTo>
                  <a:pt x="17665" y="15243"/>
                </a:lnTo>
                <a:lnTo>
                  <a:pt x="17661" y="15255"/>
                </a:lnTo>
                <a:lnTo>
                  <a:pt x="17646" y="15280"/>
                </a:lnTo>
                <a:lnTo>
                  <a:pt x="17639" y="15292"/>
                </a:lnTo>
                <a:lnTo>
                  <a:pt x="17631" y="15298"/>
                </a:lnTo>
                <a:lnTo>
                  <a:pt x="17627" y="15298"/>
                </a:lnTo>
                <a:lnTo>
                  <a:pt x="17639" y="15422"/>
                </a:lnTo>
                <a:lnTo>
                  <a:pt x="17631" y="15446"/>
                </a:lnTo>
                <a:lnTo>
                  <a:pt x="17612" y="15471"/>
                </a:lnTo>
                <a:lnTo>
                  <a:pt x="17586" y="15502"/>
                </a:lnTo>
                <a:lnTo>
                  <a:pt x="17563" y="15526"/>
                </a:lnTo>
                <a:lnTo>
                  <a:pt x="17552" y="15545"/>
                </a:lnTo>
                <a:lnTo>
                  <a:pt x="17537" y="15625"/>
                </a:lnTo>
                <a:lnTo>
                  <a:pt x="17529" y="15724"/>
                </a:lnTo>
                <a:lnTo>
                  <a:pt x="17537" y="15816"/>
                </a:lnTo>
                <a:lnTo>
                  <a:pt x="17537" y="15896"/>
                </a:lnTo>
                <a:lnTo>
                  <a:pt x="17529" y="15909"/>
                </a:lnTo>
                <a:lnTo>
                  <a:pt x="17514" y="15915"/>
                </a:lnTo>
                <a:lnTo>
                  <a:pt x="17503" y="15939"/>
                </a:lnTo>
                <a:lnTo>
                  <a:pt x="17488" y="15964"/>
                </a:lnTo>
                <a:lnTo>
                  <a:pt x="17480" y="15970"/>
                </a:lnTo>
                <a:lnTo>
                  <a:pt x="17476" y="15983"/>
                </a:lnTo>
                <a:lnTo>
                  <a:pt x="17476" y="16007"/>
                </a:lnTo>
                <a:lnTo>
                  <a:pt x="17488" y="16007"/>
                </a:lnTo>
                <a:lnTo>
                  <a:pt x="17495" y="16063"/>
                </a:lnTo>
                <a:lnTo>
                  <a:pt x="17503" y="16161"/>
                </a:lnTo>
                <a:lnTo>
                  <a:pt x="17503" y="16531"/>
                </a:lnTo>
                <a:lnTo>
                  <a:pt x="17556" y="16667"/>
                </a:lnTo>
                <a:lnTo>
                  <a:pt x="17612" y="16858"/>
                </a:lnTo>
                <a:lnTo>
                  <a:pt x="17654" y="17062"/>
                </a:lnTo>
                <a:lnTo>
                  <a:pt x="17703" y="17271"/>
                </a:lnTo>
                <a:lnTo>
                  <a:pt x="17748" y="17462"/>
                </a:lnTo>
                <a:lnTo>
                  <a:pt x="17805" y="17635"/>
                </a:lnTo>
                <a:lnTo>
                  <a:pt x="17854" y="17758"/>
                </a:lnTo>
                <a:lnTo>
                  <a:pt x="17929" y="17888"/>
                </a:lnTo>
                <a:lnTo>
                  <a:pt x="18005" y="18024"/>
                </a:lnTo>
                <a:lnTo>
                  <a:pt x="18073" y="18172"/>
                </a:lnTo>
                <a:lnTo>
                  <a:pt x="18126" y="18313"/>
                </a:lnTo>
                <a:lnTo>
                  <a:pt x="18149" y="18449"/>
                </a:lnTo>
                <a:lnTo>
                  <a:pt x="18133" y="18486"/>
                </a:lnTo>
                <a:lnTo>
                  <a:pt x="18133" y="18554"/>
                </a:lnTo>
                <a:lnTo>
                  <a:pt x="18149" y="18622"/>
                </a:lnTo>
                <a:lnTo>
                  <a:pt x="18167" y="18696"/>
                </a:lnTo>
                <a:lnTo>
                  <a:pt x="18190" y="18764"/>
                </a:lnTo>
                <a:lnTo>
                  <a:pt x="18209" y="18819"/>
                </a:lnTo>
                <a:lnTo>
                  <a:pt x="18258" y="18967"/>
                </a:lnTo>
                <a:lnTo>
                  <a:pt x="18300" y="19121"/>
                </a:lnTo>
                <a:lnTo>
                  <a:pt x="18345" y="19257"/>
                </a:lnTo>
                <a:lnTo>
                  <a:pt x="18394" y="19380"/>
                </a:lnTo>
                <a:lnTo>
                  <a:pt x="18451" y="19503"/>
                </a:lnTo>
                <a:lnTo>
                  <a:pt x="18503" y="19639"/>
                </a:lnTo>
                <a:lnTo>
                  <a:pt x="18537" y="19787"/>
                </a:lnTo>
                <a:lnTo>
                  <a:pt x="18545" y="19984"/>
                </a:lnTo>
                <a:lnTo>
                  <a:pt x="18552" y="20225"/>
                </a:lnTo>
                <a:lnTo>
                  <a:pt x="18560" y="20459"/>
                </a:lnTo>
                <a:lnTo>
                  <a:pt x="18568" y="20656"/>
                </a:lnTo>
                <a:lnTo>
                  <a:pt x="18552" y="20706"/>
                </a:lnTo>
                <a:lnTo>
                  <a:pt x="18537" y="20724"/>
                </a:lnTo>
                <a:lnTo>
                  <a:pt x="18526" y="20749"/>
                </a:lnTo>
                <a:lnTo>
                  <a:pt x="18511" y="20774"/>
                </a:lnTo>
                <a:lnTo>
                  <a:pt x="18503" y="20780"/>
                </a:lnTo>
                <a:lnTo>
                  <a:pt x="18496" y="20848"/>
                </a:lnTo>
                <a:lnTo>
                  <a:pt x="18511" y="20903"/>
                </a:lnTo>
                <a:lnTo>
                  <a:pt x="18526" y="20965"/>
                </a:lnTo>
                <a:lnTo>
                  <a:pt x="18537" y="21008"/>
                </a:lnTo>
                <a:lnTo>
                  <a:pt x="18537" y="21051"/>
                </a:lnTo>
                <a:lnTo>
                  <a:pt x="18534" y="21063"/>
                </a:lnTo>
                <a:lnTo>
                  <a:pt x="18526" y="21076"/>
                </a:lnTo>
                <a:lnTo>
                  <a:pt x="18511" y="21076"/>
                </a:lnTo>
                <a:lnTo>
                  <a:pt x="18503" y="21088"/>
                </a:lnTo>
                <a:lnTo>
                  <a:pt x="18503" y="21094"/>
                </a:lnTo>
                <a:lnTo>
                  <a:pt x="18496" y="21119"/>
                </a:lnTo>
                <a:lnTo>
                  <a:pt x="18492" y="21150"/>
                </a:lnTo>
                <a:lnTo>
                  <a:pt x="18492" y="21199"/>
                </a:lnTo>
                <a:lnTo>
                  <a:pt x="18394" y="21218"/>
                </a:lnTo>
                <a:lnTo>
                  <a:pt x="18307" y="21273"/>
                </a:lnTo>
                <a:lnTo>
                  <a:pt x="18216" y="21335"/>
                </a:lnTo>
                <a:lnTo>
                  <a:pt x="18118" y="21366"/>
                </a:lnTo>
                <a:lnTo>
                  <a:pt x="18114" y="21335"/>
                </a:lnTo>
                <a:lnTo>
                  <a:pt x="18099" y="21285"/>
                </a:lnTo>
                <a:lnTo>
                  <a:pt x="18092" y="21267"/>
                </a:lnTo>
                <a:lnTo>
                  <a:pt x="18084" y="21230"/>
                </a:lnTo>
                <a:lnTo>
                  <a:pt x="18080" y="21199"/>
                </a:lnTo>
                <a:lnTo>
                  <a:pt x="18084" y="21187"/>
                </a:lnTo>
                <a:lnTo>
                  <a:pt x="18092" y="21174"/>
                </a:lnTo>
                <a:lnTo>
                  <a:pt x="18099" y="21162"/>
                </a:lnTo>
                <a:lnTo>
                  <a:pt x="18099" y="21144"/>
                </a:lnTo>
                <a:lnTo>
                  <a:pt x="18107" y="21119"/>
                </a:lnTo>
                <a:lnTo>
                  <a:pt x="18043" y="21027"/>
                </a:lnTo>
                <a:lnTo>
                  <a:pt x="17990" y="20903"/>
                </a:lnTo>
                <a:lnTo>
                  <a:pt x="17941" y="20774"/>
                </a:lnTo>
                <a:lnTo>
                  <a:pt x="17854" y="20774"/>
                </a:lnTo>
                <a:lnTo>
                  <a:pt x="17778" y="20749"/>
                </a:lnTo>
                <a:lnTo>
                  <a:pt x="17756" y="20656"/>
                </a:lnTo>
                <a:lnTo>
                  <a:pt x="17729" y="20533"/>
                </a:lnTo>
                <a:lnTo>
                  <a:pt x="17695" y="20410"/>
                </a:lnTo>
                <a:lnTo>
                  <a:pt x="17654" y="20299"/>
                </a:lnTo>
                <a:lnTo>
                  <a:pt x="17605" y="20225"/>
                </a:lnTo>
                <a:lnTo>
                  <a:pt x="17552" y="20175"/>
                </a:lnTo>
                <a:lnTo>
                  <a:pt x="17529" y="19966"/>
                </a:lnTo>
                <a:lnTo>
                  <a:pt x="17427" y="19966"/>
                </a:lnTo>
                <a:lnTo>
                  <a:pt x="17386" y="19855"/>
                </a:lnTo>
                <a:lnTo>
                  <a:pt x="17337" y="19719"/>
                </a:lnTo>
                <a:lnTo>
                  <a:pt x="17287" y="19559"/>
                </a:lnTo>
                <a:lnTo>
                  <a:pt x="17250" y="19417"/>
                </a:lnTo>
                <a:lnTo>
                  <a:pt x="17227" y="19294"/>
                </a:lnTo>
                <a:lnTo>
                  <a:pt x="17250" y="19300"/>
                </a:lnTo>
                <a:lnTo>
                  <a:pt x="17303" y="19300"/>
                </a:lnTo>
                <a:lnTo>
                  <a:pt x="17318" y="19214"/>
                </a:lnTo>
                <a:lnTo>
                  <a:pt x="17329" y="19158"/>
                </a:lnTo>
                <a:lnTo>
                  <a:pt x="17344" y="19115"/>
                </a:lnTo>
                <a:lnTo>
                  <a:pt x="17363" y="19053"/>
                </a:lnTo>
                <a:lnTo>
                  <a:pt x="17337" y="19053"/>
                </a:lnTo>
                <a:lnTo>
                  <a:pt x="17337" y="19078"/>
                </a:lnTo>
                <a:lnTo>
                  <a:pt x="17318" y="19133"/>
                </a:lnTo>
                <a:lnTo>
                  <a:pt x="17303" y="19177"/>
                </a:lnTo>
                <a:lnTo>
                  <a:pt x="17284" y="19214"/>
                </a:lnTo>
                <a:lnTo>
                  <a:pt x="17254" y="19238"/>
                </a:lnTo>
                <a:lnTo>
                  <a:pt x="17201" y="19245"/>
                </a:lnTo>
                <a:lnTo>
                  <a:pt x="17178" y="19189"/>
                </a:lnTo>
                <a:lnTo>
                  <a:pt x="17151" y="19146"/>
                </a:lnTo>
                <a:lnTo>
                  <a:pt x="17159" y="18998"/>
                </a:lnTo>
                <a:lnTo>
                  <a:pt x="17159" y="18677"/>
                </a:lnTo>
                <a:lnTo>
                  <a:pt x="17144" y="18505"/>
                </a:lnTo>
                <a:lnTo>
                  <a:pt x="17125" y="18363"/>
                </a:lnTo>
                <a:lnTo>
                  <a:pt x="17099" y="18239"/>
                </a:lnTo>
                <a:lnTo>
                  <a:pt x="17042" y="18147"/>
                </a:lnTo>
                <a:lnTo>
                  <a:pt x="16974" y="18091"/>
                </a:lnTo>
                <a:lnTo>
                  <a:pt x="16932" y="18091"/>
                </a:lnTo>
                <a:lnTo>
                  <a:pt x="16883" y="18048"/>
                </a:lnTo>
                <a:lnTo>
                  <a:pt x="16834" y="17980"/>
                </a:lnTo>
                <a:lnTo>
                  <a:pt x="16789" y="17888"/>
                </a:lnTo>
                <a:lnTo>
                  <a:pt x="16747" y="17814"/>
                </a:lnTo>
                <a:lnTo>
                  <a:pt x="16721" y="17746"/>
                </a:lnTo>
                <a:lnTo>
                  <a:pt x="16706" y="17734"/>
                </a:lnTo>
                <a:lnTo>
                  <a:pt x="16691" y="17721"/>
                </a:lnTo>
                <a:lnTo>
                  <a:pt x="16672" y="17721"/>
                </a:lnTo>
                <a:lnTo>
                  <a:pt x="16657" y="17709"/>
                </a:lnTo>
                <a:lnTo>
                  <a:pt x="16646" y="17697"/>
                </a:lnTo>
                <a:lnTo>
                  <a:pt x="16608" y="17598"/>
                </a:lnTo>
                <a:lnTo>
                  <a:pt x="16547" y="17518"/>
                </a:lnTo>
                <a:lnTo>
                  <a:pt x="16479" y="17487"/>
                </a:lnTo>
                <a:lnTo>
                  <a:pt x="16396" y="17462"/>
                </a:lnTo>
                <a:lnTo>
                  <a:pt x="16306" y="17475"/>
                </a:lnTo>
                <a:lnTo>
                  <a:pt x="16321" y="17623"/>
                </a:lnTo>
                <a:lnTo>
                  <a:pt x="16219" y="17691"/>
                </a:lnTo>
                <a:lnTo>
                  <a:pt x="16136" y="17758"/>
                </a:lnTo>
                <a:lnTo>
                  <a:pt x="16045" y="17820"/>
                </a:lnTo>
                <a:lnTo>
                  <a:pt x="15958" y="17882"/>
                </a:lnTo>
                <a:lnTo>
                  <a:pt x="15849" y="17913"/>
                </a:lnTo>
                <a:lnTo>
                  <a:pt x="15834" y="17888"/>
                </a:lnTo>
                <a:lnTo>
                  <a:pt x="15826" y="17869"/>
                </a:lnTo>
                <a:lnTo>
                  <a:pt x="15815" y="17857"/>
                </a:lnTo>
                <a:lnTo>
                  <a:pt x="15800" y="17832"/>
                </a:lnTo>
                <a:lnTo>
                  <a:pt x="15800" y="17691"/>
                </a:lnTo>
                <a:lnTo>
                  <a:pt x="15766" y="17641"/>
                </a:lnTo>
                <a:lnTo>
                  <a:pt x="15701" y="17586"/>
                </a:lnTo>
                <a:lnTo>
                  <a:pt x="15622" y="17530"/>
                </a:lnTo>
                <a:lnTo>
                  <a:pt x="15524" y="17475"/>
                </a:lnTo>
                <a:lnTo>
                  <a:pt x="15437" y="17419"/>
                </a:lnTo>
                <a:lnTo>
                  <a:pt x="15362" y="17388"/>
                </a:lnTo>
                <a:lnTo>
                  <a:pt x="15297" y="17364"/>
                </a:lnTo>
                <a:lnTo>
                  <a:pt x="15286" y="17364"/>
                </a:lnTo>
                <a:lnTo>
                  <a:pt x="15248" y="17388"/>
                </a:lnTo>
                <a:lnTo>
                  <a:pt x="15211" y="17407"/>
                </a:lnTo>
                <a:lnTo>
                  <a:pt x="15173" y="17419"/>
                </a:lnTo>
                <a:lnTo>
                  <a:pt x="15146" y="17432"/>
                </a:lnTo>
                <a:lnTo>
                  <a:pt x="15105" y="17444"/>
                </a:lnTo>
                <a:lnTo>
                  <a:pt x="15060" y="17444"/>
                </a:lnTo>
                <a:lnTo>
                  <a:pt x="15018" y="17432"/>
                </a:lnTo>
                <a:lnTo>
                  <a:pt x="14995" y="17432"/>
                </a:lnTo>
                <a:lnTo>
                  <a:pt x="14988" y="17450"/>
                </a:lnTo>
                <a:lnTo>
                  <a:pt x="14976" y="17462"/>
                </a:lnTo>
                <a:lnTo>
                  <a:pt x="14969" y="17499"/>
                </a:lnTo>
                <a:lnTo>
                  <a:pt x="14961" y="17518"/>
                </a:lnTo>
                <a:lnTo>
                  <a:pt x="14946" y="17530"/>
                </a:lnTo>
                <a:lnTo>
                  <a:pt x="14912" y="17555"/>
                </a:lnTo>
                <a:lnTo>
                  <a:pt x="14844" y="17586"/>
                </a:lnTo>
                <a:lnTo>
                  <a:pt x="14769" y="17623"/>
                </a:lnTo>
                <a:lnTo>
                  <a:pt x="14686" y="17641"/>
                </a:lnTo>
                <a:lnTo>
                  <a:pt x="14633" y="17654"/>
                </a:lnTo>
                <a:lnTo>
                  <a:pt x="14633" y="17610"/>
                </a:lnTo>
                <a:lnTo>
                  <a:pt x="14640" y="17598"/>
                </a:lnTo>
                <a:lnTo>
                  <a:pt x="14640" y="17586"/>
                </a:lnTo>
                <a:lnTo>
                  <a:pt x="14644" y="17573"/>
                </a:lnTo>
                <a:lnTo>
                  <a:pt x="14659" y="17567"/>
                </a:lnTo>
                <a:lnTo>
                  <a:pt x="14686" y="17555"/>
                </a:lnTo>
                <a:lnTo>
                  <a:pt x="14708" y="17543"/>
                </a:lnTo>
                <a:lnTo>
                  <a:pt x="14720" y="17530"/>
                </a:lnTo>
                <a:lnTo>
                  <a:pt x="14701" y="17512"/>
                </a:lnTo>
                <a:lnTo>
                  <a:pt x="14674" y="17487"/>
                </a:lnTo>
                <a:lnTo>
                  <a:pt x="14659" y="17450"/>
                </a:lnTo>
                <a:lnTo>
                  <a:pt x="14644" y="17419"/>
                </a:lnTo>
                <a:lnTo>
                  <a:pt x="14633" y="17388"/>
                </a:lnTo>
                <a:lnTo>
                  <a:pt x="14618" y="17388"/>
                </a:lnTo>
                <a:lnTo>
                  <a:pt x="14618" y="17555"/>
                </a:lnTo>
                <a:lnTo>
                  <a:pt x="14531" y="17543"/>
                </a:lnTo>
                <a:lnTo>
                  <a:pt x="14425" y="17543"/>
                </a:lnTo>
                <a:lnTo>
                  <a:pt x="14323" y="17555"/>
                </a:lnTo>
                <a:lnTo>
                  <a:pt x="14221" y="17567"/>
                </a:lnTo>
                <a:lnTo>
                  <a:pt x="14123" y="17598"/>
                </a:lnTo>
                <a:lnTo>
                  <a:pt x="14055" y="17641"/>
                </a:lnTo>
                <a:lnTo>
                  <a:pt x="14040" y="17654"/>
                </a:lnTo>
                <a:lnTo>
                  <a:pt x="14040" y="17678"/>
                </a:lnTo>
                <a:lnTo>
                  <a:pt x="14036" y="17697"/>
                </a:lnTo>
                <a:lnTo>
                  <a:pt x="14036" y="17734"/>
                </a:lnTo>
                <a:lnTo>
                  <a:pt x="14029" y="17746"/>
                </a:lnTo>
                <a:lnTo>
                  <a:pt x="14021" y="17765"/>
                </a:lnTo>
                <a:lnTo>
                  <a:pt x="14006" y="17777"/>
                </a:lnTo>
                <a:lnTo>
                  <a:pt x="13995" y="17789"/>
                </a:lnTo>
                <a:lnTo>
                  <a:pt x="13964" y="17814"/>
                </a:lnTo>
                <a:lnTo>
                  <a:pt x="13927" y="17845"/>
                </a:lnTo>
                <a:lnTo>
                  <a:pt x="13885" y="17869"/>
                </a:lnTo>
                <a:lnTo>
                  <a:pt x="13870" y="17888"/>
                </a:lnTo>
                <a:lnTo>
                  <a:pt x="13870" y="17913"/>
                </a:lnTo>
                <a:lnTo>
                  <a:pt x="13889" y="17913"/>
                </a:lnTo>
                <a:lnTo>
                  <a:pt x="13904" y="17925"/>
                </a:lnTo>
                <a:lnTo>
                  <a:pt x="13919" y="17925"/>
                </a:lnTo>
                <a:lnTo>
                  <a:pt x="13930" y="17937"/>
                </a:lnTo>
                <a:lnTo>
                  <a:pt x="13938" y="17888"/>
                </a:lnTo>
                <a:lnTo>
                  <a:pt x="13945" y="17869"/>
                </a:lnTo>
                <a:lnTo>
                  <a:pt x="13953" y="17845"/>
                </a:lnTo>
                <a:lnTo>
                  <a:pt x="13964" y="17832"/>
                </a:lnTo>
                <a:lnTo>
                  <a:pt x="13972" y="17814"/>
                </a:lnTo>
                <a:lnTo>
                  <a:pt x="13995" y="17789"/>
                </a:lnTo>
                <a:lnTo>
                  <a:pt x="14002" y="17802"/>
                </a:lnTo>
                <a:lnTo>
                  <a:pt x="14014" y="17802"/>
                </a:lnTo>
                <a:lnTo>
                  <a:pt x="14021" y="17814"/>
                </a:lnTo>
                <a:lnTo>
                  <a:pt x="14055" y="17900"/>
                </a:lnTo>
                <a:lnTo>
                  <a:pt x="14070" y="17993"/>
                </a:lnTo>
                <a:lnTo>
                  <a:pt x="14070" y="18104"/>
                </a:lnTo>
                <a:lnTo>
                  <a:pt x="13995" y="18079"/>
                </a:lnTo>
                <a:lnTo>
                  <a:pt x="13995" y="18104"/>
                </a:lnTo>
                <a:lnTo>
                  <a:pt x="14002" y="18128"/>
                </a:lnTo>
                <a:lnTo>
                  <a:pt x="14006" y="18147"/>
                </a:lnTo>
                <a:lnTo>
                  <a:pt x="14014" y="18172"/>
                </a:lnTo>
                <a:lnTo>
                  <a:pt x="14021" y="18202"/>
                </a:lnTo>
                <a:lnTo>
                  <a:pt x="13987" y="18202"/>
                </a:lnTo>
                <a:lnTo>
                  <a:pt x="13980" y="18215"/>
                </a:lnTo>
                <a:lnTo>
                  <a:pt x="13972" y="18215"/>
                </a:lnTo>
                <a:lnTo>
                  <a:pt x="13964" y="18239"/>
                </a:lnTo>
                <a:lnTo>
                  <a:pt x="13961" y="18252"/>
                </a:lnTo>
                <a:lnTo>
                  <a:pt x="13972" y="18252"/>
                </a:lnTo>
                <a:lnTo>
                  <a:pt x="14014" y="18307"/>
                </a:lnTo>
                <a:lnTo>
                  <a:pt x="14047" y="18313"/>
                </a:lnTo>
                <a:lnTo>
                  <a:pt x="14089" y="18326"/>
                </a:lnTo>
                <a:lnTo>
                  <a:pt x="14146" y="18350"/>
                </a:lnTo>
                <a:lnTo>
                  <a:pt x="14180" y="18381"/>
                </a:lnTo>
                <a:lnTo>
                  <a:pt x="14229" y="18437"/>
                </a:lnTo>
                <a:lnTo>
                  <a:pt x="14266" y="18486"/>
                </a:lnTo>
                <a:lnTo>
                  <a:pt x="14308" y="18529"/>
                </a:lnTo>
                <a:lnTo>
                  <a:pt x="14282" y="18653"/>
                </a:lnTo>
                <a:lnTo>
                  <a:pt x="14248" y="18776"/>
                </a:lnTo>
                <a:lnTo>
                  <a:pt x="14229" y="18751"/>
                </a:lnTo>
                <a:lnTo>
                  <a:pt x="14221" y="18745"/>
                </a:lnTo>
                <a:lnTo>
                  <a:pt x="14206" y="18733"/>
                </a:lnTo>
                <a:lnTo>
                  <a:pt x="14199" y="18720"/>
                </a:lnTo>
                <a:lnTo>
                  <a:pt x="14187" y="18708"/>
                </a:lnTo>
                <a:lnTo>
                  <a:pt x="14172" y="18696"/>
                </a:lnTo>
                <a:lnTo>
                  <a:pt x="14165" y="18733"/>
                </a:lnTo>
                <a:lnTo>
                  <a:pt x="14157" y="18764"/>
                </a:lnTo>
                <a:lnTo>
                  <a:pt x="14153" y="18788"/>
                </a:lnTo>
                <a:lnTo>
                  <a:pt x="14138" y="18800"/>
                </a:lnTo>
                <a:lnTo>
                  <a:pt x="14123" y="18807"/>
                </a:lnTo>
                <a:lnTo>
                  <a:pt x="14097" y="18819"/>
                </a:lnTo>
                <a:lnTo>
                  <a:pt x="14097" y="18677"/>
                </a:lnTo>
                <a:lnTo>
                  <a:pt x="14062" y="18572"/>
                </a:lnTo>
                <a:lnTo>
                  <a:pt x="14006" y="18560"/>
                </a:lnTo>
                <a:lnTo>
                  <a:pt x="13972" y="18554"/>
                </a:lnTo>
                <a:lnTo>
                  <a:pt x="13938" y="18541"/>
                </a:lnTo>
                <a:lnTo>
                  <a:pt x="13896" y="18517"/>
                </a:lnTo>
                <a:lnTo>
                  <a:pt x="13896" y="18486"/>
                </a:lnTo>
                <a:lnTo>
                  <a:pt x="13889" y="18449"/>
                </a:lnTo>
                <a:lnTo>
                  <a:pt x="13885" y="18431"/>
                </a:lnTo>
                <a:lnTo>
                  <a:pt x="13877" y="18418"/>
                </a:lnTo>
                <a:lnTo>
                  <a:pt x="13855" y="18406"/>
                </a:lnTo>
                <a:lnTo>
                  <a:pt x="13836" y="18406"/>
                </a:lnTo>
                <a:lnTo>
                  <a:pt x="13810" y="18393"/>
                </a:lnTo>
                <a:lnTo>
                  <a:pt x="13810" y="18375"/>
                </a:lnTo>
                <a:lnTo>
                  <a:pt x="13794" y="18375"/>
                </a:lnTo>
                <a:lnTo>
                  <a:pt x="13813" y="18474"/>
                </a:lnTo>
                <a:lnTo>
                  <a:pt x="13828" y="18572"/>
                </a:lnTo>
                <a:lnTo>
                  <a:pt x="13821" y="18665"/>
                </a:lnTo>
                <a:lnTo>
                  <a:pt x="13794" y="18683"/>
                </a:lnTo>
                <a:lnTo>
                  <a:pt x="13768" y="18708"/>
                </a:lnTo>
                <a:lnTo>
                  <a:pt x="13745" y="18745"/>
                </a:lnTo>
                <a:lnTo>
                  <a:pt x="13700" y="18720"/>
                </a:lnTo>
                <a:lnTo>
                  <a:pt x="13700" y="18597"/>
                </a:lnTo>
                <a:lnTo>
                  <a:pt x="13583" y="18560"/>
                </a:lnTo>
                <a:lnTo>
                  <a:pt x="13583" y="18683"/>
                </a:lnTo>
                <a:lnTo>
                  <a:pt x="13560" y="18708"/>
                </a:lnTo>
                <a:lnTo>
                  <a:pt x="13553" y="18720"/>
                </a:lnTo>
                <a:lnTo>
                  <a:pt x="13541" y="18720"/>
                </a:lnTo>
                <a:lnTo>
                  <a:pt x="13526" y="18733"/>
                </a:lnTo>
                <a:lnTo>
                  <a:pt x="13507" y="18745"/>
                </a:lnTo>
                <a:lnTo>
                  <a:pt x="13443" y="18696"/>
                </a:lnTo>
                <a:lnTo>
                  <a:pt x="13375" y="18677"/>
                </a:lnTo>
                <a:lnTo>
                  <a:pt x="13307" y="18665"/>
                </a:lnTo>
                <a:lnTo>
                  <a:pt x="13273" y="18554"/>
                </a:lnTo>
                <a:lnTo>
                  <a:pt x="13224" y="18461"/>
                </a:lnTo>
                <a:lnTo>
                  <a:pt x="13156" y="18393"/>
                </a:lnTo>
                <a:lnTo>
                  <a:pt x="13081" y="18393"/>
                </a:lnTo>
                <a:lnTo>
                  <a:pt x="13005" y="18215"/>
                </a:lnTo>
                <a:lnTo>
                  <a:pt x="12982" y="18227"/>
                </a:lnTo>
                <a:lnTo>
                  <a:pt x="12964" y="18239"/>
                </a:lnTo>
                <a:lnTo>
                  <a:pt x="12907" y="18239"/>
                </a:lnTo>
                <a:lnTo>
                  <a:pt x="12907" y="18190"/>
                </a:lnTo>
                <a:lnTo>
                  <a:pt x="12903" y="18184"/>
                </a:lnTo>
                <a:lnTo>
                  <a:pt x="12896" y="18172"/>
                </a:lnTo>
                <a:lnTo>
                  <a:pt x="12881" y="18184"/>
                </a:lnTo>
                <a:lnTo>
                  <a:pt x="12854" y="18202"/>
                </a:lnTo>
                <a:lnTo>
                  <a:pt x="12831" y="18215"/>
                </a:lnTo>
                <a:lnTo>
                  <a:pt x="12847" y="18239"/>
                </a:lnTo>
                <a:lnTo>
                  <a:pt x="12854" y="18258"/>
                </a:lnTo>
                <a:lnTo>
                  <a:pt x="12854" y="18270"/>
                </a:lnTo>
                <a:lnTo>
                  <a:pt x="12862" y="18295"/>
                </a:lnTo>
                <a:lnTo>
                  <a:pt x="12862" y="18326"/>
                </a:lnTo>
                <a:lnTo>
                  <a:pt x="12869" y="18363"/>
                </a:lnTo>
                <a:lnTo>
                  <a:pt x="12831" y="18363"/>
                </a:lnTo>
                <a:lnTo>
                  <a:pt x="12752" y="18418"/>
                </a:lnTo>
                <a:lnTo>
                  <a:pt x="12662" y="18437"/>
                </a:lnTo>
                <a:lnTo>
                  <a:pt x="12560" y="18431"/>
                </a:lnTo>
                <a:lnTo>
                  <a:pt x="12454" y="18393"/>
                </a:lnTo>
                <a:lnTo>
                  <a:pt x="12352" y="18363"/>
                </a:lnTo>
                <a:lnTo>
                  <a:pt x="12242" y="18338"/>
                </a:lnTo>
                <a:lnTo>
                  <a:pt x="12133" y="18338"/>
                </a:lnTo>
                <a:lnTo>
                  <a:pt x="12031" y="18381"/>
                </a:lnTo>
                <a:lnTo>
                  <a:pt x="11906" y="18449"/>
                </a:lnTo>
                <a:lnTo>
                  <a:pt x="11774" y="18541"/>
                </a:lnTo>
                <a:lnTo>
                  <a:pt x="11646" y="18628"/>
                </a:lnTo>
                <a:lnTo>
                  <a:pt x="11521" y="18745"/>
                </a:lnTo>
                <a:lnTo>
                  <a:pt x="11427" y="18868"/>
                </a:lnTo>
                <a:lnTo>
                  <a:pt x="11404" y="18912"/>
                </a:lnTo>
                <a:lnTo>
                  <a:pt x="11393" y="18979"/>
                </a:lnTo>
                <a:lnTo>
                  <a:pt x="11370" y="19053"/>
                </a:lnTo>
                <a:lnTo>
                  <a:pt x="11351" y="19103"/>
                </a:lnTo>
                <a:lnTo>
                  <a:pt x="11302" y="19158"/>
                </a:lnTo>
                <a:lnTo>
                  <a:pt x="11245" y="19189"/>
                </a:lnTo>
                <a:lnTo>
                  <a:pt x="11200" y="19245"/>
                </a:lnTo>
                <a:lnTo>
                  <a:pt x="11136" y="19245"/>
                </a:lnTo>
                <a:lnTo>
                  <a:pt x="11136" y="19325"/>
                </a:lnTo>
                <a:lnTo>
                  <a:pt x="11076" y="19362"/>
                </a:lnTo>
                <a:lnTo>
                  <a:pt x="11019" y="19405"/>
                </a:lnTo>
                <a:lnTo>
                  <a:pt x="10966" y="19436"/>
                </a:lnTo>
                <a:lnTo>
                  <a:pt x="10898" y="19460"/>
                </a:lnTo>
                <a:lnTo>
                  <a:pt x="10898" y="19417"/>
                </a:lnTo>
                <a:lnTo>
                  <a:pt x="10906" y="19405"/>
                </a:lnTo>
                <a:lnTo>
                  <a:pt x="10906" y="19380"/>
                </a:lnTo>
                <a:lnTo>
                  <a:pt x="10898" y="19368"/>
                </a:lnTo>
                <a:lnTo>
                  <a:pt x="10891" y="19362"/>
                </a:lnTo>
                <a:lnTo>
                  <a:pt x="10898" y="19362"/>
                </a:lnTo>
                <a:lnTo>
                  <a:pt x="10906" y="19325"/>
                </a:lnTo>
                <a:lnTo>
                  <a:pt x="10898" y="19294"/>
                </a:lnTo>
                <a:lnTo>
                  <a:pt x="10898" y="19245"/>
                </a:lnTo>
                <a:lnTo>
                  <a:pt x="10906" y="19245"/>
                </a:lnTo>
                <a:lnTo>
                  <a:pt x="10898" y="19245"/>
                </a:lnTo>
                <a:lnTo>
                  <a:pt x="10898" y="19257"/>
                </a:lnTo>
                <a:lnTo>
                  <a:pt x="10891" y="19281"/>
                </a:lnTo>
                <a:lnTo>
                  <a:pt x="10875" y="19294"/>
                </a:lnTo>
                <a:lnTo>
                  <a:pt x="10868" y="19312"/>
                </a:lnTo>
                <a:lnTo>
                  <a:pt x="10857" y="19325"/>
                </a:lnTo>
                <a:lnTo>
                  <a:pt x="10849" y="19337"/>
                </a:lnTo>
                <a:lnTo>
                  <a:pt x="10849" y="19349"/>
                </a:lnTo>
                <a:lnTo>
                  <a:pt x="10875" y="19349"/>
                </a:lnTo>
                <a:lnTo>
                  <a:pt x="10883" y="19362"/>
                </a:lnTo>
                <a:lnTo>
                  <a:pt x="10891" y="19362"/>
                </a:lnTo>
                <a:lnTo>
                  <a:pt x="10875" y="19405"/>
                </a:lnTo>
                <a:lnTo>
                  <a:pt x="10857" y="19460"/>
                </a:lnTo>
                <a:lnTo>
                  <a:pt x="10849" y="19516"/>
                </a:lnTo>
                <a:lnTo>
                  <a:pt x="10834" y="19528"/>
                </a:lnTo>
                <a:lnTo>
                  <a:pt x="10822" y="19540"/>
                </a:lnTo>
                <a:lnTo>
                  <a:pt x="10815" y="19528"/>
                </a:lnTo>
                <a:lnTo>
                  <a:pt x="10807" y="19528"/>
                </a:lnTo>
                <a:lnTo>
                  <a:pt x="10800" y="19516"/>
                </a:lnTo>
                <a:lnTo>
                  <a:pt x="10800" y="19503"/>
                </a:lnTo>
                <a:lnTo>
                  <a:pt x="10792" y="19491"/>
                </a:lnTo>
                <a:lnTo>
                  <a:pt x="10781" y="19485"/>
                </a:lnTo>
                <a:lnTo>
                  <a:pt x="10766" y="19473"/>
                </a:lnTo>
                <a:lnTo>
                  <a:pt x="10747" y="19460"/>
                </a:lnTo>
                <a:lnTo>
                  <a:pt x="10740" y="19516"/>
                </a:lnTo>
                <a:lnTo>
                  <a:pt x="10732" y="19559"/>
                </a:lnTo>
                <a:lnTo>
                  <a:pt x="10717" y="19596"/>
                </a:lnTo>
                <a:lnTo>
                  <a:pt x="10706" y="19614"/>
                </a:lnTo>
                <a:lnTo>
                  <a:pt x="10679" y="19627"/>
                </a:lnTo>
                <a:lnTo>
                  <a:pt x="10637" y="19627"/>
                </a:lnTo>
                <a:lnTo>
                  <a:pt x="10637" y="19750"/>
                </a:lnTo>
                <a:lnTo>
                  <a:pt x="10622" y="19787"/>
                </a:lnTo>
                <a:lnTo>
                  <a:pt x="10604" y="19806"/>
                </a:lnTo>
                <a:lnTo>
                  <a:pt x="10588" y="19842"/>
                </a:lnTo>
                <a:lnTo>
                  <a:pt x="10573" y="19873"/>
                </a:lnTo>
                <a:lnTo>
                  <a:pt x="10547" y="19898"/>
                </a:lnTo>
                <a:lnTo>
                  <a:pt x="10532" y="19898"/>
                </a:lnTo>
                <a:lnTo>
                  <a:pt x="10520" y="19886"/>
                </a:lnTo>
                <a:lnTo>
                  <a:pt x="10505" y="19886"/>
                </a:lnTo>
                <a:lnTo>
                  <a:pt x="10486" y="19873"/>
                </a:lnTo>
                <a:lnTo>
                  <a:pt x="10486" y="19898"/>
                </a:lnTo>
                <a:lnTo>
                  <a:pt x="10505" y="19966"/>
                </a:lnTo>
                <a:lnTo>
                  <a:pt x="10513" y="20040"/>
                </a:lnTo>
                <a:lnTo>
                  <a:pt x="10513" y="20157"/>
                </a:lnTo>
                <a:lnTo>
                  <a:pt x="10498" y="20268"/>
                </a:lnTo>
                <a:lnTo>
                  <a:pt x="10479" y="20367"/>
                </a:lnTo>
                <a:lnTo>
                  <a:pt x="10456" y="20459"/>
                </a:lnTo>
                <a:lnTo>
                  <a:pt x="10456" y="20472"/>
                </a:lnTo>
                <a:lnTo>
                  <a:pt x="10452" y="20478"/>
                </a:lnTo>
                <a:lnTo>
                  <a:pt x="10437" y="20502"/>
                </a:lnTo>
                <a:lnTo>
                  <a:pt x="10430" y="20533"/>
                </a:lnTo>
                <a:lnTo>
                  <a:pt x="10415" y="20558"/>
                </a:lnTo>
                <a:lnTo>
                  <a:pt x="10411" y="20582"/>
                </a:lnTo>
                <a:lnTo>
                  <a:pt x="10403" y="20595"/>
                </a:lnTo>
                <a:lnTo>
                  <a:pt x="10396" y="20601"/>
                </a:lnTo>
                <a:lnTo>
                  <a:pt x="10430" y="20681"/>
                </a:lnTo>
                <a:lnTo>
                  <a:pt x="10456" y="20804"/>
                </a:lnTo>
                <a:lnTo>
                  <a:pt x="10486" y="20953"/>
                </a:lnTo>
                <a:lnTo>
                  <a:pt x="10505" y="21094"/>
                </a:lnTo>
                <a:lnTo>
                  <a:pt x="10528" y="21230"/>
                </a:lnTo>
                <a:lnTo>
                  <a:pt x="10547" y="21335"/>
                </a:lnTo>
                <a:lnTo>
                  <a:pt x="10566" y="21378"/>
                </a:lnTo>
                <a:lnTo>
                  <a:pt x="10588" y="21396"/>
                </a:lnTo>
                <a:lnTo>
                  <a:pt x="10607" y="21421"/>
                </a:lnTo>
                <a:lnTo>
                  <a:pt x="10630" y="21458"/>
                </a:lnTo>
                <a:lnTo>
                  <a:pt x="10641" y="21532"/>
                </a:lnTo>
                <a:lnTo>
                  <a:pt x="10622" y="21532"/>
                </a:lnTo>
                <a:lnTo>
                  <a:pt x="10622" y="21557"/>
                </a:lnTo>
                <a:lnTo>
                  <a:pt x="10566" y="21569"/>
                </a:lnTo>
                <a:lnTo>
                  <a:pt x="10528" y="21581"/>
                </a:lnTo>
                <a:lnTo>
                  <a:pt x="10486" y="21588"/>
                </a:lnTo>
                <a:lnTo>
                  <a:pt x="10430" y="21600"/>
                </a:lnTo>
                <a:lnTo>
                  <a:pt x="10381" y="21514"/>
                </a:lnTo>
                <a:lnTo>
                  <a:pt x="10335" y="21477"/>
                </a:lnTo>
                <a:lnTo>
                  <a:pt x="10279" y="21464"/>
                </a:lnTo>
                <a:lnTo>
                  <a:pt x="10226" y="21464"/>
                </a:lnTo>
                <a:lnTo>
                  <a:pt x="10154" y="21458"/>
                </a:lnTo>
                <a:lnTo>
                  <a:pt x="10079" y="21421"/>
                </a:lnTo>
                <a:lnTo>
                  <a:pt x="10067" y="21409"/>
                </a:lnTo>
                <a:lnTo>
                  <a:pt x="10052" y="21390"/>
                </a:lnTo>
                <a:lnTo>
                  <a:pt x="10037" y="21341"/>
                </a:lnTo>
                <a:lnTo>
                  <a:pt x="10033" y="21322"/>
                </a:lnTo>
                <a:lnTo>
                  <a:pt x="10018" y="21298"/>
                </a:lnTo>
                <a:lnTo>
                  <a:pt x="9886" y="21273"/>
                </a:lnTo>
                <a:lnTo>
                  <a:pt x="9875" y="21267"/>
                </a:lnTo>
                <a:lnTo>
                  <a:pt x="9875" y="21242"/>
                </a:lnTo>
                <a:lnTo>
                  <a:pt x="9867" y="21218"/>
                </a:lnTo>
                <a:lnTo>
                  <a:pt x="9860" y="21199"/>
                </a:lnTo>
                <a:lnTo>
                  <a:pt x="9852" y="21174"/>
                </a:lnTo>
                <a:lnTo>
                  <a:pt x="9675" y="21131"/>
                </a:lnTo>
                <a:lnTo>
                  <a:pt x="9660" y="20983"/>
                </a:lnTo>
                <a:lnTo>
                  <a:pt x="9633" y="20841"/>
                </a:lnTo>
                <a:lnTo>
                  <a:pt x="9584" y="20694"/>
                </a:lnTo>
                <a:lnTo>
                  <a:pt x="9546" y="20558"/>
                </a:lnTo>
                <a:lnTo>
                  <a:pt x="9505" y="20404"/>
                </a:lnTo>
                <a:lnTo>
                  <a:pt x="9474" y="20225"/>
                </a:lnTo>
                <a:lnTo>
                  <a:pt x="9463" y="20034"/>
                </a:lnTo>
                <a:lnTo>
                  <a:pt x="9380" y="19954"/>
                </a:lnTo>
                <a:lnTo>
                  <a:pt x="9305" y="19818"/>
                </a:lnTo>
                <a:lnTo>
                  <a:pt x="9221" y="19639"/>
                </a:lnTo>
                <a:lnTo>
                  <a:pt x="9146" y="19436"/>
                </a:lnTo>
                <a:lnTo>
                  <a:pt x="9078" y="19238"/>
                </a:lnTo>
                <a:lnTo>
                  <a:pt x="9021" y="19053"/>
                </a:lnTo>
                <a:lnTo>
                  <a:pt x="8976" y="18899"/>
                </a:lnTo>
                <a:lnTo>
                  <a:pt x="8927" y="18751"/>
                </a:lnTo>
                <a:lnTo>
                  <a:pt x="8866" y="18585"/>
                </a:lnTo>
                <a:lnTo>
                  <a:pt x="8776" y="18437"/>
                </a:lnTo>
                <a:lnTo>
                  <a:pt x="8685" y="18326"/>
                </a:lnTo>
                <a:lnTo>
                  <a:pt x="8583" y="18258"/>
                </a:lnTo>
                <a:lnTo>
                  <a:pt x="8583" y="18172"/>
                </a:lnTo>
                <a:lnTo>
                  <a:pt x="8568" y="18147"/>
                </a:lnTo>
                <a:lnTo>
                  <a:pt x="8557" y="18128"/>
                </a:lnTo>
                <a:lnTo>
                  <a:pt x="8549" y="18104"/>
                </a:lnTo>
                <a:lnTo>
                  <a:pt x="8534" y="18067"/>
                </a:lnTo>
                <a:lnTo>
                  <a:pt x="8466" y="18091"/>
                </a:lnTo>
                <a:lnTo>
                  <a:pt x="8372" y="18091"/>
                </a:lnTo>
                <a:lnTo>
                  <a:pt x="8266" y="18067"/>
                </a:lnTo>
                <a:lnTo>
                  <a:pt x="8262" y="18060"/>
                </a:lnTo>
                <a:lnTo>
                  <a:pt x="8247" y="18048"/>
                </a:lnTo>
                <a:lnTo>
                  <a:pt x="8240" y="18024"/>
                </a:lnTo>
                <a:lnTo>
                  <a:pt x="8225" y="18011"/>
                </a:lnTo>
                <a:lnTo>
                  <a:pt x="8213" y="18005"/>
                </a:lnTo>
                <a:lnTo>
                  <a:pt x="8206" y="17993"/>
                </a:lnTo>
                <a:lnTo>
                  <a:pt x="8187" y="18005"/>
                </a:lnTo>
                <a:lnTo>
                  <a:pt x="8138" y="18024"/>
                </a:lnTo>
                <a:lnTo>
                  <a:pt x="8081" y="18048"/>
                </a:lnTo>
                <a:lnTo>
                  <a:pt x="8028" y="18060"/>
                </a:lnTo>
                <a:lnTo>
                  <a:pt x="7960" y="18283"/>
                </a:lnTo>
                <a:lnTo>
                  <a:pt x="7922" y="18393"/>
                </a:lnTo>
                <a:lnTo>
                  <a:pt x="7904" y="18529"/>
                </a:lnTo>
                <a:lnTo>
                  <a:pt x="7862" y="18529"/>
                </a:lnTo>
                <a:lnTo>
                  <a:pt x="7843" y="18597"/>
                </a:lnTo>
                <a:lnTo>
                  <a:pt x="7809" y="18640"/>
                </a:lnTo>
                <a:lnTo>
                  <a:pt x="7760" y="18665"/>
                </a:lnTo>
                <a:lnTo>
                  <a:pt x="7696" y="18665"/>
                </a:lnTo>
                <a:lnTo>
                  <a:pt x="7628" y="18585"/>
                </a:lnTo>
                <a:lnTo>
                  <a:pt x="7545" y="18498"/>
                </a:lnTo>
                <a:lnTo>
                  <a:pt x="7450" y="18406"/>
                </a:lnTo>
                <a:lnTo>
                  <a:pt x="7356" y="18307"/>
                </a:lnTo>
                <a:lnTo>
                  <a:pt x="7265" y="18215"/>
                </a:lnTo>
                <a:lnTo>
                  <a:pt x="7197" y="18116"/>
                </a:lnTo>
                <a:lnTo>
                  <a:pt x="7148" y="18024"/>
                </a:lnTo>
                <a:lnTo>
                  <a:pt x="7114" y="17888"/>
                </a:lnTo>
                <a:lnTo>
                  <a:pt x="7092" y="17734"/>
                </a:lnTo>
                <a:lnTo>
                  <a:pt x="7080" y="17567"/>
                </a:lnTo>
                <a:lnTo>
                  <a:pt x="7058" y="17407"/>
                </a:lnTo>
                <a:lnTo>
                  <a:pt x="7031" y="17265"/>
                </a:lnTo>
                <a:lnTo>
                  <a:pt x="6982" y="17148"/>
                </a:lnTo>
                <a:lnTo>
                  <a:pt x="6971" y="17130"/>
                </a:lnTo>
                <a:lnTo>
                  <a:pt x="6963" y="17117"/>
                </a:lnTo>
                <a:lnTo>
                  <a:pt x="6956" y="17117"/>
                </a:lnTo>
                <a:lnTo>
                  <a:pt x="6948" y="17105"/>
                </a:lnTo>
                <a:lnTo>
                  <a:pt x="6937" y="17105"/>
                </a:lnTo>
                <a:lnTo>
                  <a:pt x="6922" y="17092"/>
                </a:lnTo>
                <a:lnTo>
                  <a:pt x="6907" y="17074"/>
                </a:lnTo>
                <a:lnTo>
                  <a:pt x="6846" y="16951"/>
                </a:lnTo>
                <a:lnTo>
                  <a:pt x="6797" y="16803"/>
                </a:lnTo>
                <a:lnTo>
                  <a:pt x="6744" y="16655"/>
                </a:lnTo>
                <a:lnTo>
                  <a:pt x="6559" y="16433"/>
                </a:lnTo>
                <a:lnTo>
                  <a:pt x="6544" y="16334"/>
                </a:lnTo>
                <a:lnTo>
                  <a:pt x="6529" y="16242"/>
                </a:lnTo>
                <a:lnTo>
                  <a:pt x="6333" y="16198"/>
                </a:lnTo>
                <a:lnTo>
                  <a:pt x="6110" y="16155"/>
                </a:lnTo>
                <a:lnTo>
                  <a:pt x="5898" y="16106"/>
                </a:lnTo>
                <a:lnTo>
                  <a:pt x="5698" y="16063"/>
                </a:lnTo>
                <a:lnTo>
                  <a:pt x="5687" y="16377"/>
                </a:lnTo>
                <a:lnTo>
                  <a:pt x="5645" y="16408"/>
                </a:lnTo>
                <a:lnTo>
                  <a:pt x="5596" y="16420"/>
                </a:lnTo>
                <a:lnTo>
                  <a:pt x="5536" y="16420"/>
                </a:lnTo>
                <a:lnTo>
                  <a:pt x="5468" y="16377"/>
                </a:lnTo>
                <a:lnTo>
                  <a:pt x="5385" y="16365"/>
                </a:lnTo>
                <a:lnTo>
                  <a:pt x="5294" y="16365"/>
                </a:lnTo>
                <a:lnTo>
                  <a:pt x="5204" y="16352"/>
                </a:lnTo>
                <a:lnTo>
                  <a:pt x="5034" y="16297"/>
                </a:lnTo>
                <a:lnTo>
                  <a:pt x="4856" y="16278"/>
                </a:lnTo>
                <a:lnTo>
                  <a:pt x="4675" y="16254"/>
                </a:lnTo>
                <a:lnTo>
                  <a:pt x="4497" y="16198"/>
                </a:lnTo>
                <a:lnTo>
                  <a:pt x="4395" y="16143"/>
                </a:lnTo>
                <a:lnTo>
                  <a:pt x="4305" y="16050"/>
                </a:lnTo>
                <a:lnTo>
                  <a:pt x="4218" y="15964"/>
                </a:lnTo>
                <a:lnTo>
                  <a:pt x="4135" y="15871"/>
                </a:lnTo>
                <a:lnTo>
                  <a:pt x="3942" y="15680"/>
                </a:lnTo>
                <a:lnTo>
                  <a:pt x="3765" y="15502"/>
                </a:lnTo>
                <a:lnTo>
                  <a:pt x="3584" y="15335"/>
                </a:lnTo>
                <a:lnTo>
                  <a:pt x="3399" y="15132"/>
                </a:lnTo>
                <a:lnTo>
                  <a:pt x="3338" y="15089"/>
                </a:lnTo>
                <a:lnTo>
                  <a:pt x="3278" y="15051"/>
                </a:lnTo>
                <a:lnTo>
                  <a:pt x="3214" y="15008"/>
                </a:lnTo>
                <a:lnTo>
                  <a:pt x="3161" y="14977"/>
                </a:lnTo>
                <a:lnTo>
                  <a:pt x="3104" y="14922"/>
                </a:lnTo>
                <a:lnTo>
                  <a:pt x="3070" y="14842"/>
                </a:lnTo>
                <a:lnTo>
                  <a:pt x="3051" y="14737"/>
                </a:lnTo>
                <a:lnTo>
                  <a:pt x="3062" y="14731"/>
                </a:lnTo>
                <a:lnTo>
                  <a:pt x="3062" y="14718"/>
                </a:lnTo>
                <a:lnTo>
                  <a:pt x="3070" y="14706"/>
                </a:lnTo>
                <a:lnTo>
                  <a:pt x="3077" y="14694"/>
                </a:lnTo>
                <a:lnTo>
                  <a:pt x="2945" y="14694"/>
                </a:lnTo>
                <a:lnTo>
                  <a:pt x="2892" y="14663"/>
                </a:lnTo>
                <a:lnTo>
                  <a:pt x="2794" y="14626"/>
                </a:lnTo>
                <a:lnTo>
                  <a:pt x="2677" y="14608"/>
                </a:lnTo>
                <a:lnTo>
                  <a:pt x="2549" y="14583"/>
                </a:lnTo>
                <a:lnTo>
                  <a:pt x="2409" y="14570"/>
                </a:lnTo>
                <a:lnTo>
                  <a:pt x="2288" y="14552"/>
                </a:lnTo>
                <a:lnTo>
                  <a:pt x="2179" y="14540"/>
                </a:lnTo>
                <a:lnTo>
                  <a:pt x="2103" y="14540"/>
                </a:lnTo>
                <a:lnTo>
                  <a:pt x="2088" y="14503"/>
                </a:lnTo>
                <a:lnTo>
                  <a:pt x="2081" y="14490"/>
                </a:lnTo>
                <a:lnTo>
                  <a:pt x="2073" y="14472"/>
                </a:lnTo>
                <a:lnTo>
                  <a:pt x="2069" y="14447"/>
                </a:lnTo>
                <a:lnTo>
                  <a:pt x="2062" y="14416"/>
                </a:lnTo>
                <a:lnTo>
                  <a:pt x="2062" y="14367"/>
                </a:lnTo>
                <a:lnTo>
                  <a:pt x="2039" y="14293"/>
                </a:lnTo>
                <a:lnTo>
                  <a:pt x="2039" y="14201"/>
                </a:lnTo>
                <a:lnTo>
                  <a:pt x="2047" y="14102"/>
                </a:lnTo>
                <a:lnTo>
                  <a:pt x="2047" y="13997"/>
                </a:lnTo>
                <a:lnTo>
                  <a:pt x="2039" y="13898"/>
                </a:lnTo>
                <a:lnTo>
                  <a:pt x="2020" y="13830"/>
                </a:lnTo>
                <a:lnTo>
                  <a:pt x="1971" y="13732"/>
                </a:lnTo>
                <a:lnTo>
                  <a:pt x="1918" y="13621"/>
                </a:lnTo>
                <a:lnTo>
                  <a:pt x="1854" y="13498"/>
                </a:lnTo>
                <a:lnTo>
                  <a:pt x="1794" y="13393"/>
                </a:lnTo>
                <a:lnTo>
                  <a:pt x="1745" y="13319"/>
                </a:lnTo>
                <a:lnTo>
                  <a:pt x="1703" y="13257"/>
                </a:lnTo>
                <a:lnTo>
                  <a:pt x="1692" y="13257"/>
                </a:lnTo>
                <a:lnTo>
                  <a:pt x="1661" y="13251"/>
                </a:lnTo>
                <a:lnTo>
                  <a:pt x="1635" y="13251"/>
                </a:lnTo>
                <a:lnTo>
                  <a:pt x="1601" y="13239"/>
                </a:lnTo>
                <a:lnTo>
                  <a:pt x="1601" y="13134"/>
                </a:lnTo>
                <a:lnTo>
                  <a:pt x="1594" y="13023"/>
                </a:lnTo>
                <a:lnTo>
                  <a:pt x="1594" y="12900"/>
                </a:lnTo>
                <a:lnTo>
                  <a:pt x="1586" y="12826"/>
                </a:lnTo>
                <a:lnTo>
                  <a:pt x="1510" y="12788"/>
                </a:lnTo>
                <a:lnTo>
                  <a:pt x="1427" y="12745"/>
                </a:lnTo>
                <a:lnTo>
                  <a:pt x="1352" y="12690"/>
                </a:lnTo>
                <a:lnTo>
                  <a:pt x="1299" y="12622"/>
                </a:lnTo>
                <a:lnTo>
                  <a:pt x="1276" y="12567"/>
                </a:lnTo>
                <a:lnTo>
                  <a:pt x="1265" y="12499"/>
                </a:lnTo>
                <a:lnTo>
                  <a:pt x="1250" y="12443"/>
                </a:lnTo>
                <a:lnTo>
                  <a:pt x="1231" y="12375"/>
                </a:lnTo>
                <a:lnTo>
                  <a:pt x="1197" y="12332"/>
                </a:lnTo>
                <a:lnTo>
                  <a:pt x="1121" y="12295"/>
                </a:lnTo>
                <a:lnTo>
                  <a:pt x="1046" y="12264"/>
                </a:lnTo>
                <a:lnTo>
                  <a:pt x="970" y="12227"/>
                </a:lnTo>
                <a:lnTo>
                  <a:pt x="895" y="12184"/>
                </a:lnTo>
                <a:lnTo>
                  <a:pt x="831" y="12116"/>
                </a:lnTo>
                <a:lnTo>
                  <a:pt x="789" y="12024"/>
                </a:lnTo>
                <a:lnTo>
                  <a:pt x="770" y="11913"/>
                </a:lnTo>
                <a:lnTo>
                  <a:pt x="789" y="11857"/>
                </a:lnTo>
                <a:lnTo>
                  <a:pt x="812" y="11759"/>
                </a:lnTo>
                <a:lnTo>
                  <a:pt x="831" y="11648"/>
                </a:lnTo>
                <a:lnTo>
                  <a:pt x="846" y="11543"/>
                </a:lnTo>
                <a:lnTo>
                  <a:pt x="789" y="11500"/>
                </a:lnTo>
                <a:lnTo>
                  <a:pt x="770" y="11457"/>
                </a:lnTo>
                <a:lnTo>
                  <a:pt x="763" y="11420"/>
                </a:lnTo>
                <a:lnTo>
                  <a:pt x="763" y="11389"/>
                </a:lnTo>
                <a:lnTo>
                  <a:pt x="778" y="11352"/>
                </a:lnTo>
                <a:lnTo>
                  <a:pt x="778" y="11309"/>
                </a:lnTo>
                <a:lnTo>
                  <a:pt x="763" y="11253"/>
                </a:lnTo>
                <a:lnTo>
                  <a:pt x="729" y="11161"/>
                </a:lnTo>
                <a:lnTo>
                  <a:pt x="680" y="11074"/>
                </a:lnTo>
                <a:lnTo>
                  <a:pt x="646" y="10982"/>
                </a:lnTo>
                <a:lnTo>
                  <a:pt x="593" y="10852"/>
                </a:lnTo>
                <a:lnTo>
                  <a:pt x="529" y="10729"/>
                </a:lnTo>
                <a:lnTo>
                  <a:pt x="476" y="10593"/>
                </a:lnTo>
                <a:lnTo>
                  <a:pt x="446" y="10538"/>
                </a:lnTo>
                <a:lnTo>
                  <a:pt x="419" y="10482"/>
                </a:lnTo>
                <a:lnTo>
                  <a:pt x="400" y="10390"/>
                </a:lnTo>
                <a:lnTo>
                  <a:pt x="411" y="10334"/>
                </a:lnTo>
                <a:lnTo>
                  <a:pt x="411" y="10254"/>
                </a:lnTo>
                <a:lnTo>
                  <a:pt x="427" y="10174"/>
                </a:lnTo>
                <a:lnTo>
                  <a:pt x="442" y="10156"/>
                </a:lnTo>
                <a:lnTo>
                  <a:pt x="446" y="10143"/>
                </a:lnTo>
                <a:lnTo>
                  <a:pt x="468" y="10131"/>
                </a:lnTo>
                <a:lnTo>
                  <a:pt x="483" y="10119"/>
                </a:lnTo>
                <a:lnTo>
                  <a:pt x="495" y="10100"/>
                </a:lnTo>
                <a:lnTo>
                  <a:pt x="502" y="10100"/>
                </a:lnTo>
                <a:lnTo>
                  <a:pt x="502" y="10131"/>
                </a:lnTo>
                <a:lnTo>
                  <a:pt x="510" y="10119"/>
                </a:lnTo>
                <a:lnTo>
                  <a:pt x="510" y="10088"/>
                </a:lnTo>
                <a:lnTo>
                  <a:pt x="502" y="10075"/>
                </a:lnTo>
                <a:lnTo>
                  <a:pt x="495" y="10100"/>
                </a:lnTo>
                <a:lnTo>
                  <a:pt x="427" y="10075"/>
                </a:lnTo>
                <a:lnTo>
                  <a:pt x="400" y="10008"/>
                </a:lnTo>
                <a:lnTo>
                  <a:pt x="370" y="9940"/>
                </a:lnTo>
                <a:lnTo>
                  <a:pt x="351" y="9872"/>
                </a:lnTo>
                <a:lnTo>
                  <a:pt x="332" y="9798"/>
                </a:lnTo>
                <a:lnTo>
                  <a:pt x="317" y="9681"/>
                </a:lnTo>
                <a:lnTo>
                  <a:pt x="344" y="9625"/>
                </a:lnTo>
                <a:lnTo>
                  <a:pt x="344" y="9594"/>
                </a:lnTo>
                <a:lnTo>
                  <a:pt x="332" y="9551"/>
                </a:lnTo>
                <a:lnTo>
                  <a:pt x="317" y="9502"/>
                </a:lnTo>
                <a:lnTo>
                  <a:pt x="317" y="9434"/>
                </a:lnTo>
                <a:lnTo>
                  <a:pt x="332" y="9391"/>
                </a:lnTo>
                <a:lnTo>
                  <a:pt x="351" y="9323"/>
                </a:lnTo>
                <a:lnTo>
                  <a:pt x="366" y="9249"/>
                </a:lnTo>
                <a:lnTo>
                  <a:pt x="302" y="9169"/>
                </a:lnTo>
                <a:lnTo>
                  <a:pt x="268" y="9046"/>
                </a:lnTo>
                <a:lnTo>
                  <a:pt x="249" y="9046"/>
                </a:lnTo>
                <a:lnTo>
                  <a:pt x="234" y="9058"/>
                </a:lnTo>
                <a:lnTo>
                  <a:pt x="219" y="9058"/>
                </a:lnTo>
                <a:lnTo>
                  <a:pt x="215" y="9046"/>
                </a:lnTo>
                <a:lnTo>
                  <a:pt x="215" y="8990"/>
                </a:lnTo>
                <a:lnTo>
                  <a:pt x="208" y="8941"/>
                </a:lnTo>
                <a:lnTo>
                  <a:pt x="226" y="8855"/>
                </a:lnTo>
                <a:lnTo>
                  <a:pt x="219" y="8731"/>
                </a:lnTo>
                <a:lnTo>
                  <a:pt x="192" y="8608"/>
                </a:lnTo>
                <a:lnTo>
                  <a:pt x="143" y="8484"/>
                </a:lnTo>
                <a:lnTo>
                  <a:pt x="106" y="8361"/>
                </a:lnTo>
                <a:lnTo>
                  <a:pt x="64" y="8263"/>
                </a:lnTo>
                <a:lnTo>
                  <a:pt x="41" y="8158"/>
                </a:lnTo>
                <a:lnTo>
                  <a:pt x="41" y="8090"/>
                </a:lnTo>
                <a:lnTo>
                  <a:pt x="49" y="8071"/>
                </a:lnTo>
                <a:lnTo>
                  <a:pt x="57" y="8059"/>
                </a:lnTo>
                <a:lnTo>
                  <a:pt x="64" y="8047"/>
                </a:lnTo>
                <a:lnTo>
                  <a:pt x="68" y="8034"/>
                </a:lnTo>
                <a:lnTo>
                  <a:pt x="49" y="7720"/>
                </a:lnTo>
                <a:lnTo>
                  <a:pt x="68" y="7677"/>
                </a:lnTo>
                <a:lnTo>
                  <a:pt x="98" y="7621"/>
                </a:lnTo>
                <a:lnTo>
                  <a:pt x="117" y="7554"/>
                </a:lnTo>
                <a:lnTo>
                  <a:pt x="125" y="7473"/>
                </a:lnTo>
                <a:lnTo>
                  <a:pt x="109" y="7362"/>
                </a:lnTo>
                <a:lnTo>
                  <a:pt x="91" y="7251"/>
                </a:lnTo>
                <a:lnTo>
                  <a:pt x="64" y="7153"/>
                </a:lnTo>
                <a:lnTo>
                  <a:pt x="34" y="7035"/>
                </a:lnTo>
                <a:lnTo>
                  <a:pt x="7" y="6906"/>
                </a:lnTo>
                <a:lnTo>
                  <a:pt x="0" y="6733"/>
                </a:lnTo>
                <a:lnTo>
                  <a:pt x="57" y="6635"/>
                </a:lnTo>
                <a:lnTo>
                  <a:pt x="125" y="6487"/>
                </a:lnTo>
                <a:lnTo>
                  <a:pt x="185" y="6333"/>
                </a:lnTo>
                <a:lnTo>
                  <a:pt x="234" y="6166"/>
                </a:lnTo>
                <a:lnTo>
                  <a:pt x="268" y="6030"/>
                </a:lnTo>
                <a:lnTo>
                  <a:pt x="283" y="5950"/>
                </a:lnTo>
                <a:lnTo>
                  <a:pt x="302" y="5882"/>
                </a:lnTo>
                <a:lnTo>
                  <a:pt x="310" y="5827"/>
                </a:lnTo>
                <a:lnTo>
                  <a:pt x="310" y="5759"/>
                </a:lnTo>
                <a:lnTo>
                  <a:pt x="317" y="5728"/>
                </a:lnTo>
                <a:lnTo>
                  <a:pt x="332" y="5704"/>
                </a:lnTo>
                <a:lnTo>
                  <a:pt x="336" y="5679"/>
                </a:lnTo>
                <a:lnTo>
                  <a:pt x="336" y="5660"/>
                </a:lnTo>
                <a:lnTo>
                  <a:pt x="344" y="5623"/>
                </a:lnTo>
                <a:lnTo>
                  <a:pt x="336" y="5593"/>
                </a:lnTo>
                <a:lnTo>
                  <a:pt x="336" y="5580"/>
                </a:lnTo>
                <a:lnTo>
                  <a:pt x="332" y="5556"/>
                </a:lnTo>
                <a:lnTo>
                  <a:pt x="317" y="5549"/>
                </a:lnTo>
                <a:lnTo>
                  <a:pt x="310" y="5525"/>
                </a:lnTo>
                <a:lnTo>
                  <a:pt x="310" y="5401"/>
                </a:lnTo>
                <a:lnTo>
                  <a:pt x="332" y="5303"/>
                </a:lnTo>
                <a:lnTo>
                  <a:pt x="370" y="5186"/>
                </a:lnTo>
                <a:lnTo>
                  <a:pt x="408" y="5112"/>
                </a:lnTo>
                <a:lnTo>
                  <a:pt x="427" y="5044"/>
                </a:lnTo>
                <a:lnTo>
                  <a:pt x="411" y="4717"/>
                </a:lnTo>
                <a:lnTo>
                  <a:pt x="419" y="4717"/>
                </a:lnTo>
                <a:lnTo>
                  <a:pt x="434" y="4705"/>
                </a:lnTo>
                <a:lnTo>
                  <a:pt x="446" y="4692"/>
                </a:lnTo>
                <a:lnTo>
                  <a:pt x="461" y="4686"/>
                </a:lnTo>
                <a:lnTo>
                  <a:pt x="468" y="4674"/>
                </a:lnTo>
                <a:lnTo>
                  <a:pt x="517" y="4526"/>
                </a:lnTo>
                <a:lnTo>
                  <a:pt x="544" y="4347"/>
                </a:lnTo>
                <a:lnTo>
                  <a:pt x="593" y="4347"/>
                </a:lnTo>
                <a:lnTo>
                  <a:pt x="634" y="4180"/>
                </a:lnTo>
                <a:lnTo>
                  <a:pt x="695" y="4002"/>
                </a:lnTo>
                <a:lnTo>
                  <a:pt x="748" y="3829"/>
                </a:lnTo>
                <a:lnTo>
                  <a:pt x="778" y="3582"/>
                </a:lnTo>
                <a:lnTo>
                  <a:pt x="823" y="3564"/>
                </a:lnTo>
                <a:lnTo>
                  <a:pt x="838" y="3453"/>
                </a:lnTo>
                <a:lnTo>
                  <a:pt x="838" y="3330"/>
                </a:lnTo>
                <a:lnTo>
                  <a:pt x="853" y="3212"/>
                </a:lnTo>
                <a:lnTo>
                  <a:pt x="887" y="3114"/>
                </a:lnTo>
                <a:lnTo>
                  <a:pt x="936" y="2991"/>
                </a:lnTo>
                <a:lnTo>
                  <a:pt x="970" y="2867"/>
                </a:lnTo>
                <a:lnTo>
                  <a:pt x="997" y="2701"/>
                </a:lnTo>
                <a:lnTo>
                  <a:pt x="997" y="2528"/>
                </a:lnTo>
                <a:lnTo>
                  <a:pt x="1004" y="2362"/>
                </a:lnTo>
                <a:lnTo>
                  <a:pt x="1016" y="2207"/>
                </a:lnTo>
                <a:lnTo>
                  <a:pt x="1057" y="2059"/>
                </a:lnTo>
                <a:lnTo>
                  <a:pt x="1012" y="2059"/>
                </a:lnTo>
                <a:lnTo>
                  <a:pt x="1016" y="1924"/>
                </a:lnTo>
                <a:lnTo>
                  <a:pt x="1031" y="1813"/>
                </a:lnTo>
                <a:lnTo>
                  <a:pt x="1057" y="1714"/>
                </a:lnTo>
                <a:lnTo>
                  <a:pt x="1099" y="1733"/>
                </a:lnTo>
                <a:lnTo>
                  <a:pt x="1080" y="1622"/>
                </a:lnTo>
                <a:lnTo>
                  <a:pt x="1072" y="1486"/>
                </a:lnTo>
                <a:lnTo>
                  <a:pt x="1072" y="1344"/>
                </a:lnTo>
                <a:lnTo>
                  <a:pt x="1080" y="1196"/>
                </a:lnTo>
                <a:lnTo>
                  <a:pt x="1065" y="1061"/>
                </a:lnTo>
                <a:lnTo>
                  <a:pt x="1065" y="937"/>
                </a:lnTo>
                <a:lnTo>
                  <a:pt x="1072" y="802"/>
                </a:lnTo>
                <a:lnTo>
                  <a:pt x="1065" y="672"/>
                </a:lnTo>
                <a:lnTo>
                  <a:pt x="1046" y="604"/>
                </a:lnTo>
                <a:lnTo>
                  <a:pt x="1023" y="549"/>
                </a:lnTo>
                <a:lnTo>
                  <a:pt x="1004" y="481"/>
                </a:lnTo>
                <a:lnTo>
                  <a:pt x="1004" y="401"/>
                </a:lnTo>
                <a:lnTo>
                  <a:pt x="1023" y="302"/>
                </a:lnTo>
                <a:lnTo>
                  <a:pt x="1046" y="197"/>
                </a:lnTo>
                <a:lnTo>
                  <a:pt x="1057" y="74"/>
                </a:lnTo>
                <a:lnTo>
                  <a:pt x="1080" y="74"/>
                </a:lnTo>
                <a:lnTo>
                  <a:pt x="1087" y="86"/>
                </a:lnTo>
                <a:lnTo>
                  <a:pt x="1099" y="86"/>
                </a:lnTo>
                <a:lnTo>
                  <a:pt x="1106" y="99"/>
                </a:lnTo>
                <a:lnTo>
                  <a:pt x="1163" y="166"/>
                </a:lnTo>
                <a:lnTo>
                  <a:pt x="1208" y="265"/>
                </a:lnTo>
                <a:lnTo>
                  <a:pt x="1250" y="370"/>
                </a:lnTo>
                <a:lnTo>
                  <a:pt x="1291" y="444"/>
                </a:lnTo>
                <a:lnTo>
                  <a:pt x="1359" y="512"/>
                </a:lnTo>
                <a:lnTo>
                  <a:pt x="1450" y="555"/>
                </a:lnTo>
                <a:lnTo>
                  <a:pt x="1544" y="580"/>
                </a:lnTo>
                <a:lnTo>
                  <a:pt x="1635" y="623"/>
                </a:lnTo>
                <a:lnTo>
                  <a:pt x="1635" y="690"/>
                </a:lnTo>
                <a:lnTo>
                  <a:pt x="1654" y="678"/>
                </a:lnTo>
                <a:lnTo>
                  <a:pt x="1669" y="678"/>
                </a:lnTo>
                <a:lnTo>
                  <a:pt x="1692" y="672"/>
                </a:lnTo>
                <a:lnTo>
                  <a:pt x="1745" y="672"/>
                </a:lnTo>
                <a:lnTo>
                  <a:pt x="1745" y="783"/>
                </a:lnTo>
                <a:lnTo>
                  <a:pt x="1760" y="851"/>
                </a:lnTo>
                <a:lnTo>
                  <a:pt x="1771" y="919"/>
                </a:lnTo>
                <a:lnTo>
                  <a:pt x="1794" y="993"/>
                </a:lnTo>
                <a:lnTo>
                  <a:pt x="1794" y="987"/>
                </a:lnTo>
                <a:lnTo>
                  <a:pt x="1801" y="974"/>
                </a:lnTo>
                <a:lnTo>
                  <a:pt x="1801" y="962"/>
                </a:lnTo>
                <a:lnTo>
                  <a:pt x="1805" y="937"/>
                </a:lnTo>
                <a:lnTo>
                  <a:pt x="1820" y="925"/>
                </a:lnTo>
                <a:lnTo>
                  <a:pt x="1828" y="925"/>
                </a:lnTo>
                <a:lnTo>
                  <a:pt x="1835" y="919"/>
                </a:lnTo>
                <a:lnTo>
                  <a:pt x="1835" y="838"/>
                </a:lnTo>
                <a:lnTo>
                  <a:pt x="1828" y="795"/>
                </a:lnTo>
                <a:lnTo>
                  <a:pt x="1820" y="728"/>
                </a:lnTo>
                <a:lnTo>
                  <a:pt x="1820" y="647"/>
                </a:lnTo>
                <a:lnTo>
                  <a:pt x="1805" y="567"/>
                </a:lnTo>
                <a:lnTo>
                  <a:pt x="1760" y="567"/>
                </a:lnTo>
                <a:lnTo>
                  <a:pt x="1760" y="444"/>
                </a:lnTo>
                <a:lnTo>
                  <a:pt x="1820" y="444"/>
                </a:lnTo>
                <a:lnTo>
                  <a:pt x="1820" y="425"/>
                </a:lnTo>
                <a:lnTo>
                  <a:pt x="1828" y="401"/>
                </a:lnTo>
                <a:lnTo>
                  <a:pt x="1828" y="388"/>
                </a:lnTo>
                <a:lnTo>
                  <a:pt x="1835" y="370"/>
                </a:lnTo>
                <a:lnTo>
                  <a:pt x="1846" y="370"/>
                </a:lnTo>
                <a:lnTo>
                  <a:pt x="1846" y="302"/>
                </a:lnTo>
                <a:lnTo>
                  <a:pt x="1820" y="222"/>
                </a:lnTo>
                <a:lnTo>
                  <a:pt x="1786" y="142"/>
                </a:lnTo>
                <a:lnTo>
                  <a:pt x="1771" y="55"/>
                </a:lnTo>
                <a:lnTo>
                  <a:pt x="1812" y="18"/>
                </a:lnTo>
                <a:lnTo>
                  <a:pt x="1869" y="6"/>
                </a:lnTo>
                <a:lnTo>
                  <a:pt x="1937" y="0"/>
                </a:lnTo>
                <a:close/>
              </a:path>
            </a:pathLst>
          </a:custGeom>
          <a:solidFill>
            <a:srgbClr val="D8D8D8"/>
          </a:solidFill>
          <a:ln w="12700">
            <a:miter lim="400000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31" name="Shape 773"/>
          <p:cNvSpPr txBox="1"/>
          <p:nvPr/>
        </p:nvSpPr>
        <p:spPr>
          <a:xfrm>
            <a:off x="5292080" y="1275604"/>
            <a:ext cx="1457086" cy="708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44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70%</a:t>
            </a:r>
          </a:p>
        </p:txBody>
      </p:sp>
      <p:sp>
        <p:nvSpPr>
          <p:cNvPr id="832" name="Shape 774"/>
          <p:cNvSpPr txBox="1"/>
          <p:nvPr/>
        </p:nvSpPr>
        <p:spPr>
          <a:xfrm>
            <a:off x="5292080" y="2075825"/>
            <a:ext cx="3131920" cy="149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>
                <a:solidFill>
                  <a:srgbClr val="595959"/>
                </a:solidFill>
              </a:defRPr>
            </a:lvl1pPr>
          </a:lstStyle>
          <a:p>
            <a:r>
              <a:t>You can simply impress your audience and add a unique zing and appeal to your Presentations . Easy to change colors, photos and Text. </a:t>
            </a:r>
          </a:p>
        </p:txBody>
      </p:sp>
      <p:sp>
        <p:nvSpPr>
          <p:cNvPr id="833" name="Shape 775"/>
          <p:cNvSpPr/>
          <p:nvPr/>
        </p:nvSpPr>
        <p:spPr>
          <a:xfrm>
            <a:off x="5292080" y="3003549"/>
            <a:ext cx="3131920" cy="1720315"/>
          </a:xfrm>
          <a:prstGeom prst="rect">
            <a:avLst/>
          </a:prstGeom>
          <a:solidFill>
            <a:srgbClr val="FFFFFF"/>
          </a:solidFill>
          <a:ln w="31750">
            <a:solidFill>
              <a:srgbClr val="0DD2D9"/>
            </a:solidFill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34" name="Shape 776"/>
          <p:cNvSpPr txBox="1"/>
          <p:nvPr/>
        </p:nvSpPr>
        <p:spPr>
          <a:xfrm>
            <a:off x="5760170" y="3762500"/>
            <a:ext cx="2195737" cy="1490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ctr"/>
          </a:lstStyle>
          <a:p>
            <a:r>
              <a:t>You can simply impress your audience and add a unique zing and appeal to your Presentations. </a:t>
            </a:r>
          </a:p>
        </p:txBody>
      </p:sp>
      <p:sp>
        <p:nvSpPr>
          <p:cNvPr id="835" name="Shape 777"/>
          <p:cNvSpPr/>
          <p:nvPr/>
        </p:nvSpPr>
        <p:spPr>
          <a:xfrm>
            <a:off x="6648739" y="3280950"/>
            <a:ext cx="418599" cy="3215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9015"/>
                </a:moveTo>
                <a:cubicBezTo>
                  <a:pt x="14834" y="9015"/>
                  <a:pt x="16322" y="10952"/>
                  <a:pt x="16322" y="13342"/>
                </a:cubicBezTo>
                <a:cubicBezTo>
                  <a:pt x="16322" y="15731"/>
                  <a:pt x="14834" y="17668"/>
                  <a:pt x="12998" y="17668"/>
                </a:cubicBezTo>
                <a:cubicBezTo>
                  <a:pt x="11163" y="17668"/>
                  <a:pt x="9675" y="15731"/>
                  <a:pt x="9675" y="13342"/>
                </a:cubicBezTo>
                <a:cubicBezTo>
                  <a:pt x="9675" y="10952"/>
                  <a:pt x="11163" y="9015"/>
                  <a:pt x="12998" y="9015"/>
                </a:cubicBezTo>
                <a:close/>
                <a:moveTo>
                  <a:pt x="12998" y="7305"/>
                </a:moveTo>
                <a:cubicBezTo>
                  <a:pt x="10437" y="7305"/>
                  <a:pt x="8362" y="10008"/>
                  <a:pt x="8362" y="13342"/>
                </a:cubicBezTo>
                <a:cubicBezTo>
                  <a:pt x="8362" y="16675"/>
                  <a:pt x="10437" y="19378"/>
                  <a:pt x="12998" y="19378"/>
                </a:cubicBezTo>
                <a:cubicBezTo>
                  <a:pt x="15559" y="19378"/>
                  <a:pt x="17635" y="16675"/>
                  <a:pt x="17635" y="13342"/>
                </a:cubicBezTo>
                <a:cubicBezTo>
                  <a:pt x="17635" y="10008"/>
                  <a:pt x="15559" y="7305"/>
                  <a:pt x="12998" y="7305"/>
                </a:cubicBezTo>
                <a:close/>
                <a:moveTo>
                  <a:pt x="7539" y="5964"/>
                </a:moveTo>
                <a:lnTo>
                  <a:pt x="7539" y="7325"/>
                </a:lnTo>
                <a:lnTo>
                  <a:pt x="9003" y="7325"/>
                </a:lnTo>
                <a:lnTo>
                  <a:pt x="9003" y="5964"/>
                </a:lnTo>
                <a:close/>
                <a:moveTo>
                  <a:pt x="17528" y="5527"/>
                </a:moveTo>
                <a:lnTo>
                  <a:pt x="17528" y="7325"/>
                </a:lnTo>
                <a:lnTo>
                  <a:pt x="20343" y="7325"/>
                </a:lnTo>
                <a:lnTo>
                  <a:pt x="20343" y="5527"/>
                </a:lnTo>
                <a:close/>
                <a:moveTo>
                  <a:pt x="10802" y="955"/>
                </a:moveTo>
                <a:lnTo>
                  <a:pt x="10802" y="3820"/>
                </a:lnTo>
                <a:lnTo>
                  <a:pt x="15195" y="3820"/>
                </a:lnTo>
                <a:lnTo>
                  <a:pt x="15195" y="955"/>
                </a:lnTo>
                <a:close/>
                <a:moveTo>
                  <a:pt x="9845" y="0"/>
                </a:moveTo>
                <a:lnTo>
                  <a:pt x="16151" y="0"/>
                </a:lnTo>
                <a:cubicBezTo>
                  <a:pt x="16493" y="0"/>
                  <a:pt x="16769" y="360"/>
                  <a:pt x="16769" y="804"/>
                </a:cubicBezTo>
                <a:lnTo>
                  <a:pt x="16769" y="3820"/>
                </a:lnTo>
                <a:lnTo>
                  <a:pt x="19880" y="3820"/>
                </a:lnTo>
                <a:cubicBezTo>
                  <a:pt x="20830" y="3820"/>
                  <a:pt x="21600" y="4823"/>
                  <a:pt x="21600" y="6059"/>
                </a:cubicBezTo>
                <a:lnTo>
                  <a:pt x="21600" y="19360"/>
                </a:lnTo>
                <a:cubicBezTo>
                  <a:pt x="21600" y="20597"/>
                  <a:pt x="20830" y="21600"/>
                  <a:pt x="19880" y="21600"/>
                </a:cubicBezTo>
                <a:lnTo>
                  <a:pt x="1720" y="21600"/>
                </a:lnTo>
                <a:cubicBezTo>
                  <a:pt x="770" y="21600"/>
                  <a:pt x="0" y="20597"/>
                  <a:pt x="0" y="19360"/>
                </a:cubicBezTo>
                <a:lnTo>
                  <a:pt x="0" y="6059"/>
                </a:lnTo>
                <a:cubicBezTo>
                  <a:pt x="0" y="4823"/>
                  <a:pt x="770" y="3820"/>
                  <a:pt x="1720" y="3820"/>
                </a:cubicBezTo>
                <a:lnTo>
                  <a:pt x="2081" y="3820"/>
                </a:lnTo>
                <a:lnTo>
                  <a:pt x="2081" y="2763"/>
                </a:lnTo>
                <a:cubicBezTo>
                  <a:pt x="2081" y="2541"/>
                  <a:pt x="2220" y="2361"/>
                  <a:pt x="2390" y="2361"/>
                </a:cubicBezTo>
                <a:lnTo>
                  <a:pt x="5543" y="2361"/>
                </a:lnTo>
                <a:cubicBezTo>
                  <a:pt x="5714" y="2361"/>
                  <a:pt x="5853" y="2541"/>
                  <a:pt x="5853" y="2763"/>
                </a:cubicBezTo>
                <a:lnTo>
                  <a:pt x="5853" y="3820"/>
                </a:lnTo>
                <a:lnTo>
                  <a:pt x="9227" y="3820"/>
                </a:lnTo>
                <a:lnTo>
                  <a:pt x="9227" y="804"/>
                </a:lnTo>
                <a:cubicBezTo>
                  <a:pt x="9227" y="360"/>
                  <a:pt x="9504" y="0"/>
                  <a:pt x="9845" y="0"/>
                </a:cubicBezTo>
                <a:close/>
              </a:path>
            </a:pathLst>
          </a:custGeom>
          <a:solidFill>
            <a:srgbClr val="0DD2D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36" name="Shape 778"/>
          <p:cNvSpPr/>
          <p:nvPr/>
        </p:nvSpPr>
        <p:spPr>
          <a:xfrm>
            <a:off x="2555775" y="2932113"/>
            <a:ext cx="720081" cy="720081"/>
          </a:xfrm>
          <a:prstGeom prst="ellipse">
            <a:avLst/>
          </a:prstGeom>
          <a:solidFill>
            <a:srgbClr val="0DD2D9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37" name="Shape 779"/>
          <p:cNvSpPr/>
          <p:nvPr/>
        </p:nvSpPr>
        <p:spPr>
          <a:xfrm>
            <a:off x="827583" y="2467376"/>
            <a:ext cx="576065" cy="576065"/>
          </a:xfrm>
          <a:prstGeom prst="ellipse">
            <a:avLst/>
          </a:prstGeom>
          <a:solidFill>
            <a:srgbClr val="0DD2D9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38" name="Shape 780"/>
          <p:cNvSpPr/>
          <p:nvPr/>
        </p:nvSpPr>
        <p:spPr>
          <a:xfrm>
            <a:off x="2375834" y="1839038"/>
            <a:ext cx="372671" cy="372671"/>
          </a:xfrm>
          <a:prstGeom prst="ellipse">
            <a:avLst/>
          </a:prstGeom>
          <a:solidFill>
            <a:srgbClr val="0DD2D9">
              <a:alpha val="4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841" name="Shape 781"/>
          <p:cNvGrpSpPr/>
          <p:nvPr/>
        </p:nvGrpSpPr>
        <p:grpSpPr>
          <a:xfrm>
            <a:off x="2483767" y="1253504"/>
            <a:ext cx="1296143" cy="369333"/>
            <a:chOff x="0" y="0"/>
            <a:chExt cx="1296142" cy="369332"/>
          </a:xfrm>
        </p:grpSpPr>
        <p:sp>
          <p:nvSpPr>
            <p:cNvPr id="839" name="직사각형"/>
            <p:cNvSpPr/>
            <p:nvPr/>
          </p:nvSpPr>
          <p:spPr>
            <a:xfrm>
              <a:off x="0" y="-1"/>
              <a:ext cx="1296143" cy="369334"/>
            </a:xfrm>
            <a:prstGeom prst="rect">
              <a:avLst/>
            </a:prstGeom>
            <a:solidFill>
              <a:srgbClr val="FFFFFF"/>
            </a:solidFill>
            <a:ln w="3175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40" name="Text  Here"/>
            <p:cNvSpPr txBox="1"/>
            <p:nvPr/>
          </p:nvSpPr>
          <p:spPr>
            <a:xfrm>
              <a:off x="0" y="27989"/>
              <a:ext cx="1296143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844" name="Shape 782"/>
          <p:cNvGrpSpPr/>
          <p:nvPr/>
        </p:nvGrpSpPr>
        <p:grpSpPr>
          <a:xfrm>
            <a:off x="2920355" y="4224166"/>
            <a:ext cx="1296144" cy="369333"/>
            <a:chOff x="0" y="0"/>
            <a:chExt cx="1296142" cy="369332"/>
          </a:xfrm>
        </p:grpSpPr>
        <p:sp>
          <p:nvSpPr>
            <p:cNvPr id="842" name="직사각형"/>
            <p:cNvSpPr/>
            <p:nvPr/>
          </p:nvSpPr>
          <p:spPr>
            <a:xfrm>
              <a:off x="0" y="-1"/>
              <a:ext cx="1296143" cy="369334"/>
            </a:xfrm>
            <a:prstGeom prst="rect">
              <a:avLst/>
            </a:prstGeom>
            <a:solidFill>
              <a:srgbClr val="FFFFFF"/>
            </a:solidFill>
            <a:ln w="3175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43" name="Text  Here"/>
            <p:cNvSpPr txBox="1"/>
            <p:nvPr/>
          </p:nvSpPr>
          <p:spPr>
            <a:xfrm>
              <a:off x="0" y="27989"/>
              <a:ext cx="1296143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grpSp>
        <p:nvGrpSpPr>
          <p:cNvPr id="847" name="Shape 783"/>
          <p:cNvGrpSpPr/>
          <p:nvPr/>
        </p:nvGrpSpPr>
        <p:grpSpPr>
          <a:xfrm>
            <a:off x="755575" y="3786992"/>
            <a:ext cx="1296143" cy="369333"/>
            <a:chOff x="0" y="0"/>
            <a:chExt cx="1296142" cy="369332"/>
          </a:xfrm>
        </p:grpSpPr>
        <p:sp>
          <p:nvSpPr>
            <p:cNvPr id="845" name="직사각형"/>
            <p:cNvSpPr/>
            <p:nvPr/>
          </p:nvSpPr>
          <p:spPr>
            <a:xfrm>
              <a:off x="0" y="-1"/>
              <a:ext cx="1296143" cy="369334"/>
            </a:xfrm>
            <a:prstGeom prst="rect">
              <a:avLst/>
            </a:prstGeom>
            <a:solidFill>
              <a:srgbClr val="FFFFFF"/>
            </a:solidFill>
            <a:ln w="31750" cap="flat">
              <a:solidFill>
                <a:srgbClr val="0DD2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46" name="Text  Here"/>
            <p:cNvSpPr txBox="1"/>
            <p:nvPr/>
          </p:nvSpPr>
          <p:spPr>
            <a:xfrm>
              <a:off x="0" y="27989"/>
              <a:ext cx="1296143" cy="3133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Text  Here</a:t>
              </a:r>
            </a:p>
          </p:txBody>
        </p:sp>
      </p:grpSp>
      <p:sp>
        <p:nvSpPr>
          <p:cNvPr id="851" name="Shape 784"/>
          <p:cNvSpPr/>
          <p:nvPr/>
        </p:nvSpPr>
        <p:spPr>
          <a:xfrm>
            <a:off x="3097525" y="3603076"/>
            <a:ext cx="353702" cy="605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7F7F7F"/>
            </a:solidFill>
            <a:prstDash val="dot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52" name="Shape 785"/>
          <p:cNvSpPr/>
          <p:nvPr/>
        </p:nvSpPr>
        <p:spPr>
          <a:xfrm>
            <a:off x="2691916" y="1638869"/>
            <a:ext cx="245216" cy="2527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7F7F7F"/>
            </a:solidFill>
            <a:prstDash val="dot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50" name="Shape 786"/>
          <p:cNvSpPr/>
          <p:nvPr/>
        </p:nvSpPr>
        <p:spPr>
          <a:xfrm>
            <a:off x="1115647" y="3043291"/>
            <a:ext cx="288001" cy="743701"/>
          </a:xfrm>
          <a:prstGeom prst="line">
            <a:avLst/>
          </a:prstGeom>
          <a:ln w="25400">
            <a:solidFill>
              <a:srgbClr val="7F7F7F"/>
            </a:solidFill>
            <a:prstDash val="dot"/>
            <a:tailEnd type="triangle"/>
          </a:ln>
        </p:spPr>
        <p:txBody>
          <a:bodyPr lIns="45719" rIns="45719"/>
          <a:lstStyle/>
          <a:p>
            <a:pPr algn="ctr">
              <a:lnSpc>
                <a:spcPct val="100000"/>
              </a:lnSpc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Shape 791"/>
          <p:cNvSpPr txBox="1">
            <a:spLocks noGrp="1"/>
          </p:cNvSpPr>
          <p:nvPr>
            <p:ph type="title"/>
          </p:nvPr>
        </p:nvSpPr>
        <p:spPr>
          <a:xfrm>
            <a:off x="1584000" y="25734"/>
            <a:ext cx="7560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Columns</a:t>
            </a:r>
            <a:r>
              <a:rPr>
                <a:solidFill>
                  <a:srgbClr val="3F3F3F"/>
                </a:solidFill>
              </a:rPr>
              <a:t> Layout</a:t>
            </a:r>
          </a:p>
        </p:txBody>
      </p:sp>
      <p:grpSp>
        <p:nvGrpSpPr>
          <p:cNvPr id="859" name="Shape 792"/>
          <p:cNvGrpSpPr/>
          <p:nvPr/>
        </p:nvGrpSpPr>
        <p:grpSpPr>
          <a:xfrm>
            <a:off x="1950833" y="1351176"/>
            <a:ext cx="2880321" cy="6867718"/>
            <a:chOff x="0" y="0"/>
            <a:chExt cx="2880320" cy="6867716"/>
          </a:xfrm>
        </p:grpSpPr>
        <p:sp>
          <p:nvSpPr>
            <p:cNvPr id="855" name="Shape 793"/>
            <p:cNvSpPr txBox="1"/>
            <p:nvPr/>
          </p:nvSpPr>
          <p:spPr>
            <a:xfrm>
              <a:off x="0" y="317096"/>
              <a:ext cx="2880321" cy="65506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Get a modern PowerPoint  Presentation that is beautifully designed. I hope and I believe that this Template will your Time, Money and Reputation. Easy to change colors, photos and Text.</a:t>
              </a:r>
            </a:p>
            <a:p>
              <a:endParaRPr sz="1200"/>
            </a:p>
            <a:p>
              <a:r>
                <a:t>Get a modern PowerPoint  Presentation that is beautifully designed. I hope and I believe that this Template will your Time, Money and Reputation. Easy to change colors, photos and Text.</a:t>
              </a:r>
            </a:p>
            <a:p>
              <a:endParaRPr sz="1200"/>
            </a:p>
            <a:p>
              <a:r>
                <a:t> I hope and I believe that this Template will your Time, Money and Reputation. Easy to change colors, photos and Text.</a:t>
              </a:r>
            </a:p>
          </p:txBody>
        </p:sp>
        <p:grpSp>
          <p:nvGrpSpPr>
            <p:cNvPr id="858" name="Shape 794"/>
            <p:cNvGrpSpPr/>
            <p:nvPr/>
          </p:nvGrpSpPr>
          <p:grpSpPr>
            <a:xfrm>
              <a:off x="0" y="0"/>
              <a:ext cx="2880321" cy="313353"/>
              <a:chOff x="0" y="0"/>
              <a:chExt cx="2880320" cy="313352"/>
            </a:xfrm>
          </p:grpSpPr>
          <p:sp>
            <p:nvSpPr>
              <p:cNvPr id="856" name="직사각형"/>
              <p:cNvSpPr/>
              <p:nvPr/>
            </p:nvSpPr>
            <p:spPr>
              <a:xfrm>
                <a:off x="-1" y="-1"/>
                <a:ext cx="2880322" cy="277000"/>
              </a:xfrm>
              <a:prstGeom prst="rect">
                <a:avLst/>
              </a:prstGeom>
              <a:solidFill>
                <a:srgbClr val="0DD2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57" name="Contents A"/>
              <p:cNvSpPr txBox="1"/>
              <p:nvPr/>
            </p:nvSpPr>
            <p:spPr>
              <a:xfrm>
                <a:off x="-1" y="-1"/>
                <a:ext cx="2880322" cy="3133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Contents A </a:t>
                </a:r>
              </a:p>
            </p:txBody>
          </p:sp>
        </p:grpSp>
      </p:grpSp>
      <p:grpSp>
        <p:nvGrpSpPr>
          <p:cNvPr id="864" name="Shape 795"/>
          <p:cNvGrpSpPr/>
          <p:nvPr/>
        </p:nvGrpSpPr>
        <p:grpSpPr>
          <a:xfrm>
            <a:off x="5342416" y="1351176"/>
            <a:ext cx="2880321" cy="6943918"/>
            <a:chOff x="0" y="0"/>
            <a:chExt cx="2880320" cy="6943916"/>
          </a:xfrm>
        </p:grpSpPr>
        <p:sp>
          <p:nvSpPr>
            <p:cNvPr id="860" name="Shape 796"/>
            <p:cNvSpPr txBox="1"/>
            <p:nvPr/>
          </p:nvSpPr>
          <p:spPr>
            <a:xfrm>
              <a:off x="0" y="317096"/>
              <a:ext cx="2880321" cy="6626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Get a modern PowerPoint  Presentation that is beautifully designed. I hope and I believe that this Template will your Time, Money and Reputation. Easy to change colors, photos and Text.</a:t>
              </a:r>
            </a:p>
            <a:p>
              <a:endParaRPr sz="1200"/>
            </a:p>
            <a:p>
              <a:r>
                <a:t>Get a modern PowerPoint  Presentation that is beautifully designed. I hope and I believe that this Template will your Time, Money and Reputation. Easy to change colors, photos and Text.</a:t>
              </a:r>
            </a:p>
            <a:p>
              <a:r>
                <a:t> </a:t>
              </a:r>
            </a:p>
            <a:p>
              <a:r>
                <a:t> I hope and I believe that this Template will your Time, Money and Reputation. Easy to change colors, photos and Text.</a:t>
              </a:r>
            </a:p>
          </p:txBody>
        </p:sp>
        <p:grpSp>
          <p:nvGrpSpPr>
            <p:cNvPr id="863" name="Shape 797"/>
            <p:cNvGrpSpPr/>
            <p:nvPr/>
          </p:nvGrpSpPr>
          <p:grpSpPr>
            <a:xfrm>
              <a:off x="0" y="0"/>
              <a:ext cx="2880321" cy="313353"/>
              <a:chOff x="0" y="0"/>
              <a:chExt cx="2880320" cy="313352"/>
            </a:xfrm>
          </p:grpSpPr>
          <p:sp>
            <p:nvSpPr>
              <p:cNvPr id="861" name="직사각형"/>
              <p:cNvSpPr/>
              <p:nvPr/>
            </p:nvSpPr>
            <p:spPr>
              <a:xfrm>
                <a:off x="-1" y="-1"/>
                <a:ext cx="2880322" cy="277000"/>
              </a:xfrm>
              <a:prstGeom prst="rect">
                <a:avLst/>
              </a:prstGeom>
              <a:solidFill>
                <a:srgbClr val="0DD2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62" name="Contents B"/>
              <p:cNvSpPr txBox="1"/>
              <p:nvPr/>
            </p:nvSpPr>
            <p:spPr>
              <a:xfrm>
                <a:off x="-1" y="-1"/>
                <a:ext cx="2880322" cy="3133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Contents B </a:t>
                </a:r>
              </a:p>
            </p:txBody>
          </p:sp>
        </p:grpSp>
      </p:grpSp>
      <p:sp>
        <p:nvSpPr>
          <p:cNvPr id="865" name="Shape 798"/>
          <p:cNvSpPr txBox="1"/>
          <p:nvPr/>
        </p:nvSpPr>
        <p:spPr>
          <a:xfrm>
            <a:off x="1619671" y="699541"/>
            <a:ext cx="7524327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This text can be replaced with your own text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Shape 803"/>
          <p:cNvSpPr txBox="1">
            <a:spLocks noGrp="1"/>
          </p:cNvSpPr>
          <p:nvPr>
            <p:ph type="title"/>
          </p:nvPr>
        </p:nvSpPr>
        <p:spPr>
          <a:xfrm>
            <a:off x="1584000" y="25734"/>
            <a:ext cx="7560000" cy="776531"/>
          </a:xfrm>
          <a:prstGeom prst="rect">
            <a:avLst/>
          </a:prstGeom>
        </p:spPr>
        <p:txBody>
          <a:bodyPr lIns="45699" tIns="45699" rIns="45699" bIns="45699"/>
          <a:lstStyle/>
          <a:p>
            <a:r>
              <a:t>Columns</a:t>
            </a:r>
            <a:r>
              <a:rPr>
                <a:solidFill>
                  <a:srgbClr val="3F3F3F"/>
                </a:solidFill>
              </a:rPr>
              <a:t> Layout</a:t>
            </a:r>
          </a:p>
        </p:txBody>
      </p:sp>
      <p:grpSp>
        <p:nvGrpSpPr>
          <p:cNvPr id="872" name="Shape 804"/>
          <p:cNvGrpSpPr/>
          <p:nvPr/>
        </p:nvGrpSpPr>
        <p:grpSpPr>
          <a:xfrm>
            <a:off x="1950833" y="1353233"/>
            <a:ext cx="2880321" cy="2890078"/>
            <a:chOff x="0" y="0"/>
            <a:chExt cx="2880320" cy="2890076"/>
          </a:xfrm>
        </p:grpSpPr>
        <p:sp>
          <p:nvSpPr>
            <p:cNvPr id="868" name="Shape 805"/>
            <p:cNvSpPr txBox="1"/>
            <p:nvPr/>
          </p:nvSpPr>
          <p:spPr>
            <a:xfrm>
              <a:off x="0" y="317095"/>
              <a:ext cx="2880321" cy="2572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Get a modern PowerPoint  Presentation that is beautifully designed.  Easy to change colors, photos and Text.</a:t>
              </a:r>
            </a:p>
            <a:p>
              <a:endParaRPr sz="1200"/>
            </a:p>
            <a:p>
              <a:r>
                <a:t>Get a modern PowerPoint  Presentation that is beautifully designed. </a:t>
              </a:r>
            </a:p>
          </p:txBody>
        </p:sp>
        <p:grpSp>
          <p:nvGrpSpPr>
            <p:cNvPr id="871" name="Shape 806"/>
            <p:cNvGrpSpPr/>
            <p:nvPr/>
          </p:nvGrpSpPr>
          <p:grpSpPr>
            <a:xfrm>
              <a:off x="0" y="0"/>
              <a:ext cx="2880321" cy="313353"/>
              <a:chOff x="0" y="0"/>
              <a:chExt cx="2880320" cy="313352"/>
            </a:xfrm>
          </p:grpSpPr>
          <p:sp>
            <p:nvSpPr>
              <p:cNvPr id="869" name="직사각형"/>
              <p:cNvSpPr/>
              <p:nvPr/>
            </p:nvSpPr>
            <p:spPr>
              <a:xfrm>
                <a:off x="-1" y="-1"/>
                <a:ext cx="2880322" cy="277000"/>
              </a:xfrm>
              <a:prstGeom prst="rect">
                <a:avLst/>
              </a:prstGeom>
              <a:solidFill>
                <a:srgbClr val="0DD2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70" name="Contents A"/>
              <p:cNvSpPr txBox="1"/>
              <p:nvPr/>
            </p:nvSpPr>
            <p:spPr>
              <a:xfrm>
                <a:off x="-1" y="-1"/>
                <a:ext cx="2880322" cy="3133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Contents A </a:t>
                </a:r>
              </a:p>
            </p:txBody>
          </p:sp>
        </p:grpSp>
      </p:grpSp>
      <p:grpSp>
        <p:nvGrpSpPr>
          <p:cNvPr id="877" name="Shape 807"/>
          <p:cNvGrpSpPr/>
          <p:nvPr/>
        </p:nvGrpSpPr>
        <p:grpSpPr>
          <a:xfrm>
            <a:off x="5342416" y="1353233"/>
            <a:ext cx="2880321" cy="2890078"/>
            <a:chOff x="0" y="0"/>
            <a:chExt cx="2880320" cy="2890076"/>
          </a:xfrm>
        </p:grpSpPr>
        <p:sp>
          <p:nvSpPr>
            <p:cNvPr id="873" name="Shape 808"/>
            <p:cNvSpPr txBox="1"/>
            <p:nvPr/>
          </p:nvSpPr>
          <p:spPr>
            <a:xfrm>
              <a:off x="0" y="317095"/>
              <a:ext cx="2880321" cy="2572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Get a modern PowerPoint  Presentation that is beautifully designed.  Easy to change colors, photos and Text.</a:t>
              </a:r>
            </a:p>
            <a:p>
              <a:endParaRPr sz="1200"/>
            </a:p>
            <a:p>
              <a:r>
                <a:t>Get a modern PowerPoint  Presentation that is beautifully designed. </a:t>
              </a:r>
            </a:p>
          </p:txBody>
        </p:sp>
        <p:grpSp>
          <p:nvGrpSpPr>
            <p:cNvPr id="876" name="Shape 809"/>
            <p:cNvGrpSpPr/>
            <p:nvPr/>
          </p:nvGrpSpPr>
          <p:grpSpPr>
            <a:xfrm>
              <a:off x="0" y="0"/>
              <a:ext cx="2880321" cy="313353"/>
              <a:chOff x="0" y="0"/>
              <a:chExt cx="2880320" cy="313352"/>
            </a:xfrm>
          </p:grpSpPr>
          <p:sp>
            <p:nvSpPr>
              <p:cNvPr id="874" name="직사각형"/>
              <p:cNvSpPr/>
              <p:nvPr/>
            </p:nvSpPr>
            <p:spPr>
              <a:xfrm>
                <a:off x="-1" y="-1"/>
                <a:ext cx="2880322" cy="277000"/>
              </a:xfrm>
              <a:prstGeom prst="rect">
                <a:avLst/>
              </a:prstGeom>
              <a:solidFill>
                <a:srgbClr val="0DD2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75" name="Contents B"/>
              <p:cNvSpPr txBox="1"/>
              <p:nvPr/>
            </p:nvSpPr>
            <p:spPr>
              <a:xfrm>
                <a:off x="-1" y="-1"/>
                <a:ext cx="2880322" cy="3133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Contents B </a:t>
                </a:r>
              </a:p>
            </p:txBody>
          </p:sp>
        </p:grpSp>
      </p:grpSp>
      <p:grpSp>
        <p:nvGrpSpPr>
          <p:cNvPr id="882" name="Shape 810"/>
          <p:cNvGrpSpPr/>
          <p:nvPr/>
        </p:nvGrpSpPr>
        <p:grpSpPr>
          <a:xfrm>
            <a:off x="1950833" y="3092493"/>
            <a:ext cx="2880321" cy="2890077"/>
            <a:chOff x="0" y="0"/>
            <a:chExt cx="2880320" cy="2890076"/>
          </a:xfrm>
        </p:grpSpPr>
        <p:sp>
          <p:nvSpPr>
            <p:cNvPr id="878" name="Shape 811"/>
            <p:cNvSpPr txBox="1"/>
            <p:nvPr/>
          </p:nvSpPr>
          <p:spPr>
            <a:xfrm>
              <a:off x="0" y="317095"/>
              <a:ext cx="2880321" cy="2572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Get a modern PowerPoint  Presentation that is beautifully designed.  Easy to change colors, photos and Text.</a:t>
              </a:r>
            </a:p>
            <a:p>
              <a:endParaRPr sz="1200"/>
            </a:p>
            <a:p>
              <a:r>
                <a:t>Get a modern PowerPoint  Presentation that is beautifully designed. </a:t>
              </a:r>
            </a:p>
          </p:txBody>
        </p:sp>
        <p:grpSp>
          <p:nvGrpSpPr>
            <p:cNvPr id="881" name="Shape 812"/>
            <p:cNvGrpSpPr/>
            <p:nvPr/>
          </p:nvGrpSpPr>
          <p:grpSpPr>
            <a:xfrm>
              <a:off x="0" y="0"/>
              <a:ext cx="2880321" cy="313353"/>
              <a:chOff x="0" y="0"/>
              <a:chExt cx="2880320" cy="313352"/>
            </a:xfrm>
          </p:grpSpPr>
          <p:sp>
            <p:nvSpPr>
              <p:cNvPr id="879" name="직사각형"/>
              <p:cNvSpPr/>
              <p:nvPr/>
            </p:nvSpPr>
            <p:spPr>
              <a:xfrm>
                <a:off x="-1" y="-1"/>
                <a:ext cx="2880322" cy="277000"/>
              </a:xfrm>
              <a:prstGeom prst="rect">
                <a:avLst/>
              </a:prstGeom>
              <a:solidFill>
                <a:srgbClr val="0DD2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80" name="Contents C"/>
              <p:cNvSpPr txBox="1"/>
              <p:nvPr/>
            </p:nvSpPr>
            <p:spPr>
              <a:xfrm>
                <a:off x="-1" y="-1"/>
                <a:ext cx="2880322" cy="3133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Contents C </a:t>
                </a:r>
              </a:p>
            </p:txBody>
          </p:sp>
        </p:grpSp>
      </p:grpSp>
      <p:grpSp>
        <p:nvGrpSpPr>
          <p:cNvPr id="887" name="Shape 813"/>
          <p:cNvGrpSpPr/>
          <p:nvPr/>
        </p:nvGrpSpPr>
        <p:grpSpPr>
          <a:xfrm>
            <a:off x="5342416" y="3092493"/>
            <a:ext cx="2880321" cy="2890077"/>
            <a:chOff x="0" y="0"/>
            <a:chExt cx="2880320" cy="2890076"/>
          </a:xfrm>
        </p:grpSpPr>
        <p:sp>
          <p:nvSpPr>
            <p:cNvPr id="883" name="Shape 814"/>
            <p:cNvSpPr txBox="1"/>
            <p:nvPr/>
          </p:nvSpPr>
          <p:spPr>
            <a:xfrm>
              <a:off x="0" y="317095"/>
              <a:ext cx="2880321" cy="2572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t>Get a modern PowerPoint  Presentation that is beautifully designed.  Easy to change colors, photos and Text.</a:t>
              </a:r>
            </a:p>
            <a:p>
              <a:endParaRPr sz="1200"/>
            </a:p>
            <a:p>
              <a:r>
                <a:t>Get a modern PowerPoint  Presentation that is beautifully designed. </a:t>
              </a:r>
            </a:p>
          </p:txBody>
        </p:sp>
        <p:grpSp>
          <p:nvGrpSpPr>
            <p:cNvPr id="886" name="Shape 815"/>
            <p:cNvGrpSpPr/>
            <p:nvPr/>
          </p:nvGrpSpPr>
          <p:grpSpPr>
            <a:xfrm>
              <a:off x="0" y="0"/>
              <a:ext cx="2880321" cy="313353"/>
              <a:chOff x="0" y="0"/>
              <a:chExt cx="2880320" cy="313352"/>
            </a:xfrm>
          </p:grpSpPr>
          <p:sp>
            <p:nvSpPr>
              <p:cNvPr id="884" name="직사각형"/>
              <p:cNvSpPr/>
              <p:nvPr/>
            </p:nvSpPr>
            <p:spPr>
              <a:xfrm>
                <a:off x="-1" y="-1"/>
                <a:ext cx="2880322" cy="277000"/>
              </a:xfrm>
              <a:prstGeom prst="rect">
                <a:avLst/>
              </a:prstGeom>
              <a:solidFill>
                <a:srgbClr val="0DD2D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885" name="Contents D"/>
              <p:cNvSpPr txBox="1"/>
              <p:nvPr/>
            </p:nvSpPr>
            <p:spPr>
              <a:xfrm>
                <a:off x="-1" y="-1"/>
                <a:ext cx="2880322" cy="3133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Contents D</a:t>
                </a:r>
              </a:p>
            </p:txBody>
          </p:sp>
        </p:grpSp>
      </p:grpSp>
      <p:sp>
        <p:nvSpPr>
          <p:cNvPr id="888" name="Shape 816"/>
          <p:cNvSpPr txBox="1"/>
          <p:nvPr/>
        </p:nvSpPr>
        <p:spPr>
          <a:xfrm>
            <a:off x="1619671" y="699541"/>
            <a:ext cx="7524327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r>
              <a:t>This text can be replaced with your own text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Shape 821"/>
          <p:cNvSpPr txBox="1">
            <a:spLocks noGrp="1"/>
          </p:cNvSpPr>
          <p:nvPr>
            <p:ph type="title"/>
          </p:nvPr>
        </p:nvSpPr>
        <p:spPr>
          <a:xfrm>
            <a:off x="1043607" y="2924942"/>
            <a:ext cx="7056785" cy="533308"/>
          </a:xfrm>
          <a:prstGeom prst="rect">
            <a:avLst/>
          </a:prstGeom>
        </p:spPr>
        <p:txBody>
          <a:bodyPr lIns="45699" tIns="45699" rIns="45699" bIns="45699">
            <a:normAutofit fontScale="90000"/>
          </a:bodyPr>
          <a:lstStyle>
            <a:lvl1pPr defTabSz="795527">
              <a:defRPr sz="3132"/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Shape 827"/>
          <p:cNvSpPr txBox="1"/>
          <p:nvPr/>
        </p:nvSpPr>
        <p:spPr>
          <a:xfrm>
            <a:off x="2218699" y="4659979"/>
            <a:ext cx="6552729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 algn="r">
              <a:defRPr>
                <a:solidFill>
                  <a:srgbClr val="595959"/>
                </a:solidFill>
              </a:defRPr>
            </a:lvl1pPr>
          </a:lstStyle>
          <a:p>
            <a:r>
              <a:t>Thank you for using GoogleSlidesppt.com</a:t>
            </a:r>
          </a:p>
        </p:txBody>
      </p:sp>
      <p:sp>
        <p:nvSpPr>
          <p:cNvPr id="893" name="Shape 828"/>
          <p:cNvSpPr txBox="1"/>
          <p:nvPr/>
        </p:nvSpPr>
        <p:spPr>
          <a:xfrm>
            <a:off x="1619671" y="1968645"/>
            <a:ext cx="6984776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>
                <a:solidFill>
                  <a:srgbClr val="595959"/>
                </a:solidFill>
              </a:defRPr>
            </a:pPr>
            <a:r>
              <a:t>All shapes and Icons in this template were created by </a:t>
            </a:r>
            <a:r>
              <a:rPr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hlinkClick r:id="rId2"/>
              </a:rPr>
              <a:t>GoogleSlidesppt.com</a:t>
            </a:r>
          </a:p>
        </p:txBody>
      </p:sp>
      <p:sp>
        <p:nvSpPr>
          <p:cNvPr id="894" name="Shape 829"/>
          <p:cNvSpPr txBox="1"/>
          <p:nvPr/>
        </p:nvSpPr>
        <p:spPr>
          <a:xfrm>
            <a:off x="1619671" y="2589677"/>
            <a:ext cx="6984776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>
                <a:solidFill>
                  <a:srgbClr val="595959"/>
                </a:solidFill>
              </a:defRPr>
            </a:pPr>
            <a:r>
              <a:t>All backgrounds in this template were created by </a:t>
            </a:r>
            <a:r>
              <a:rPr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hlinkClick r:id="rId2"/>
              </a:rPr>
              <a:t>GoogleSlidesppt.com</a:t>
            </a:r>
          </a:p>
        </p:txBody>
      </p:sp>
      <p:sp>
        <p:nvSpPr>
          <p:cNvPr id="895" name="Shape 830"/>
          <p:cNvSpPr txBox="1"/>
          <p:nvPr/>
        </p:nvSpPr>
        <p:spPr>
          <a:xfrm>
            <a:off x="1619671" y="3210708"/>
            <a:ext cx="6984776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>
                <a:solidFill>
                  <a:srgbClr val="595959"/>
                </a:solidFill>
              </a:defRPr>
            </a:pPr>
            <a:r>
              <a:t>Illustrated images in this template were created by </a:t>
            </a:r>
            <a:r>
              <a:rPr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hlinkClick r:id="rId2"/>
              </a:rPr>
              <a:t>GoogleSlidesppt.com</a:t>
            </a:r>
          </a:p>
        </p:txBody>
      </p:sp>
      <p:sp>
        <p:nvSpPr>
          <p:cNvPr id="896" name="Shape 831"/>
          <p:cNvSpPr txBox="1"/>
          <p:nvPr/>
        </p:nvSpPr>
        <p:spPr>
          <a:xfrm>
            <a:off x="1619671" y="1347612"/>
            <a:ext cx="6984776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>
                <a:solidFill>
                  <a:srgbClr val="595959"/>
                </a:solidFill>
              </a:defRPr>
            </a:pPr>
            <a:r>
              <a:t>This presentation template created by </a:t>
            </a:r>
            <a:r>
              <a:rPr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hlinkClick r:id="rId2"/>
              </a:rPr>
              <a:t>GoogleSlidesppt.com</a:t>
            </a:r>
          </a:p>
        </p:txBody>
      </p:sp>
      <p:sp>
        <p:nvSpPr>
          <p:cNvPr id="897" name="Shape 832"/>
          <p:cNvSpPr txBox="1"/>
          <p:nvPr/>
        </p:nvSpPr>
        <p:spPr>
          <a:xfrm>
            <a:off x="1619671" y="340397"/>
            <a:ext cx="6984776" cy="646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4000">
                <a:solidFill>
                  <a:srgbClr val="0DD2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Credits</a:t>
            </a:r>
          </a:p>
        </p:txBody>
      </p:sp>
      <p:sp>
        <p:nvSpPr>
          <p:cNvPr id="898" name="Shape 833"/>
          <p:cNvSpPr txBox="1"/>
          <p:nvPr/>
        </p:nvSpPr>
        <p:spPr>
          <a:xfrm>
            <a:off x="1640185" y="3831738"/>
            <a:ext cx="6984777" cy="33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>
                <a:solidFill>
                  <a:srgbClr val="595959"/>
                </a:solidFill>
              </a:defRPr>
            </a:pPr>
            <a:r>
              <a:t>Inserted pictures in this template were created by </a:t>
            </a:r>
            <a:r>
              <a:rPr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hlinkClick r:id="rId3"/>
              </a:rPr>
              <a:t>pixabay.com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838"/>
          <p:cNvSpPr txBox="1">
            <a:spLocks noGrp="1"/>
          </p:cNvSpPr>
          <p:nvPr>
            <p:ph type="body" sz="quarter" idx="4294967295"/>
          </p:nvPr>
        </p:nvSpPr>
        <p:spPr>
          <a:xfrm>
            <a:off x="0" y="123477"/>
            <a:ext cx="9144000" cy="576066"/>
          </a:xfrm>
          <a:prstGeom prst="rect">
            <a:avLst/>
          </a:prstGeom>
        </p:spPr>
        <p:txBody>
          <a:bodyPr lIns="45699" tIns="45699" rIns="45699" bIns="45699">
            <a:normAutofit lnSpcReduction="10000"/>
          </a:bodyPr>
          <a:lstStyle>
            <a:lvl1pPr algn="ctr"/>
          </a:lstStyle>
          <a:p>
            <a:r>
              <a:t>Fully Editable Icon Sets : A</a:t>
            </a:r>
          </a:p>
        </p:txBody>
      </p:sp>
      <p:sp>
        <p:nvSpPr>
          <p:cNvPr id="901" name="Shape 839"/>
          <p:cNvSpPr/>
          <p:nvPr/>
        </p:nvSpPr>
        <p:spPr>
          <a:xfrm>
            <a:off x="4870784" y="1339861"/>
            <a:ext cx="357266" cy="3583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502" y="13311"/>
                </a:moveTo>
                <a:lnTo>
                  <a:pt x="10834" y="14843"/>
                </a:lnTo>
                <a:lnTo>
                  <a:pt x="13125" y="13338"/>
                </a:lnTo>
                <a:lnTo>
                  <a:pt x="21600" y="21600"/>
                </a:lnTo>
                <a:lnTo>
                  <a:pt x="0" y="21600"/>
                </a:lnTo>
                <a:close/>
                <a:moveTo>
                  <a:pt x="7114" y="9795"/>
                </a:moveTo>
                <a:lnTo>
                  <a:pt x="7114" y="10513"/>
                </a:lnTo>
                <a:lnTo>
                  <a:pt x="14554" y="10513"/>
                </a:lnTo>
                <a:lnTo>
                  <a:pt x="14554" y="9795"/>
                </a:lnTo>
                <a:close/>
                <a:moveTo>
                  <a:pt x="7114" y="8423"/>
                </a:moveTo>
                <a:lnTo>
                  <a:pt x="7114" y="9141"/>
                </a:lnTo>
                <a:lnTo>
                  <a:pt x="14554" y="9141"/>
                </a:lnTo>
                <a:lnTo>
                  <a:pt x="14554" y="8423"/>
                </a:lnTo>
                <a:close/>
                <a:moveTo>
                  <a:pt x="21600" y="7791"/>
                </a:moveTo>
                <a:lnTo>
                  <a:pt x="21600" y="20888"/>
                </a:lnTo>
                <a:lnTo>
                  <a:pt x="13508" y="13086"/>
                </a:lnTo>
                <a:lnTo>
                  <a:pt x="20332" y="8604"/>
                </a:lnTo>
                <a:close/>
                <a:moveTo>
                  <a:pt x="0" y="7791"/>
                </a:moveTo>
                <a:lnTo>
                  <a:pt x="4019" y="10366"/>
                </a:lnTo>
                <a:lnTo>
                  <a:pt x="8119" y="13059"/>
                </a:lnTo>
                <a:lnTo>
                  <a:pt x="0" y="20888"/>
                </a:lnTo>
                <a:close/>
                <a:moveTo>
                  <a:pt x="7114" y="7051"/>
                </a:moveTo>
                <a:lnTo>
                  <a:pt x="7114" y="7769"/>
                </a:lnTo>
                <a:lnTo>
                  <a:pt x="14554" y="7769"/>
                </a:lnTo>
                <a:lnTo>
                  <a:pt x="14554" y="7051"/>
                </a:lnTo>
                <a:close/>
                <a:moveTo>
                  <a:pt x="5793" y="5425"/>
                </a:moveTo>
                <a:lnTo>
                  <a:pt x="15875" y="5425"/>
                </a:lnTo>
                <a:lnTo>
                  <a:pt x="15875" y="10791"/>
                </a:lnTo>
                <a:lnTo>
                  <a:pt x="11120" y="13914"/>
                </a:lnTo>
                <a:lnTo>
                  <a:pt x="10834" y="14102"/>
                </a:lnTo>
                <a:lnTo>
                  <a:pt x="5793" y="10791"/>
                </a:lnTo>
                <a:close/>
                <a:moveTo>
                  <a:pt x="10834" y="0"/>
                </a:moveTo>
                <a:lnTo>
                  <a:pt x="21568" y="7051"/>
                </a:lnTo>
                <a:lnTo>
                  <a:pt x="16595" y="10318"/>
                </a:lnTo>
                <a:lnTo>
                  <a:pt x="16595" y="4706"/>
                </a:lnTo>
                <a:lnTo>
                  <a:pt x="5073" y="4706"/>
                </a:lnTo>
                <a:lnTo>
                  <a:pt x="5073" y="10318"/>
                </a:lnTo>
                <a:lnTo>
                  <a:pt x="100" y="7051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02" name="Shape 840"/>
          <p:cNvSpPr/>
          <p:nvPr/>
        </p:nvSpPr>
        <p:spPr>
          <a:xfrm>
            <a:off x="4297986" y="1388029"/>
            <a:ext cx="357266" cy="261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64" y="12542"/>
                </a:moveTo>
                <a:lnTo>
                  <a:pt x="21600" y="21600"/>
                </a:lnTo>
                <a:lnTo>
                  <a:pt x="0" y="21600"/>
                </a:lnTo>
                <a:lnTo>
                  <a:pt x="8466" y="12719"/>
                </a:lnTo>
                <a:lnTo>
                  <a:pt x="10737" y="15869"/>
                </a:lnTo>
                <a:close/>
                <a:moveTo>
                  <a:pt x="21600" y="1154"/>
                </a:moveTo>
                <a:lnTo>
                  <a:pt x="21600" y="20536"/>
                </a:lnTo>
                <a:lnTo>
                  <a:pt x="13550" y="12129"/>
                </a:lnTo>
                <a:close/>
                <a:moveTo>
                  <a:pt x="0" y="1068"/>
                </a:moveTo>
                <a:lnTo>
                  <a:pt x="8050" y="12044"/>
                </a:lnTo>
                <a:lnTo>
                  <a:pt x="0" y="20451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10737" y="14732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03" name="Shape 841"/>
          <p:cNvSpPr/>
          <p:nvPr/>
        </p:nvSpPr>
        <p:spPr>
          <a:xfrm>
            <a:off x="4872209" y="3407764"/>
            <a:ext cx="213844" cy="4834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4" y="16198"/>
                </a:moveTo>
                <a:lnTo>
                  <a:pt x="3176" y="16198"/>
                </a:lnTo>
                <a:lnTo>
                  <a:pt x="0" y="21600"/>
                </a:lnTo>
                <a:lnTo>
                  <a:pt x="21600" y="21600"/>
                </a:lnTo>
                <a:lnTo>
                  <a:pt x="18424" y="16198"/>
                </a:lnTo>
                <a:close/>
                <a:moveTo>
                  <a:pt x="12115" y="0"/>
                </a:moveTo>
                <a:cubicBezTo>
                  <a:pt x="12115" y="2989"/>
                  <a:pt x="11782" y="5412"/>
                  <a:pt x="11782" y="8401"/>
                </a:cubicBezTo>
                <a:cubicBezTo>
                  <a:pt x="12895" y="8568"/>
                  <a:pt x="13688" y="9020"/>
                  <a:pt x="13688" y="9551"/>
                </a:cubicBezTo>
                <a:cubicBezTo>
                  <a:pt x="13688" y="10229"/>
                  <a:pt x="12395" y="10779"/>
                  <a:pt x="10800" y="10779"/>
                </a:cubicBezTo>
                <a:cubicBezTo>
                  <a:pt x="9205" y="10779"/>
                  <a:pt x="7912" y="10229"/>
                  <a:pt x="7912" y="9551"/>
                </a:cubicBezTo>
                <a:cubicBezTo>
                  <a:pt x="7912" y="9020"/>
                  <a:pt x="8705" y="8568"/>
                  <a:pt x="9818" y="8401"/>
                </a:cubicBezTo>
                <a:lnTo>
                  <a:pt x="9485" y="71"/>
                </a:lnTo>
                <a:lnTo>
                  <a:pt x="47" y="10175"/>
                </a:lnTo>
                <a:lnTo>
                  <a:pt x="0" y="10175"/>
                </a:lnTo>
                <a:lnTo>
                  <a:pt x="32" y="10191"/>
                </a:lnTo>
                <a:lnTo>
                  <a:pt x="0" y="10227"/>
                </a:lnTo>
                <a:lnTo>
                  <a:pt x="102" y="10227"/>
                </a:lnTo>
                <a:cubicBezTo>
                  <a:pt x="4398" y="12259"/>
                  <a:pt x="5136" y="13855"/>
                  <a:pt x="4386" y="15641"/>
                </a:cubicBezTo>
                <a:lnTo>
                  <a:pt x="17516" y="15577"/>
                </a:lnTo>
                <a:cubicBezTo>
                  <a:pt x="16616" y="13534"/>
                  <a:pt x="17354" y="12505"/>
                  <a:pt x="21509" y="10227"/>
                </a:cubicBezTo>
                <a:lnTo>
                  <a:pt x="21600" y="10227"/>
                </a:lnTo>
                <a:lnTo>
                  <a:pt x="21569" y="10192"/>
                </a:lnTo>
                <a:cubicBezTo>
                  <a:pt x="21579" y="10186"/>
                  <a:pt x="21589" y="10181"/>
                  <a:pt x="21600" y="10175"/>
                </a:cubicBezTo>
                <a:lnTo>
                  <a:pt x="21553" y="10175"/>
                </a:lnTo>
                <a:cubicBezTo>
                  <a:pt x="18296" y="6595"/>
                  <a:pt x="15372" y="3580"/>
                  <a:pt x="1211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04" name="Shape 842"/>
          <p:cNvSpPr/>
          <p:nvPr/>
        </p:nvSpPr>
        <p:spPr>
          <a:xfrm rot="18900000">
            <a:off x="7199803" y="2789357"/>
            <a:ext cx="217941" cy="3752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004" extrusionOk="0">
                <a:moveTo>
                  <a:pt x="12173" y="19350"/>
                </a:moveTo>
                <a:lnTo>
                  <a:pt x="12173" y="20177"/>
                </a:lnTo>
                <a:cubicBezTo>
                  <a:pt x="12173" y="20634"/>
                  <a:pt x="11576" y="21004"/>
                  <a:pt x="10839" y="21004"/>
                </a:cubicBezTo>
                <a:lnTo>
                  <a:pt x="8838" y="21004"/>
                </a:lnTo>
                <a:cubicBezTo>
                  <a:pt x="8102" y="21004"/>
                  <a:pt x="7504" y="20634"/>
                  <a:pt x="7504" y="20177"/>
                </a:cubicBezTo>
                <a:cubicBezTo>
                  <a:pt x="7504" y="19901"/>
                  <a:pt x="7504" y="19625"/>
                  <a:pt x="7504" y="19350"/>
                </a:cubicBezTo>
                <a:close/>
                <a:moveTo>
                  <a:pt x="14017" y="2651"/>
                </a:moveTo>
                <a:cubicBezTo>
                  <a:pt x="15674" y="3423"/>
                  <a:pt x="16690" y="4613"/>
                  <a:pt x="16787" y="5896"/>
                </a:cubicBezTo>
                <a:cubicBezTo>
                  <a:pt x="16885" y="7179"/>
                  <a:pt x="16054" y="8423"/>
                  <a:pt x="14522" y="9288"/>
                </a:cubicBezTo>
                <a:lnTo>
                  <a:pt x="13653" y="8696"/>
                </a:lnTo>
                <a:cubicBezTo>
                  <a:pt x="14901" y="7992"/>
                  <a:pt x="15578" y="6979"/>
                  <a:pt x="15498" y="5934"/>
                </a:cubicBezTo>
                <a:cubicBezTo>
                  <a:pt x="15419" y="4888"/>
                  <a:pt x="14591" y="3920"/>
                  <a:pt x="13242" y="3291"/>
                </a:cubicBezTo>
                <a:close/>
                <a:moveTo>
                  <a:pt x="15224" y="2761"/>
                </a:moveTo>
                <a:cubicBezTo>
                  <a:pt x="12250" y="917"/>
                  <a:pt x="7428" y="917"/>
                  <a:pt x="4454" y="2761"/>
                </a:cubicBezTo>
                <a:cubicBezTo>
                  <a:pt x="1479" y="4604"/>
                  <a:pt x="1479" y="7594"/>
                  <a:pt x="4454" y="9438"/>
                </a:cubicBezTo>
                <a:cubicBezTo>
                  <a:pt x="7428" y="11282"/>
                  <a:pt x="12250" y="11282"/>
                  <a:pt x="15224" y="9438"/>
                </a:cubicBezTo>
                <a:cubicBezTo>
                  <a:pt x="18199" y="7594"/>
                  <a:pt x="18199" y="4604"/>
                  <a:pt x="15224" y="2761"/>
                </a:cubicBezTo>
                <a:close/>
                <a:moveTo>
                  <a:pt x="16796" y="1786"/>
                </a:moveTo>
                <a:cubicBezTo>
                  <a:pt x="20639" y="4168"/>
                  <a:pt x="20639" y="8030"/>
                  <a:pt x="16796" y="10412"/>
                </a:cubicBezTo>
                <a:cubicBezTo>
                  <a:pt x="15484" y="11226"/>
                  <a:pt x="13893" y="11762"/>
                  <a:pt x="12174" y="11917"/>
                </a:cubicBezTo>
                <a:lnTo>
                  <a:pt x="12174" y="19044"/>
                </a:lnTo>
                <a:lnTo>
                  <a:pt x="7504" y="19044"/>
                </a:lnTo>
                <a:lnTo>
                  <a:pt x="7504" y="11917"/>
                </a:lnTo>
                <a:cubicBezTo>
                  <a:pt x="5784" y="11762"/>
                  <a:pt x="4194" y="11226"/>
                  <a:pt x="2881" y="10412"/>
                </a:cubicBezTo>
                <a:cubicBezTo>
                  <a:pt x="-961" y="8030"/>
                  <a:pt x="-961" y="4168"/>
                  <a:pt x="2881" y="1786"/>
                </a:cubicBezTo>
                <a:cubicBezTo>
                  <a:pt x="6724" y="-596"/>
                  <a:pt x="12954" y="-596"/>
                  <a:pt x="16796" y="1786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05" name="Shape 843"/>
          <p:cNvSpPr/>
          <p:nvPr/>
        </p:nvSpPr>
        <p:spPr>
          <a:xfrm flipH="1">
            <a:off x="4293694" y="3490876"/>
            <a:ext cx="317205" cy="3172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92" h="21600" extrusionOk="0">
                <a:moveTo>
                  <a:pt x="10396" y="6984"/>
                </a:moveTo>
                <a:cubicBezTo>
                  <a:pt x="9984" y="6984"/>
                  <a:pt x="9651" y="7332"/>
                  <a:pt x="9651" y="7761"/>
                </a:cubicBezTo>
                <a:lnTo>
                  <a:pt x="9651" y="10877"/>
                </a:lnTo>
                <a:lnTo>
                  <a:pt x="6627" y="10877"/>
                </a:lnTo>
                <a:cubicBezTo>
                  <a:pt x="6215" y="10877"/>
                  <a:pt x="5882" y="11226"/>
                  <a:pt x="5882" y="11655"/>
                </a:cubicBezTo>
                <a:cubicBezTo>
                  <a:pt x="5882" y="12085"/>
                  <a:pt x="6215" y="12433"/>
                  <a:pt x="6627" y="12433"/>
                </a:cubicBezTo>
                <a:lnTo>
                  <a:pt x="10353" y="12433"/>
                </a:lnTo>
                <a:lnTo>
                  <a:pt x="10386" y="12426"/>
                </a:lnTo>
                <a:cubicBezTo>
                  <a:pt x="10389" y="12428"/>
                  <a:pt x="10393" y="12428"/>
                  <a:pt x="10396" y="12428"/>
                </a:cubicBezTo>
                <a:cubicBezTo>
                  <a:pt x="10808" y="12428"/>
                  <a:pt x="11141" y="12080"/>
                  <a:pt x="11141" y="11650"/>
                </a:cubicBezTo>
                <a:lnTo>
                  <a:pt x="11141" y="7761"/>
                </a:lnTo>
                <a:cubicBezTo>
                  <a:pt x="11141" y="7332"/>
                  <a:pt x="10808" y="6984"/>
                  <a:pt x="10396" y="6984"/>
                </a:cubicBezTo>
                <a:close/>
                <a:moveTo>
                  <a:pt x="10396" y="4208"/>
                </a:moveTo>
                <a:cubicBezTo>
                  <a:pt x="14150" y="4208"/>
                  <a:pt x="17194" y="7384"/>
                  <a:pt x="17194" y="11302"/>
                </a:cubicBezTo>
                <a:cubicBezTo>
                  <a:pt x="17194" y="15220"/>
                  <a:pt x="14150" y="18397"/>
                  <a:pt x="10396" y="18397"/>
                </a:cubicBezTo>
                <a:cubicBezTo>
                  <a:pt x="6642" y="18397"/>
                  <a:pt x="3598" y="15220"/>
                  <a:pt x="3598" y="11302"/>
                </a:cubicBezTo>
                <a:cubicBezTo>
                  <a:pt x="3598" y="7384"/>
                  <a:pt x="6642" y="4208"/>
                  <a:pt x="10396" y="4208"/>
                </a:cubicBezTo>
                <a:close/>
                <a:moveTo>
                  <a:pt x="10396" y="2841"/>
                </a:moveTo>
                <a:cubicBezTo>
                  <a:pt x="5918" y="2841"/>
                  <a:pt x="2289" y="6629"/>
                  <a:pt x="2289" y="11302"/>
                </a:cubicBezTo>
                <a:cubicBezTo>
                  <a:pt x="2289" y="14244"/>
                  <a:pt x="3728" y="16836"/>
                  <a:pt x="5913" y="18350"/>
                </a:cubicBezTo>
                <a:lnTo>
                  <a:pt x="4187" y="21600"/>
                </a:lnTo>
                <a:lnTo>
                  <a:pt x="5847" y="21600"/>
                </a:lnTo>
                <a:lnTo>
                  <a:pt x="7189" y="19073"/>
                </a:lnTo>
                <a:cubicBezTo>
                  <a:pt x="8172" y="19518"/>
                  <a:pt x="9257" y="19763"/>
                  <a:pt x="10396" y="19763"/>
                </a:cubicBezTo>
                <a:cubicBezTo>
                  <a:pt x="11535" y="19763"/>
                  <a:pt x="12620" y="19518"/>
                  <a:pt x="13602" y="19073"/>
                </a:cubicBezTo>
                <a:lnTo>
                  <a:pt x="14944" y="21600"/>
                </a:lnTo>
                <a:lnTo>
                  <a:pt x="16605" y="21600"/>
                </a:lnTo>
                <a:lnTo>
                  <a:pt x="14879" y="18350"/>
                </a:lnTo>
                <a:cubicBezTo>
                  <a:pt x="17064" y="16836"/>
                  <a:pt x="18503" y="14244"/>
                  <a:pt x="18503" y="11302"/>
                </a:cubicBezTo>
                <a:cubicBezTo>
                  <a:pt x="18503" y="6629"/>
                  <a:pt x="14873" y="2841"/>
                  <a:pt x="10396" y="2841"/>
                </a:cubicBezTo>
                <a:close/>
                <a:moveTo>
                  <a:pt x="16670" y="825"/>
                </a:moveTo>
                <a:cubicBezTo>
                  <a:pt x="15610" y="808"/>
                  <a:pt x="14545" y="1208"/>
                  <a:pt x="13718" y="2029"/>
                </a:cubicBezTo>
                <a:lnTo>
                  <a:pt x="19603" y="8245"/>
                </a:lnTo>
                <a:cubicBezTo>
                  <a:pt x="21196" y="6540"/>
                  <a:pt x="21188" y="3817"/>
                  <a:pt x="19584" y="2123"/>
                </a:cubicBezTo>
                <a:cubicBezTo>
                  <a:pt x="18782" y="1276"/>
                  <a:pt x="17729" y="842"/>
                  <a:pt x="16670" y="825"/>
                </a:cubicBezTo>
                <a:close/>
                <a:moveTo>
                  <a:pt x="4122" y="825"/>
                </a:moveTo>
                <a:cubicBezTo>
                  <a:pt x="3063" y="842"/>
                  <a:pt x="2010" y="1276"/>
                  <a:pt x="1208" y="2123"/>
                </a:cubicBezTo>
                <a:cubicBezTo>
                  <a:pt x="-396" y="3817"/>
                  <a:pt x="-404" y="6540"/>
                  <a:pt x="1189" y="8245"/>
                </a:cubicBezTo>
                <a:lnTo>
                  <a:pt x="7073" y="2029"/>
                </a:lnTo>
                <a:cubicBezTo>
                  <a:pt x="6247" y="1208"/>
                  <a:pt x="5181" y="808"/>
                  <a:pt x="4122" y="825"/>
                </a:cubicBezTo>
                <a:close/>
                <a:moveTo>
                  <a:pt x="11046" y="0"/>
                </a:moveTo>
                <a:lnTo>
                  <a:pt x="9746" y="0"/>
                </a:lnTo>
                <a:cubicBezTo>
                  <a:pt x="9234" y="0"/>
                  <a:pt x="8819" y="433"/>
                  <a:pt x="8819" y="968"/>
                </a:cubicBezTo>
                <a:lnTo>
                  <a:pt x="8819" y="1936"/>
                </a:lnTo>
                <a:lnTo>
                  <a:pt x="11973" y="1936"/>
                </a:lnTo>
                <a:lnTo>
                  <a:pt x="11973" y="968"/>
                </a:lnTo>
                <a:cubicBezTo>
                  <a:pt x="11973" y="433"/>
                  <a:pt x="11558" y="0"/>
                  <a:pt x="11046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06" name="Shape 844"/>
          <p:cNvSpPr/>
          <p:nvPr/>
        </p:nvSpPr>
        <p:spPr>
          <a:xfrm>
            <a:off x="5986217" y="2808367"/>
            <a:ext cx="314672" cy="309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50" h="21357" extrusionOk="0">
                <a:moveTo>
                  <a:pt x="6171" y="15572"/>
                </a:moveTo>
                <a:cubicBezTo>
                  <a:pt x="5199" y="15572"/>
                  <a:pt x="4412" y="16447"/>
                  <a:pt x="4412" y="17525"/>
                </a:cubicBezTo>
                <a:cubicBezTo>
                  <a:pt x="4412" y="18604"/>
                  <a:pt x="5199" y="19478"/>
                  <a:pt x="6171" y="19478"/>
                </a:cubicBezTo>
                <a:cubicBezTo>
                  <a:pt x="7142" y="19478"/>
                  <a:pt x="7930" y="18604"/>
                  <a:pt x="7930" y="17525"/>
                </a:cubicBezTo>
                <a:cubicBezTo>
                  <a:pt x="7930" y="16447"/>
                  <a:pt x="7142" y="15572"/>
                  <a:pt x="6171" y="15572"/>
                </a:cubicBezTo>
                <a:close/>
                <a:moveTo>
                  <a:pt x="2927" y="11424"/>
                </a:moveTo>
                <a:cubicBezTo>
                  <a:pt x="1955" y="11424"/>
                  <a:pt x="1168" y="12299"/>
                  <a:pt x="1168" y="13378"/>
                </a:cubicBezTo>
                <a:cubicBezTo>
                  <a:pt x="1168" y="14456"/>
                  <a:pt x="1955" y="15330"/>
                  <a:pt x="2927" y="15330"/>
                </a:cubicBezTo>
                <a:cubicBezTo>
                  <a:pt x="3898" y="15330"/>
                  <a:pt x="4686" y="14456"/>
                  <a:pt x="4686" y="13378"/>
                </a:cubicBezTo>
                <a:cubicBezTo>
                  <a:pt x="4686" y="12299"/>
                  <a:pt x="3898" y="11424"/>
                  <a:pt x="2927" y="11424"/>
                </a:cubicBezTo>
                <a:close/>
                <a:moveTo>
                  <a:pt x="16816" y="7518"/>
                </a:moveTo>
                <a:cubicBezTo>
                  <a:pt x="15845" y="7518"/>
                  <a:pt x="15057" y="8393"/>
                  <a:pt x="15057" y="9471"/>
                </a:cubicBezTo>
                <a:cubicBezTo>
                  <a:pt x="15057" y="10550"/>
                  <a:pt x="15845" y="11424"/>
                  <a:pt x="16816" y="11424"/>
                </a:cubicBezTo>
                <a:cubicBezTo>
                  <a:pt x="17788" y="11424"/>
                  <a:pt x="18575" y="10550"/>
                  <a:pt x="18575" y="9471"/>
                </a:cubicBezTo>
                <a:cubicBezTo>
                  <a:pt x="18575" y="8393"/>
                  <a:pt x="17788" y="7518"/>
                  <a:pt x="16816" y="7518"/>
                </a:cubicBezTo>
                <a:close/>
                <a:moveTo>
                  <a:pt x="3238" y="5956"/>
                </a:moveTo>
                <a:cubicBezTo>
                  <a:pt x="2267" y="5956"/>
                  <a:pt x="1479" y="6830"/>
                  <a:pt x="1479" y="7908"/>
                </a:cubicBezTo>
                <a:cubicBezTo>
                  <a:pt x="1479" y="8987"/>
                  <a:pt x="2267" y="9862"/>
                  <a:pt x="3238" y="9862"/>
                </a:cubicBezTo>
                <a:cubicBezTo>
                  <a:pt x="4210" y="9862"/>
                  <a:pt x="4997" y="8987"/>
                  <a:pt x="4997" y="7908"/>
                </a:cubicBezTo>
                <a:cubicBezTo>
                  <a:pt x="4997" y="6830"/>
                  <a:pt x="4210" y="5956"/>
                  <a:pt x="3238" y="5956"/>
                </a:cubicBezTo>
                <a:close/>
                <a:moveTo>
                  <a:pt x="7068" y="2169"/>
                </a:moveTo>
                <a:cubicBezTo>
                  <a:pt x="6097" y="2169"/>
                  <a:pt x="5309" y="3044"/>
                  <a:pt x="5309" y="4122"/>
                </a:cubicBezTo>
                <a:cubicBezTo>
                  <a:pt x="5309" y="5201"/>
                  <a:pt x="6097" y="6075"/>
                  <a:pt x="7068" y="6075"/>
                </a:cubicBezTo>
                <a:cubicBezTo>
                  <a:pt x="8040" y="6075"/>
                  <a:pt x="8827" y="5201"/>
                  <a:pt x="8827" y="4122"/>
                </a:cubicBezTo>
                <a:cubicBezTo>
                  <a:pt x="8827" y="3044"/>
                  <a:pt x="8040" y="2169"/>
                  <a:pt x="7068" y="2169"/>
                </a:cubicBezTo>
                <a:close/>
                <a:moveTo>
                  <a:pt x="11942" y="1197"/>
                </a:moveTo>
                <a:cubicBezTo>
                  <a:pt x="10971" y="1197"/>
                  <a:pt x="10183" y="2071"/>
                  <a:pt x="10183" y="3150"/>
                </a:cubicBezTo>
                <a:cubicBezTo>
                  <a:pt x="10183" y="4228"/>
                  <a:pt x="10971" y="5103"/>
                  <a:pt x="11942" y="5103"/>
                </a:cubicBezTo>
                <a:cubicBezTo>
                  <a:pt x="12914" y="5103"/>
                  <a:pt x="13701" y="4228"/>
                  <a:pt x="13701" y="3150"/>
                </a:cubicBezTo>
                <a:cubicBezTo>
                  <a:pt x="13701" y="2071"/>
                  <a:pt x="12914" y="1197"/>
                  <a:pt x="11942" y="1197"/>
                </a:cubicBezTo>
                <a:close/>
                <a:moveTo>
                  <a:pt x="10660" y="2"/>
                </a:moveTo>
                <a:cubicBezTo>
                  <a:pt x="11057" y="-5"/>
                  <a:pt x="11466" y="4"/>
                  <a:pt x="11890" y="31"/>
                </a:cubicBezTo>
                <a:cubicBezTo>
                  <a:pt x="15230" y="361"/>
                  <a:pt x="18099" y="2788"/>
                  <a:pt x="19130" y="6381"/>
                </a:cubicBezTo>
                <a:cubicBezTo>
                  <a:pt x="20757" y="14362"/>
                  <a:pt x="17259" y="13624"/>
                  <a:pt x="15248" y="12614"/>
                </a:cubicBezTo>
                <a:cubicBezTo>
                  <a:pt x="9616" y="11303"/>
                  <a:pt x="16577" y="21595"/>
                  <a:pt x="6170" y="21352"/>
                </a:cubicBezTo>
                <a:cubicBezTo>
                  <a:pt x="-91" y="20673"/>
                  <a:pt x="-843" y="12653"/>
                  <a:pt x="661" y="7429"/>
                </a:cubicBezTo>
                <a:cubicBezTo>
                  <a:pt x="1694" y="3843"/>
                  <a:pt x="4710" y="103"/>
                  <a:pt x="10660" y="2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07" name="Shape 845"/>
          <p:cNvSpPr/>
          <p:nvPr/>
        </p:nvSpPr>
        <p:spPr>
          <a:xfrm>
            <a:off x="8252327" y="2779727"/>
            <a:ext cx="317209" cy="316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800" y="18039"/>
                </a:moveTo>
                <a:cubicBezTo>
                  <a:pt x="4535" y="18039"/>
                  <a:pt x="4320" y="18255"/>
                  <a:pt x="4320" y="18521"/>
                </a:cubicBezTo>
                <a:cubicBezTo>
                  <a:pt x="4320" y="18786"/>
                  <a:pt x="4535" y="19002"/>
                  <a:pt x="4800" y="19002"/>
                </a:cubicBezTo>
                <a:lnTo>
                  <a:pt x="16800" y="19002"/>
                </a:lnTo>
                <a:cubicBezTo>
                  <a:pt x="17065" y="19002"/>
                  <a:pt x="17280" y="18786"/>
                  <a:pt x="17280" y="18521"/>
                </a:cubicBezTo>
                <a:cubicBezTo>
                  <a:pt x="17280" y="18255"/>
                  <a:pt x="17065" y="18039"/>
                  <a:pt x="16800" y="18039"/>
                </a:cubicBezTo>
                <a:close/>
                <a:moveTo>
                  <a:pt x="4800" y="15824"/>
                </a:moveTo>
                <a:cubicBezTo>
                  <a:pt x="4535" y="15824"/>
                  <a:pt x="4320" y="16040"/>
                  <a:pt x="4320" y="16306"/>
                </a:cubicBezTo>
                <a:cubicBezTo>
                  <a:pt x="4320" y="16572"/>
                  <a:pt x="4535" y="16787"/>
                  <a:pt x="4800" y="16787"/>
                </a:cubicBezTo>
                <a:lnTo>
                  <a:pt x="16800" y="16787"/>
                </a:lnTo>
                <a:cubicBezTo>
                  <a:pt x="17065" y="16787"/>
                  <a:pt x="17280" y="16572"/>
                  <a:pt x="17280" y="16306"/>
                </a:cubicBezTo>
                <a:cubicBezTo>
                  <a:pt x="17280" y="16040"/>
                  <a:pt x="17065" y="15824"/>
                  <a:pt x="16800" y="15824"/>
                </a:cubicBezTo>
                <a:close/>
                <a:moveTo>
                  <a:pt x="4800" y="13610"/>
                </a:moveTo>
                <a:cubicBezTo>
                  <a:pt x="4535" y="13610"/>
                  <a:pt x="4320" y="13825"/>
                  <a:pt x="4320" y="14091"/>
                </a:cubicBezTo>
                <a:cubicBezTo>
                  <a:pt x="4320" y="14357"/>
                  <a:pt x="4535" y="14572"/>
                  <a:pt x="4800" y="14572"/>
                </a:cubicBezTo>
                <a:lnTo>
                  <a:pt x="16800" y="14572"/>
                </a:lnTo>
                <a:cubicBezTo>
                  <a:pt x="17065" y="14572"/>
                  <a:pt x="17280" y="14357"/>
                  <a:pt x="17280" y="14091"/>
                </a:cubicBezTo>
                <a:cubicBezTo>
                  <a:pt x="17280" y="13825"/>
                  <a:pt x="17065" y="13610"/>
                  <a:pt x="16800" y="13610"/>
                </a:cubicBezTo>
                <a:close/>
                <a:moveTo>
                  <a:pt x="4800" y="11395"/>
                </a:moveTo>
                <a:cubicBezTo>
                  <a:pt x="4535" y="11395"/>
                  <a:pt x="4320" y="11610"/>
                  <a:pt x="4320" y="11876"/>
                </a:cubicBezTo>
                <a:cubicBezTo>
                  <a:pt x="4320" y="12142"/>
                  <a:pt x="4535" y="12358"/>
                  <a:pt x="4800" y="12358"/>
                </a:cubicBezTo>
                <a:lnTo>
                  <a:pt x="16800" y="12358"/>
                </a:lnTo>
                <a:cubicBezTo>
                  <a:pt x="17065" y="12358"/>
                  <a:pt x="17280" y="12142"/>
                  <a:pt x="17280" y="11876"/>
                </a:cubicBezTo>
                <a:cubicBezTo>
                  <a:pt x="17280" y="11610"/>
                  <a:pt x="17065" y="11395"/>
                  <a:pt x="16800" y="11395"/>
                </a:cubicBezTo>
                <a:close/>
                <a:moveTo>
                  <a:pt x="4800" y="9180"/>
                </a:moveTo>
                <a:cubicBezTo>
                  <a:pt x="4535" y="9180"/>
                  <a:pt x="4320" y="9396"/>
                  <a:pt x="4320" y="9661"/>
                </a:cubicBezTo>
                <a:cubicBezTo>
                  <a:pt x="4320" y="9927"/>
                  <a:pt x="4535" y="10143"/>
                  <a:pt x="4800" y="10143"/>
                </a:cubicBezTo>
                <a:lnTo>
                  <a:pt x="16800" y="10143"/>
                </a:lnTo>
                <a:cubicBezTo>
                  <a:pt x="17065" y="10143"/>
                  <a:pt x="17280" y="9927"/>
                  <a:pt x="17280" y="9661"/>
                </a:cubicBezTo>
                <a:cubicBezTo>
                  <a:pt x="17280" y="9396"/>
                  <a:pt x="17065" y="9180"/>
                  <a:pt x="16800" y="9180"/>
                </a:cubicBezTo>
                <a:close/>
                <a:moveTo>
                  <a:pt x="4800" y="6965"/>
                </a:moveTo>
                <a:cubicBezTo>
                  <a:pt x="4535" y="6965"/>
                  <a:pt x="4320" y="7181"/>
                  <a:pt x="4320" y="7447"/>
                </a:cubicBezTo>
                <a:cubicBezTo>
                  <a:pt x="4320" y="7713"/>
                  <a:pt x="4535" y="7928"/>
                  <a:pt x="4800" y="7928"/>
                </a:cubicBezTo>
                <a:lnTo>
                  <a:pt x="16800" y="7928"/>
                </a:lnTo>
                <a:cubicBezTo>
                  <a:pt x="17065" y="7928"/>
                  <a:pt x="17280" y="7713"/>
                  <a:pt x="17280" y="7447"/>
                </a:cubicBezTo>
                <a:cubicBezTo>
                  <a:pt x="17280" y="7181"/>
                  <a:pt x="17065" y="6965"/>
                  <a:pt x="16800" y="6965"/>
                </a:cubicBezTo>
                <a:close/>
                <a:moveTo>
                  <a:pt x="0" y="2046"/>
                </a:moveTo>
                <a:lnTo>
                  <a:pt x="1213" y="2046"/>
                </a:lnTo>
                <a:lnTo>
                  <a:pt x="1213" y="3143"/>
                </a:lnTo>
                <a:cubicBezTo>
                  <a:pt x="1213" y="4007"/>
                  <a:pt x="1911" y="4707"/>
                  <a:pt x="2773" y="4707"/>
                </a:cubicBezTo>
                <a:cubicBezTo>
                  <a:pt x="3635" y="4707"/>
                  <a:pt x="4333" y="4007"/>
                  <a:pt x="4333" y="3143"/>
                </a:cubicBezTo>
                <a:lnTo>
                  <a:pt x="4333" y="2046"/>
                </a:lnTo>
                <a:lnTo>
                  <a:pt x="5349" y="2046"/>
                </a:lnTo>
                <a:lnTo>
                  <a:pt x="5349" y="3143"/>
                </a:lnTo>
                <a:cubicBezTo>
                  <a:pt x="5349" y="4007"/>
                  <a:pt x="6047" y="4707"/>
                  <a:pt x="6909" y="4707"/>
                </a:cubicBezTo>
                <a:cubicBezTo>
                  <a:pt x="7771" y="4707"/>
                  <a:pt x="8469" y="4007"/>
                  <a:pt x="8469" y="3143"/>
                </a:cubicBezTo>
                <a:lnTo>
                  <a:pt x="8469" y="2046"/>
                </a:lnTo>
                <a:lnTo>
                  <a:pt x="9485" y="2046"/>
                </a:lnTo>
                <a:lnTo>
                  <a:pt x="9485" y="3143"/>
                </a:lnTo>
                <a:cubicBezTo>
                  <a:pt x="9485" y="4007"/>
                  <a:pt x="10183" y="4707"/>
                  <a:pt x="11045" y="4707"/>
                </a:cubicBezTo>
                <a:cubicBezTo>
                  <a:pt x="11906" y="4707"/>
                  <a:pt x="12605" y="4007"/>
                  <a:pt x="12605" y="3143"/>
                </a:cubicBezTo>
                <a:lnTo>
                  <a:pt x="12605" y="2046"/>
                </a:lnTo>
                <a:lnTo>
                  <a:pt x="13621" y="2046"/>
                </a:lnTo>
                <a:lnTo>
                  <a:pt x="13621" y="3143"/>
                </a:lnTo>
                <a:cubicBezTo>
                  <a:pt x="13621" y="4007"/>
                  <a:pt x="14319" y="4707"/>
                  <a:pt x="15181" y="4707"/>
                </a:cubicBezTo>
                <a:cubicBezTo>
                  <a:pt x="16043" y="4707"/>
                  <a:pt x="16741" y="4007"/>
                  <a:pt x="16741" y="3143"/>
                </a:cubicBezTo>
                <a:lnTo>
                  <a:pt x="16741" y="2046"/>
                </a:lnTo>
                <a:lnTo>
                  <a:pt x="17757" y="2046"/>
                </a:lnTo>
                <a:lnTo>
                  <a:pt x="17757" y="3143"/>
                </a:lnTo>
                <a:cubicBezTo>
                  <a:pt x="17757" y="4007"/>
                  <a:pt x="18455" y="4707"/>
                  <a:pt x="19317" y="4707"/>
                </a:cubicBezTo>
                <a:cubicBezTo>
                  <a:pt x="20179" y="4707"/>
                  <a:pt x="20877" y="4007"/>
                  <a:pt x="20877" y="3143"/>
                </a:cubicBezTo>
                <a:lnTo>
                  <a:pt x="20877" y="2046"/>
                </a:lnTo>
                <a:lnTo>
                  <a:pt x="21600" y="2046"/>
                </a:lnTo>
                <a:lnTo>
                  <a:pt x="21600" y="21600"/>
                </a:lnTo>
                <a:lnTo>
                  <a:pt x="0" y="21600"/>
                </a:lnTo>
                <a:close/>
                <a:moveTo>
                  <a:pt x="2773" y="0"/>
                </a:moveTo>
                <a:cubicBezTo>
                  <a:pt x="3237" y="0"/>
                  <a:pt x="3613" y="377"/>
                  <a:pt x="3613" y="842"/>
                </a:cubicBezTo>
                <a:lnTo>
                  <a:pt x="3613" y="3249"/>
                </a:lnTo>
                <a:cubicBezTo>
                  <a:pt x="3613" y="3714"/>
                  <a:pt x="3237" y="4092"/>
                  <a:pt x="2773" y="4092"/>
                </a:cubicBezTo>
                <a:cubicBezTo>
                  <a:pt x="2309" y="4092"/>
                  <a:pt x="1933" y="3714"/>
                  <a:pt x="1933" y="3249"/>
                </a:cubicBezTo>
                <a:lnTo>
                  <a:pt x="1933" y="842"/>
                </a:lnTo>
                <a:cubicBezTo>
                  <a:pt x="1933" y="377"/>
                  <a:pt x="2309" y="0"/>
                  <a:pt x="2773" y="0"/>
                </a:cubicBezTo>
                <a:close/>
                <a:moveTo>
                  <a:pt x="6909" y="0"/>
                </a:moveTo>
                <a:cubicBezTo>
                  <a:pt x="7373" y="0"/>
                  <a:pt x="7749" y="377"/>
                  <a:pt x="7749" y="842"/>
                </a:cubicBezTo>
                <a:lnTo>
                  <a:pt x="7749" y="3249"/>
                </a:lnTo>
                <a:cubicBezTo>
                  <a:pt x="7749" y="3714"/>
                  <a:pt x="7373" y="4092"/>
                  <a:pt x="6909" y="4092"/>
                </a:cubicBezTo>
                <a:cubicBezTo>
                  <a:pt x="6445" y="4092"/>
                  <a:pt x="6069" y="3714"/>
                  <a:pt x="6069" y="3249"/>
                </a:cubicBezTo>
                <a:lnTo>
                  <a:pt x="6069" y="842"/>
                </a:lnTo>
                <a:cubicBezTo>
                  <a:pt x="6069" y="377"/>
                  <a:pt x="6445" y="0"/>
                  <a:pt x="6909" y="0"/>
                </a:cubicBezTo>
                <a:close/>
                <a:moveTo>
                  <a:pt x="11045" y="0"/>
                </a:moveTo>
                <a:cubicBezTo>
                  <a:pt x="11509" y="0"/>
                  <a:pt x="11885" y="377"/>
                  <a:pt x="11885" y="842"/>
                </a:cubicBezTo>
                <a:lnTo>
                  <a:pt x="11885" y="3249"/>
                </a:lnTo>
                <a:cubicBezTo>
                  <a:pt x="11885" y="3714"/>
                  <a:pt x="11509" y="4092"/>
                  <a:pt x="11045" y="4092"/>
                </a:cubicBezTo>
                <a:cubicBezTo>
                  <a:pt x="10581" y="4092"/>
                  <a:pt x="10205" y="3714"/>
                  <a:pt x="10205" y="3249"/>
                </a:cubicBezTo>
                <a:lnTo>
                  <a:pt x="10205" y="842"/>
                </a:lnTo>
                <a:cubicBezTo>
                  <a:pt x="10205" y="377"/>
                  <a:pt x="10581" y="0"/>
                  <a:pt x="11045" y="0"/>
                </a:cubicBezTo>
                <a:close/>
                <a:moveTo>
                  <a:pt x="15181" y="0"/>
                </a:moveTo>
                <a:cubicBezTo>
                  <a:pt x="15645" y="0"/>
                  <a:pt x="16021" y="377"/>
                  <a:pt x="16021" y="842"/>
                </a:cubicBezTo>
                <a:lnTo>
                  <a:pt x="16021" y="3249"/>
                </a:lnTo>
                <a:cubicBezTo>
                  <a:pt x="16021" y="3714"/>
                  <a:pt x="15645" y="4092"/>
                  <a:pt x="15181" y="4092"/>
                </a:cubicBezTo>
                <a:cubicBezTo>
                  <a:pt x="14717" y="4092"/>
                  <a:pt x="14341" y="3714"/>
                  <a:pt x="14341" y="3249"/>
                </a:cubicBezTo>
                <a:lnTo>
                  <a:pt x="14341" y="842"/>
                </a:lnTo>
                <a:cubicBezTo>
                  <a:pt x="14341" y="377"/>
                  <a:pt x="14717" y="0"/>
                  <a:pt x="15181" y="0"/>
                </a:cubicBezTo>
                <a:close/>
                <a:moveTo>
                  <a:pt x="19317" y="0"/>
                </a:moveTo>
                <a:cubicBezTo>
                  <a:pt x="19781" y="0"/>
                  <a:pt x="20157" y="377"/>
                  <a:pt x="20157" y="842"/>
                </a:cubicBezTo>
                <a:lnTo>
                  <a:pt x="20157" y="3249"/>
                </a:lnTo>
                <a:cubicBezTo>
                  <a:pt x="20157" y="3714"/>
                  <a:pt x="19781" y="4092"/>
                  <a:pt x="19317" y="4092"/>
                </a:cubicBezTo>
                <a:cubicBezTo>
                  <a:pt x="18853" y="4092"/>
                  <a:pt x="18477" y="3714"/>
                  <a:pt x="18477" y="3249"/>
                </a:cubicBezTo>
                <a:lnTo>
                  <a:pt x="18477" y="842"/>
                </a:lnTo>
                <a:cubicBezTo>
                  <a:pt x="18477" y="377"/>
                  <a:pt x="18853" y="0"/>
                  <a:pt x="19317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08" name="Shape 846"/>
          <p:cNvSpPr/>
          <p:nvPr/>
        </p:nvSpPr>
        <p:spPr>
          <a:xfrm>
            <a:off x="5443582" y="1358001"/>
            <a:ext cx="322041" cy="3220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79" y="13703"/>
                </a:moveTo>
                <a:lnTo>
                  <a:pt x="5799" y="13703"/>
                </a:lnTo>
                <a:lnTo>
                  <a:pt x="5799" y="19463"/>
                </a:lnTo>
                <a:lnTo>
                  <a:pt x="2679" y="19463"/>
                </a:lnTo>
                <a:close/>
                <a:moveTo>
                  <a:pt x="7480" y="11303"/>
                </a:moveTo>
                <a:lnTo>
                  <a:pt x="10600" y="11303"/>
                </a:lnTo>
                <a:lnTo>
                  <a:pt x="10600" y="19463"/>
                </a:lnTo>
                <a:lnTo>
                  <a:pt x="7480" y="19463"/>
                </a:lnTo>
                <a:close/>
                <a:moveTo>
                  <a:pt x="12280" y="8903"/>
                </a:moveTo>
                <a:lnTo>
                  <a:pt x="15400" y="8903"/>
                </a:lnTo>
                <a:lnTo>
                  <a:pt x="15400" y="19463"/>
                </a:lnTo>
                <a:lnTo>
                  <a:pt x="12280" y="19463"/>
                </a:lnTo>
                <a:close/>
                <a:moveTo>
                  <a:pt x="17081" y="6503"/>
                </a:moveTo>
                <a:lnTo>
                  <a:pt x="20201" y="6503"/>
                </a:lnTo>
                <a:lnTo>
                  <a:pt x="20201" y="19463"/>
                </a:lnTo>
                <a:lnTo>
                  <a:pt x="17081" y="19463"/>
                </a:lnTo>
                <a:close/>
                <a:moveTo>
                  <a:pt x="15479" y="1499"/>
                </a:moveTo>
                <a:lnTo>
                  <a:pt x="19204" y="1649"/>
                </a:lnTo>
                <a:lnTo>
                  <a:pt x="17472" y="4951"/>
                </a:lnTo>
                <a:lnTo>
                  <a:pt x="16974" y="4088"/>
                </a:lnTo>
                <a:lnTo>
                  <a:pt x="3610" y="11803"/>
                </a:lnTo>
                <a:lnTo>
                  <a:pt x="2614" y="10077"/>
                </a:lnTo>
                <a:lnTo>
                  <a:pt x="15977" y="2362"/>
                </a:lnTo>
                <a:close/>
                <a:moveTo>
                  <a:pt x="0" y="0"/>
                </a:moveTo>
                <a:lnTo>
                  <a:pt x="1200" y="0"/>
                </a:lnTo>
                <a:lnTo>
                  <a:pt x="1200" y="20400"/>
                </a:lnTo>
                <a:lnTo>
                  <a:pt x="21600" y="20400"/>
                </a:lnTo>
                <a:lnTo>
                  <a:pt x="21600" y="21600"/>
                </a:lnTo>
                <a:lnTo>
                  <a:pt x="1200" y="21600"/>
                </a:lnTo>
                <a:lnTo>
                  <a:pt x="1200" y="21600"/>
                </a:lnTo>
                <a:lnTo>
                  <a:pt x="0" y="21600"/>
                </a:lnTo>
                <a:lnTo>
                  <a:pt x="0" y="2040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09" name="Shape 847"/>
          <p:cNvSpPr/>
          <p:nvPr/>
        </p:nvSpPr>
        <p:spPr>
          <a:xfrm rot="5400000">
            <a:off x="5980941" y="1358001"/>
            <a:ext cx="322470" cy="3220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685" y="4519"/>
                </a:moveTo>
                <a:lnTo>
                  <a:pt x="13685" y="1399"/>
                </a:lnTo>
                <a:lnTo>
                  <a:pt x="19437" y="1399"/>
                </a:lnTo>
                <a:lnTo>
                  <a:pt x="19437" y="4519"/>
                </a:lnTo>
                <a:close/>
                <a:moveTo>
                  <a:pt x="11288" y="9320"/>
                </a:moveTo>
                <a:lnTo>
                  <a:pt x="11288" y="6200"/>
                </a:lnTo>
                <a:lnTo>
                  <a:pt x="19437" y="6200"/>
                </a:lnTo>
                <a:lnTo>
                  <a:pt x="19437" y="9320"/>
                </a:lnTo>
                <a:close/>
                <a:moveTo>
                  <a:pt x="8891" y="14120"/>
                </a:moveTo>
                <a:lnTo>
                  <a:pt x="8891" y="11000"/>
                </a:lnTo>
                <a:lnTo>
                  <a:pt x="19437" y="11000"/>
                </a:lnTo>
                <a:lnTo>
                  <a:pt x="19437" y="14120"/>
                </a:lnTo>
                <a:close/>
                <a:moveTo>
                  <a:pt x="6494" y="18921"/>
                </a:moveTo>
                <a:lnTo>
                  <a:pt x="6494" y="15801"/>
                </a:lnTo>
                <a:lnTo>
                  <a:pt x="19437" y="15801"/>
                </a:lnTo>
                <a:lnTo>
                  <a:pt x="19437" y="18921"/>
                </a:lnTo>
                <a:close/>
                <a:moveTo>
                  <a:pt x="72" y="17673"/>
                </a:moveTo>
                <a:lnTo>
                  <a:pt x="7777" y="4310"/>
                </a:lnTo>
                <a:lnTo>
                  <a:pt x="6915" y="3811"/>
                </a:lnTo>
                <a:lnTo>
                  <a:pt x="10212" y="2080"/>
                </a:lnTo>
                <a:lnTo>
                  <a:pt x="10363" y="5805"/>
                </a:lnTo>
                <a:lnTo>
                  <a:pt x="9501" y="5306"/>
                </a:lnTo>
                <a:lnTo>
                  <a:pt x="1796" y="18670"/>
                </a:lnTo>
                <a:close/>
                <a:moveTo>
                  <a:pt x="0" y="21600"/>
                </a:moveTo>
                <a:lnTo>
                  <a:pt x="0" y="20400"/>
                </a:lnTo>
                <a:lnTo>
                  <a:pt x="20402" y="20400"/>
                </a:lnTo>
                <a:lnTo>
                  <a:pt x="20402" y="0"/>
                </a:lnTo>
                <a:lnTo>
                  <a:pt x="21600" y="0"/>
                </a:lnTo>
                <a:lnTo>
                  <a:pt x="21600" y="21600"/>
                </a:lnTo>
                <a:lnTo>
                  <a:pt x="20402" y="2160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0" name="Shape 848"/>
          <p:cNvSpPr/>
          <p:nvPr/>
        </p:nvSpPr>
        <p:spPr>
          <a:xfrm>
            <a:off x="5347363" y="3475219"/>
            <a:ext cx="350458" cy="348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87" h="20680" extrusionOk="0">
                <a:moveTo>
                  <a:pt x="2231" y="4482"/>
                </a:moveTo>
                <a:lnTo>
                  <a:pt x="9823" y="10809"/>
                </a:lnTo>
                <a:lnTo>
                  <a:pt x="1499" y="16103"/>
                </a:lnTo>
                <a:cubicBezTo>
                  <a:pt x="-742" y="12472"/>
                  <a:pt x="-447" y="7794"/>
                  <a:pt x="2231" y="4482"/>
                </a:cubicBezTo>
                <a:close/>
                <a:moveTo>
                  <a:pt x="12421" y="1690"/>
                </a:moveTo>
                <a:cubicBezTo>
                  <a:pt x="16716" y="2315"/>
                  <a:pt x="20031" y="5843"/>
                  <a:pt x="20444" y="10226"/>
                </a:cubicBezTo>
                <a:cubicBezTo>
                  <a:pt x="20858" y="14610"/>
                  <a:pt x="18263" y="18712"/>
                  <a:pt x="14163" y="20154"/>
                </a:cubicBezTo>
                <a:cubicBezTo>
                  <a:pt x="10063" y="21595"/>
                  <a:pt x="5524" y="20002"/>
                  <a:pt x="3177" y="16297"/>
                </a:cubicBezTo>
                <a:lnTo>
                  <a:pt x="11085" y="11136"/>
                </a:lnTo>
                <a:close/>
                <a:moveTo>
                  <a:pt x="10181" y="1"/>
                </a:moveTo>
                <a:cubicBezTo>
                  <a:pt x="10566" y="-5"/>
                  <a:pt x="10953" y="12"/>
                  <a:pt x="11341" y="52"/>
                </a:cubicBezTo>
                <a:lnTo>
                  <a:pt x="10340" y="9970"/>
                </a:lnTo>
                <a:lnTo>
                  <a:pt x="3070" y="3265"/>
                </a:lnTo>
                <a:cubicBezTo>
                  <a:pt x="4906" y="1215"/>
                  <a:pt x="7486" y="45"/>
                  <a:pt x="10181" y="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1" name="Shape 849"/>
          <p:cNvSpPr/>
          <p:nvPr/>
        </p:nvSpPr>
        <p:spPr>
          <a:xfrm flipH="1">
            <a:off x="8235088" y="2047096"/>
            <a:ext cx="351686" cy="352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50" y="5711"/>
                </a:moveTo>
                <a:cubicBezTo>
                  <a:pt x="4853" y="5711"/>
                  <a:pt x="4956" y="5750"/>
                  <a:pt x="5034" y="5828"/>
                </a:cubicBezTo>
                <a:lnTo>
                  <a:pt x="7958" y="8745"/>
                </a:lnTo>
                <a:lnTo>
                  <a:pt x="10061" y="6647"/>
                </a:lnTo>
                <a:cubicBezTo>
                  <a:pt x="10063" y="6645"/>
                  <a:pt x="10066" y="6642"/>
                  <a:pt x="10069" y="6641"/>
                </a:cubicBezTo>
                <a:lnTo>
                  <a:pt x="10126" y="6574"/>
                </a:lnTo>
                <a:cubicBezTo>
                  <a:pt x="10213" y="6506"/>
                  <a:pt x="10319" y="6479"/>
                  <a:pt x="10421" y="6490"/>
                </a:cubicBezTo>
                <a:cubicBezTo>
                  <a:pt x="10523" y="6502"/>
                  <a:pt x="10621" y="6552"/>
                  <a:pt x="10690" y="6639"/>
                </a:cubicBezTo>
                <a:lnTo>
                  <a:pt x="12615" y="9059"/>
                </a:lnTo>
                <a:lnTo>
                  <a:pt x="14332" y="7828"/>
                </a:lnTo>
                <a:lnTo>
                  <a:pt x="14344" y="7813"/>
                </a:lnTo>
                <a:cubicBezTo>
                  <a:pt x="14394" y="7774"/>
                  <a:pt x="14449" y="7748"/>
                  <a:pt x="14508" y="7739"/>
                </a:cubicBezTo>
                <a:cubicBezTo>
                  <a:pt x="14514" y="7737"/>
                  <a:pt x="14522" y="7736"/>
                  <a:pt x="14529" y="7738"/>
                </a:cubicBezTo>
                <a:cubicBezTo>
                  <a:pt x="14565" y="7726"/>
                  <a:pt x="14602" y="7725"/>
                  <a:pt x="14639" y="7729"/>
                </a:cubicBezTo>
                <a:cubicBezTo>
                  <a:pt x="14644" y="7730"/>
                  <a:pt x="14649" y="7731"/>
                  <a:pt x="14654" y="7734"/>
                </a:cubicBezTo>
                <a:cubicBezTo>
                  <a:pt x="14681" y="7736"/>
                  <a:pt x="14708" y="7743"/>
                  <a:pt x="14732" y="7759"/>
                </a:cubicBezTo>
                <a:cubicBezTo>
                  <a:pt x="14754" y="7760"/>
                  <a:pt x="14773" y="7769"/>
                  <a:pt x="14792" y="7781"/>
                </a:cubicBezTo>
                <a:cubicBezTo>
                  <a:pt x="14836" y="7802"/>
                  <a:pt x="14874" y="7833"/>
                  <a:pt x="14903" y="7875"/>
                </a:cubicBezTo>
                <a:lnTo>
                  <a:pt x="14907" y="7879"/>
                </a:lnTo>
                <a:lnTo>
                  <a:pt x="14909" y="7880"/>
                </a:lnTo>
                <a:lnTo>
                  <a:pt x="14925" y="7895"/>
                </a:lnTo>
                <a:cubicBezTo>
                  <a:pt x="14927" y="7899"/>
                  <a:pt x="14930" y="7902"/>
                  <a:pt x="14930" y="7908"/>
                </a:cubicBezTo>
                <a:lnTo>
                  <a:pt x="16937" y="10439"/>
                </a:lnTo>
                <a:cubicBezTo>
                  <a:pt x="17074" y="10612"/>
                  <a:pt x="17045" y="10864"/>
                  <a:pt x="16871" y="11001"/>
                </a:cubicBezTo>
                <a:cubicBezTo>
                  <a:pt x="16698" y="11138"/>
                  <a:pt x="16445" y="11109"/>
                  <a:pt x="16308" y="10935"/>
                </a:cubicBezTo>
                <a:lnTo>
                  <a:pt x="14519" y="8679"/>
                </a:lnTo>
                <a:lnTo>
                  <a:pt x="12899" y="9842"/>
                </a:lnTo>
                <a:cubicBezTo>
                  <a:pt x="12849" y="9878"/>
                  <a:pt x="12794" y="9900"/>
                  <a:pt x="12737" y="9908"/>
                </a:cubicBezTo>
                <a:cubicBezTo>
                  <a:pt x="12568" y="10027"/>
                  <a:pt x="12334" y="9993"/>
                  <a:pt x="12203" y="9828"/>
                </a:cubicBezTo>
                <a:lnTo>
                  <a:pt x="10346" y="7494"/>
                </a:lnTo>
                <a:lnTo>
                  <a:pt x="8260" y="9575"/>
                </a:lnTo>
                <a:cubicBezTo>
                  <a:pt x="8177" y="9658"/>
                  <a:pt x="8067" y="9697"/>
                  <a:pt x="7958" y="9688"/>
                </a:cubicBezTo>
                <a:cubicBezTo>
                  <a:pt x="7849" y="9697"/>
                  <a:pt x="7738" y="9658"/>
                  <a:pt x="7655" y="9575"/>
                </a:cubicBezTo>
                <a:lnTo>
                  <a:pt x="4467" y="6394"/>
                </a:lnTo>
                <a:cubicBezTo>
                  <a:pt x="4310" y="6238"/>
                  <a:pt x="4310" y="5985"/>
                  <a:pt x="4467" y="5828"/>
                </a:cubicBezTo>
                <a:cubicBezTo>
                  <a:pt x="4545" y="5750"/>
                  <a:pt x="4648" y="5711"/>
                  <a:pt x="4750" y="5711"/>
                </a:cubicBezTo>
                <a:close/>
                <a:moveTo>
                  <a:pt x="18600" y="4652"/>
                </a:moveTo>
                <a:lnTo>
                  <a:pt x="3000" y="4652"/>
                </a:lnTo>
                <a:lnTo>
                  <a:pt x="3000" y="12313"/>
                </a:lnTo>
                <a:lnTo>
                  <a:pt x="18600" y="12313"/>
                </a:lnTo>
                <a:close/>
                <a:moveTo>
                  <a:pt x="19920" y="3455"/>
                </a:moveTo>
                <a:lnTo>
                  <a:pt x="19920" y="13511"/>
                </a:lnTo>
                <a:lnTo>
                  <a:pt x="1680" y="13511"/>
                </a:lnTo>
                <a:lnTo>
                  <a:pt x="1680" y="3455"/>
                </a:lnTo>
                <a:close/>
                <a:moveTo>
                  <a:pt x="10800" y="0"/>
                </a:moveTo>
                <a:cubicBezTo>
                  <a:pt x="10270" y="0"/>
                  <a:pt x="9840" y="429"/>
                  <a:pt x="9840" y="958"/>
                </a:cubicBezTo>
                <a:lnTo>
                  <a:pt x="9840" y="1779"/>
                </a:lnTo>
                <a:lnTo>
                  <a:pt x="0" y="1779"/>
                </a:lnTo>
                <a:lnTo>
                  <a:pt x="0" y="15187"/>
                </a:lnTo>
                <a:lnTo>
                  <a:pt x="5681" y="15187"/>
                </a:lnTo>
                <a:lnTo>
                  <a:pt x="2158" y="21600"/>
                </a:lnTo>
                <a:lnTo>
                  <a:pt x="4143" y="21600"/>
                </a:lnTo>
                <a:lnTo>
                  <a:pt x="7666" y="15187"/>
                </a:lnTo>
                <a:lnTo>
                  <a:pt x="13934" y="15187"/>
                </a:lnTo>
                <a:lnTo>
                  <a:pt x="17456" y="21600"/>
                </a:lnTo>
                <a:lnTo>
                  <a:pt x="19441" y="21600"/>
                </a:lnTo>
                <a:lnTo>
                  <a:pt x="15919" y="15187"/>
                </a:lnTo>
                <a:lnTo>
                  <a:pt x="21600" y="15187"/>
                </a:lnTo>
                <a:lnTo>
                  <a:pt x="21600" y="1779"/>
                </a:lnTo>
                <a:lnTo>
                  <a:pt x="11760" y="1779"/>
                </a:lnTo>
                <a:lnTo>
                  <a:pt x="11760" y="958"/>
                </a:lnTo>
                <a:cubicBezTo>
                  <a:pt x="11760" y="429"/>
                  <a:pt x="11330" y="0"/>
                  <a:pt x="10800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2" name="Shape 850"/>
          <p:cNvSpPr/>
          <p:nvPr/>
        </p:nvSpPr>
        <p:spPr>
          <a:xfrm rot="16200000">
            <a:off x="6518856" y="1325150"/>
            <a:ext cx="387486" cy="3877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80" y="15884"/>
                </a:moveTo>
                <a:cubicBezTo>
                  <a:pt x="3843" y="15290"/>
                  <a:pt x="2613" y="14466"/>
                  <a:pt x="1560" y="13428"/>
                </a:cubicBezTo>
                <a:cubicBezTo>
                  <a:pt x="2014" y="15070"/>
                  <a:pt x="2902" y="16530"/>
                  <a:pt x="4095" y="17679"/>
                </a:cubicBezTo>
                <a:cubicBezTo>
                  <a:pt x="4528" y="17115"/>
                  <a:pt x="4886" y="16511"/>
                  <a:pt x="5180" y="15884"/>
                </a:cubicBezTo>
                <a:close/>
                <a:moveTo>
                  <a:pt x="5313" y="5847"/>
                </a:moveTo>
                <a:cubicBezTo>
                  <a:pt x="5001" y="5156"/>
                  <a:pt x="4619" y="4489"/>
                  <a:pt x="4148" y="3870"/>
                </a:cubicBezTo>
                <a:cubicBezTo>
                  <a:pt x="2843" y="5109"/>
                  <a:pt x="1893" y="6717"/>
                  <a:pt x="1461" y="8525"/>
                </a:cubicBezTo>
                <a:cubicBezTo>
                  <a:pt x="2568" y="7387"/>
                  <a:pt x="3878" y="6484"/>
                  <a:pt x="5313" y="5847"/>
                </a:cubicBezTo>
                <a:close/>
                <a:moveTo>
                  <a:pt x="6344" y="11338"/>
                </a:moveTo>
                <a:lnTo>
                  <a:pt x="1539" y="11338"/>
                </a:lnTo>
                <a:cubicBezTo>
                  <a:pt x="2665" y="12759"/>
                  <a:pt x="4107" y="13864"/>
                  <a:pt x="5725" y="14590"/>
                </a:cubicBezTo>
                <a:cubicBezTo>
                  <a:pt x="6088" y="13535"/>
                  <a:pt x="6298" y="12439"/>
                  <a:pt x="6344" y="11338"/>
                </a:cubicBezTo>
                <a:close/>
                <a:moveTo>
                  <a:pt x="6346" y="10118"/>
                </a:moveTo>
                <a:cubicBezTo>
                  <a:pt x="6299" y="9118"/>
                  <a:pt x="6118" y="8125"/>
                  <a:pt x="5809" y="7162"/>
                </a:cubicBezTo>
                <a:cubicBezTo>
                  <a:pt x="4318" y="7840"/>
                  <a:pt x="2980" y="8841"/>
                  <a:pt x="1909" y="10118"/>
                </a:cubicBezTo>
                <a:close/>
                <a:moveTo>
                  <a:pt x="9966" y="17043"/>
                </a:moveTo>
                <a:cubicBezTo>
                  <a:pt x="8700" y="16996"/>
                  <a:pt x="7462" y="16753"/>
                  <a:pt x="6290" y="16339"/>
                </a:cubicBezTo>
                <a:cubicBezTo>
                  <a:pt x="5946" y="17082"/>
                  <a:pt x="5521" y="17796"/>
                  <a:pt x="5006" y="18461"/>
                </a:cubicBezTo>
                <a:cubicBezTo>
                  <a:pt x="6405" y="19527"/>
                  <a:pt x="8111" y="20210"/>
                  <a:pt x="9966" y="20366"/>
                </a:cubicBezTo>
                <a:close/>
                <a:moveTo>
                  <a:pt x="9966" y="11338"/>
                </a:moveTo>
                <a:lnTo>
                  <a:pt x="7542" y="11338"/>
                </a:lnTo>
                <a:cubicBezTo>
                  <a:pt x="7495" y="12591"/>
                  <a:pt x="7256" y="13838"/>
                  <a:pt x="6835" y="15037"/>
                </a:cubicBezTo>
                <a:cubicBezTo>
                  <a:pt x="7835" y="15385"/>
                  <a:pt x="8889" y="15591"/>
                  <a:pt x="9966" y="15639"/>
                </a:cubicBezTo>
                <a:close/>
                <a:moveTo>
                  <a:pt x="9966" y="6092"/>
                </a:moveTo>
                <a:cubicBezTo>
                  <a:pt x="8917" y="6151"/>
                  <a:pt x="7894" y="6361"/>
                  <a:pt x="6923" y="6709"/>
                </a:cubicBezTo>
                <a:cubicBezTo>
                  <a:pt x="7286" y="7817"/>
                  <a:pt x="7496" y="8965"/>
                  <a:pt x="7543" y="10118"/>
                </a:cubicBezTo>
                <a:lnTo>
                  <a:pt x="9966" y="10118"/>
                </a:lnTo>
                <a:close/>
                <a:moveTo>
                  <a:pt x="9966" y="1234"/>
                </a:moveTo>
                <a:cubicBezTo>
                  <a:pt x="8136" y="1388"/>
                  <a:pt x="6452" y="2054"/>
                  <a:pt x="5062" y="3095"/>
                </a:cubicBezTo>
                <a:cubicBezTo>
                  <a:pt x="5616" y="3814"/>
                  <a:pt x="6063" y="4590"/>
                  <a:pt x="6424" y="5394"/>
                </a:cubicBezTo>
                <a:cubicBezTo>
                  <a:pt x="7553" y="4988"/>
                  <a:pt x="8745" y="4746"/>
                  <a:pt x="9966" y="4686"/>
                </a:cubicBezTo>
                <a:close/>
                <a:moveTo>
                  <a:pt x="14579" y="6723"/>
                </a:moveTo>
                <a:cubicBezTo>
                  <a:pt x="13499" y="6339"/>
                  <a:pt x="12356" y="6116"/>
                  <a:pt x="11187" y="6080"/>
                </a:cubicBezTo>
                <a:lnTo>
                  <a:pt x="11187" y="10118"/>
                </a:lnTo>
                <a:lnTo>
                  <a:pt x="13994" y="10118"/>
                </a:lnTo>
                <a:cubicBezTo>
                  <a:pt x="14030" y="8971"/>
                  <a:pt x="14228" y="7829"/>
                  <a:pt x="14579" y="6723"/>
                </a:cubicBezTo>
                <a:close/>
                <a:moveTo>
                  <a:pt x="14706" y="14902"/>
                </a:moveTo>
                <a:cubicBezTo>
                  <a:pt x="14298" y="13747"/>
                  <a:pt x="14061" y="12547"/>
                  <a:pt x="14004" y="11338"/>
                </a:cubicBezTo>
                <a:lnTo>
                  <a:pt x="11187" y="11338"/>
                </a:lnTo>
                <a:lnTo>
                  <a:pt x="11187" y="15635"/>
                </a:lnTo>
                <a:cubicBezTo>
                  <a:pt x="12405" y="15582"/>
                  <a:pt x="13591" y="15328"/>
                  <a:pt x="14706" y="14902"/>
                </a:cubicBezTo>
                <a:close/>
                <a:moveTo>
                  <a:pt x="16426" y="3028"/>
                </a:moveTo>
                <a:cubicBezTo>
                  <a:pt x="14947" y="1946"/>
                  <a:pt x="13142" y="1287"/>
                  <a:pt x="11187" y="1212"/>
                </a:cubicBezTo>
                <a:lnTo>
                  <a:pt x="11187" y="4675"/>
                </a:lnTo>
                <a:cubicBezTo>
                  <a:pt x="12524" y="4711"/>
                  <a:pt x="13830" y="4964"/>
                  <a:pt x="15065" y="5403"/>
                </a:cubicBezTo>
                <a:cubicBezTo>
                  <a:pt x="15427" y="4576"/>
                  <a:pt x="15879" y="3779"/>
                  <a:pt x="16426" y="3028"/>
                </a:cubicBezTo>
                <a:close/>
                <a:moveTo>
                  <a:pt x="16594" y="18446"/>
                </a:moveTo>
                <a:cubicBezTo>
                  <a:pt x="16044" y="17745"/>
                  <a:pt x="15593" y="16991"/>
                  <a:pt x="15231" y="16205"/>
                </a:cubicBezTo>
                <a:cubicBezTo>
                  <a:pt x="13951" y="16698"/>
                  <a:pt x="12587" y="16988"/>
                  <a:pt x="11187" y="17041"/>
                </a:cubicBezTo>
                <a:lnTo>
                  <a:pt x="11187" y="20388"/>
                </a:lnTo>
                <a:cubicBezTo>
                  <a:pt x="13217" y="20310"/>
                  <a:pt x="15085" y="19602"/>
                  <a:pt x="16594" y="18446"/>
                </a:cubicBezTo>
                <a:close/>
                <a:moveTo>
                  <a:pt x="19521" y="10118"/>
                </a:moveTo>
                <a:cubicBezTo>
                  <a:pt x="18465" y="8858"/>
                  <a:pt x="17151" y="7868"/>
                  <a:pt x="15690" y="7187"/>
                </a:cubicBezTo>
                <a:cubicBezTo>
                  <a:pt x="15396" y="8143"/>
                  <a:pt x="15227" y="9128"/>
                  <a:pt x="15190" y="10118"/>
                </a:cubicBezTo>
                <a:close/>
                <a:moveTo>
                  <a:pt x="19601" y="11338"/>
                </a:moveTo>
                <a:lnTo>
                  <a:pt x="15201" y="11338"/>
                </a:lnTo>
                <a:cubicBezTo>
                  <a:pt x="15255" y="12381"/>
                  <a:pt x="15457" y="13417"/>
                  <a:pt x="15799" y="14417"/>
                </a:cubicBezTo>
                <a:cubicBezTo>
                  <a:pt x="17262" y="13688"/>
                  <a:pt x="18567" y="12647"/>
                  <a:pt x="19601" y="11338"/>
                </a:cubicBezTo>
                <a:close/>
                <a:moveTo>
                  <a:pt x="20159" y="8703"/>
                </a:moveTo>
                <a:cubicBezTo>
                  <a:pt x="19746" y="6789"/>
                  <a:pt x="18751" y="5091"/>
                  <a:pt x="17368" y="3802"/>
                </a:cubicBezTo>
                <a:cubicBezTo>
                  <a:pt x="16879" y="4448"/>
                  <a:pt x="16487" y="5145"/>
                  <a:pt x="16169" y="5866"/>
                </a:cubicBezTo>
                <a:cubicBezTo>
                  <a:pt x="17661" y="6539"/>
                  <a:pt x="19018" y="7499"/>
                  <a:pt x="20159" y="8703"/>
                </a:cubicBezTo>
                <a:close/>
                <a:moveTo>
                  <a:pt x="20168" y="12857"/>
                </a:moveTo>
                <a:cubicBezTo>
                  <a:pt x="19071" y="14054"/>
                  <a:pt x="17765" y="15021"/>
                  <a:pt x="16325" y="15719"/>
                </a:cubicBezTo>
                <a:cubicBezTo>
                  <a:pt x="16641" y="16402"/>
                  <a:pt x="17032" y="17059"/>
                  <a:pt x="17508" y="17669"/>
                </a:cubicBezTo>
                <a:cubicBezTo>
                  <a:pt x="18826" y="16385"/>
                  <a:pt x="19773" y="14723"/>
                  <a:pt x="20168" y="12857"/>
                </a:cubicBezTo>
                <a:close/>
                <a:moveTo>
                  <a:pt x="21600" y="10800"/>
                </a:moveTo>
                <a:cubicBezTo>
                  <a:pt x="21600" y="16765"/>
                  <a:pt x="16761" y="21600"/>
                  <a:pt x="10793" y="21600"/>
                </a:cubicBezTo>
                <a:cubicBezTo>
                  <a:pt x="5005" y="21600"/>
                  <a:pt x="280" y="17053"/>
                  <a:pt x="13" y="11338"/>
                </a:cubicBezTo>
                <a:lnTo>
                  <a:pt x="0" y="11338"/>
                </a:lnTo>
                <a:lnTo>
                  <a:pt x="0" y="10118"/>
                </a:lnTo>
                <a:lnTo>
                  <a:pt x="19" y="10118"/>
                </a:lnTo>
                <a:cubicBezTo>
                  <a:pt x="342" y="4745"/>
                  <a:pt x="4609" y="437"/>
                  <a:pt x="9966" y="42"/>
                </a:cubicBezTo>
                <a:lnTo>
                  <a:pt x="9966" y="0"/>
                </a:lnTo>
                <a:lnTo>
                  <a:pt x="11187" y="0"/>
                </a:lnTo>
                <a:lnTo>
                  <a:pt x="11187" y="20"/>
                </a:lnTo>
                <a:cubicBezTo>
                  <a:pt x="16973" y="214"/>
                  <a:pt x="21600" y="4967"/>
                  <a:pt x="21600" y="1080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3" name="Shape 851"/>
          <p:cNvSpPr/>
          <p:nvPr/>
        </p:nvSpPr>
        <p:spPr>
          <a:xfrm>
            <a:off x="7122000" y="1293525"/>
            <a:ext cx="323223" cy="450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62" h="21600" extrusionOk="0">
                <a:moveTo>
                  <a:pt x="9737" y="12980"/>
                </a:moveTo>
                <a:cubicBezTo>
                  <a:pt x="8808" y="13526"/>
                  <a:pt x="7765" y="13940"/>
                  <a:pt x="6646" y="14189"/>
                </a:cubicBezTo>
                <a:cubicBezTo>
                  <a:pt x="7940" y="14460"/>
                  <a:pt x="9282" y="14436"/>
                  <a:pt x="10532" y="14145"/>
                </a:cubicBezTo>
                <a:cubicBezTo>
                  <a:pt x="10318" y="13729"/>
                  <a:pt x="10048" y="13340"/>
                  <a:pt x="9737" y="12980"/>
                </a:cubicBezTo>
                <a:close/>
                <a:moveTo>
                  <a:pt x="7101" y="10898"/>
                </a:moveTo>
                <a:lnTo>
                  <a:pt x="5988" y="12456"/>
                </a:lnTo>
                <a:lnTo>
                  <a:pt x="5220" y="13536"/>
                </a:lnTo>
                <a:cubicBezTo>
                  <a:pt x="6627" y="13369"/>
                  <a:pt x="7943" y="12928"/>
                  <a:pt x="9071" y="12270"/>
                </a:cubicBezTo>
                <a:cubicBezTo>
                  <a:pt x="8495" y="11736"/>
                  <a:pt x="7833" y="11273"/>
                  <a:pt x="7101" y="10898"/>
                </a:cubicBezTo>
                <a:close/>
                <a:moveTo>
                  <a:pt x="12404" y="10719"/>
                </a:moveTo>
                <a:cubicBezTo>
                  <a:pt x="11875" y="11400"/>
                  <a:pt x="11224" y="12002"/>
                  <a:pt x="10482" y="12515"/>
                </a:cubicBezTo>
                <a:cubicBezTo>
                  <a:pt x="10852" y="12940"/>
                  <a:pt x="11171" y="13399"/>
                  <a:pt x="11422" y="13894"/>
                </a:cubicBezTo>
                <a:cubicBezTo>
                  <a:pt x="12696" y="13463"/>
                  <a:pt x="13830" y="12743"/>
                  <a:pt x="14664" y="11774"/>
                </a:cubicBezTo>
                <a:close/>
                <a:moveTo>
                  <a:pt x="4051" y="9867"/>
                </a:moveTo>
                <a:cubicBezTo>
                  <a:pt x="3927" y="10901"/>
                  <a:pt x="4082" y="11954"/>
                  <a:pt x="4531" y="12947"/>
                </a:cubicBezTo>
                <a:lnTo>
                  <a:pt x="6272" y="10510"/>
                </a:lnTo>
                <a:cubicBezTo>
                  <a:pt x="5574" y="10219"/>
                  <a:pt x="4827" y="10003"/>
                  <a:pt x="4051" y="9867"/>
                </a:cubicBezTo>
                <a:close/>
                <a:moveTo>
                  <a:pt x="2066" y="9687"/>
                </a:moveTo>
                <a:cubicBezTo>
                  <a:pt x="1765" y="9689"/>
                  <a:pt x="1463" y="9704"/>
                  <a:pt x="1159" y="9735"/>
                </a:cubicBezTo>
                <a:cubicBezTo>
                  <a:pt x="1490" y="10845"/>
                  <a:pt x="2211" y="11876"/>
                  <a:pt x="3271" y="12687"/>
                </a:cubicBezTo>
                <a:cubicBezTo>
                  <a:pt x="2932" y="11719"/>
                  <a:pt x="2832" y="10713"/>
                  <a:pt x="2962" y="9723"/>
                </a:cubicBezTo>
                <a:cubicBezTo>
                  <a:pt x="2665" y="9698"/>
                  <a:pt x="2367" y="9686"/>
                  <a:pt x="2066" y="9687"/>
                </a:cubicBezTo>
                <a:close/>
                <a:moveTo>
                  <a:pt x="8523" y="8909"/>
                </a:moveTo>
                <a:lnTo>
                  <a:pt x="7571" y="10240"/>
                </a:lnTo>
                <a:cubicBezTo>
                  <a:pt x="8406" y="10664"/>
                  <a:pt x="9160" y="11191"/>
                  <a:pt x="9810" y="11802"/>
                </a:cubicBezTo>
                <a:cubicBezTo>
                  <a:pt x="10440" y="11363"/>
                  <a:pt x="10993" y="10850"/>
                  <a:pt x="11448" y="10274"/>
                </a:cubicBezTo>
                <a:close/>
                <a:moveTo>
                  <a:pt x="15959" y="7524"/>
                </a:moveTo>
                <a:cubicBezTo>
                  <a:pt x="15267" y="7604"/>
                  <a:pt x="14577" y="7613"/>
                  <a:pt x="13900" y="7562"/>
                </a:cubicBezTo>
                <a:cubicBezTo>
                  <a:pt x="13733" y="8422"/>
                  <a:pt x="13395" y="9263"/>
                  <a:pt x="12881" y="10048"/>
                </a:cubicBezTo>
                <a:lnTo>
                  <a:pt x="15158" y="11110"/>
                </a:lnTo>
                <a:cubicBezTo>
                  <a:pt x="15902" y="9971"/>
                  <a:pt x="16154" y="8720"/>
                  <a:pt x="15959" y="7524"/>
                </a:cubicBezTo>
                <a:close/>
                <a:moveTo>
                  <a:pt x="4954" y="7245"/>
                </a:moveTo>
                <a:cubicBezTo>
                  <a:pt x="4583" y="7840"/>
                  <a:pt x="4324" y="8468"/>
                  <a:pt x="4180" y="9112"/>
                </a:cubicBezTo>
                <a:cubicBezTo>
                  <a:pt x="5076" y="9264"/>
                  <a:pt x="5939" y="9513"/>
                  <a:pt x="6742" y="9853"/>
                </a:cubicBezTo>
                <a:lnTo>
                  <a:pt x="7693" y="8522"/>
                </a:lnTo>
                <a:close/>
                <a:moveTo>
                  <a:pt x="10108" y="6691"/>
                </a:moveTo>
                <a:lnTo>
                  <a:pt x="9002" y="8239"/>
                </a:lnTo>
                <a:lnTo>
                  <a:pt x="11925" y="9602"/>
                </a:lnTo>
                <a:cubicBezTo>
                  <a:pt x="12367" y="8917"/>
                  <a:pt x="12659" y="8184"/>
                  <a:pt x="12808" y="7437"/>
                </a:cubicBezTo>
                <a:cubicBezTo>
                  <a:pt x="11862" y="7295"/>
                  <a:pt x="10952" y="7044"/>
                  <a:pt x="10108" y="6691"/>
                </a:cubicBezTo>
                <a:close/>
                <a:moveTo>
                  <a:pt x="1650" y="5703"/>
                </a:moveTo>
                <a:cubicBezTo>
                  <a:pt x="1036" y="6757"/>
                  <a:pt x="828" y="7894"/>
                  <a:pt x="991" y="8987"/>
                </a:cubicBezTo>
                <a:cubicBezTo>
                  <a:pt x="1697" y="8911"/>
                  <a:pt x="2401" y="8911"/>
                  <a:pt x="3090" y="8969"/>
                </a:cubicBezTo>
                <a:cubicBezTo>
                  <a:pt x="3256" y="8220"/>
                  <a:pt x="3559" y="7488"/>
                  <a:pt x="3998" y="6799"/>
                </a:cubicBezTo>
                <a:close/>
                <a:moveTo>
                  <a:pt x="7194" y="4912"/>
                </a:moveTo>
                <a:cubicBezTo>
                  <a:pt x="6509" y="5383"/>
                  <a:pt x="5909" y="5940"/>
                  <a:pt x="5425" y="6571"/>
                </a:cubicBezTo>
                <a:lnTo>
                  <a:pt x="8172" y="7852"/>
                </a:lnTo>
                <a:lnTo>
                  <a:pt x="9274" y="6310"/>
                </a:lnTo>
                <a:cubicBezTo>
                  <a:pt x="8508" y="5926"/>
                  <a:pt x="7809" y="5455"/>
                  <a:pt x="7194" y="4912"/>
                </a:cubicBezTo>
                <a:close/>
                <a:moveTo>
                  <a:pt x="13560" y="3788"/>
                </a:moveTo>
                <a:cubicBezTo>
                  <a:pt x="13944" y="4771"/>
                  <a:pt x="14089" y="5795"/>
                  <a:pt x="13998" y="6807"/>
                </a:cubicBezTo>
                <a:cubicBezTo>
                  <a:pt x="14588" y="6850"/>
                  <a:pt x="15187" y="6844"/>
                  <a:pt x="15790" y="6776"/>
                </a:cubicBezTo>
                <a:cubicBezTo>
                  <a:pt x="15433" y="5645"/>
                  <a:pt x="14675" y="4597"/>
                  <a:pt x="13560" y="3788"/>
                </a:cubicBezTo>
                <a:close/>
                <a:moveTo>
                  <a:pt x="12304" y="3618"/>
                </a:moveTo>
                <a:lnTo>
                  <a:pt x="10577" y="6034"/>
                </a:lnTo>
                <a:cubicBezTo>
                  <a:pt x="11308" y="6336"/>
                  <a:pt x="12092" y="6553"/>
                  <a:pt x="12906" y="6683"/>
                </a:cubicBezTo>
                <a:cubicBezTo>
                  <a:pt x="12985" y="5648"/>
                  <a:pt x="12789" y="4601"/>
                  <a:pt x="12304" y="3618"/>
                </a:cubicBezTo>
                <a:close/>
                <a:moveTo>
                  <a:pt x="11443" y="3275"/>
                </a:moveTo>
                <a:cubicBezTo>
                  <a:pt x="10172" y="3455"/>
                  <a:pt x="8983" y="3862"/>
                  <a:pt x="7946" y="4449"/>
                </a:cubicBezTo>
                <a:cubicBezTo>
                  <a:pt x="8481" y="4914"/>
                  <a:pt x="9085" y="5319"/>
                  <a:pt x="9743" y="5653"/>
                </a:cubicBezTo>
                <a:close/>
                <a:moveTo>
                  <a:pt x="5405" y="2725"/>
                </a:moveTo>
                <a:cubicBezTo>
                  <a:pt x="4089" y="3194"/>
                  <a:pt x="2932" y="3976"/>
                  <a:pt x="2114" y="5026"/>
                </a:cubicBezTo>
                <a:lnTo>
                  <a:pt x="4469" y="6125"/>
                </a:lnTo>
                <a:cubicBezTo>
                  <a:pt x="5019" y="5402"/>
                  <a:pt x="5704" y="4764"/>
                  <a:pt x="6487" y="4226"/>
                </a:cubicBezTo>
                <a:cubicBezTo>
                  <a:pt x="6066" y="3765"/>
                  <a:pt x="5701" y="3264"/>
                  <a:pt x="5405" y="2725"/>
                </a:cubicBezTo>
                <a:close/>
                <a:moveTo>
                  <a:pt x="8500" y="2190"/>
                </a:moveTo>
                <a:cubicBezTo>
                  <a:pt x="7753" y="2188"/>
                  <a:pt x="7012" y="2278"/>
                  <a:pt x="6302" y="2453"/>
                </a:cubicBezTo>
                <a:cubicBezTo>
                  <a:pt x="6550" y="2926"/>
                  <a:pt x="6869" y="3363"/>
                  <a:pt x="7235" y="3767"/>
                </a:cubicBezTo>
                <a:cubicBezTo>
                  <a:pt x="8278" y="3161"/>
                  <a:pt x="9464" y="2720"/>
                  <a:pt x="10731" y="2475"/>
                </a:cubicBezTo>
                <a:cubicBezTo>
                  <a:pt x="9999" y="2285"/>
                  <a:pt x="9247" y="2192"/>
                  <a:pt x="8500" y="2190"/>
                </a:cubicBezTo>
                <a:close/>
                <a:moveTo>
                  <a:pt x="13548" y="1818"/>
                </a:moveTo>
                <a:lnTo>
                  <a:pt x="13050" y="2520"/>
                </a:lnTo>
                <a:cubicBezTo>
                  <a:pt x="16855" y="4474"/>
                  <a:pt x="18105" y="8525"/>
                  <a:pt x="15828" y="11711"/>
                </a:cubicBezTo>
                <a:cubicBezTo>
                  <a:pt x="13557" y="14888"/>
                  <a:pt x="8613" y="16041"/>
                  <a:pt x="4622" y="14377"/>
                </a:cubicBezTo>
                <a:lnTo>
                  <a:pt x="4079" y="15143"/>
                </a:lnTo>
                <a:cubicBezTo>
                  <a:pt x="8507" y="16980"/>
                  <a:pt x="13990" y="15739"/>
                  <a:pt x="16579" y="12245"/>
                </a:cubicBezTo>
                <a:cubicBezTo>
                  <a:pt x="19227" y="8670"/>
                  <a:pt x="17872" y="4053"/>
                  <a:pt x="13548" y="1818"/>
                </a:cubicBezTo>
                <a:close/>
                <a:moveTo>
                  <a:pt x="13972" y="0"/>
                </a:moveTo>
                <a:cubicBezTo>
                  <a:pt x="14351" y="0"/>
                  <a:pt x="14658" y="248"/>
                  <a:pt x="14658" y="555"/>
                </a:cubicBezTo>
                <a:cubicBezTo>
                  <a:pt x="14658" y="763"/>
                  <a:pt x="14516" y="945"/>
                  <a:pt x="14300" y="1032"/>
                </a:cubicBezTo>
                <a:cubicBezTo>
                  <a:pt x="19112" y="3570"/>
                  <a:pt x="20605" y="8744"/>
                  <a:pt x="17633" y="12755"/>
                </a:cubicBezTo>
                <a:cubicBezTo>
                  <a:pt x="15772" y="15268"/>
                  <a:pt x="12585" y="16748"/>
                  <a:pt x="9224" y="16950"/>
                </a:cubicBezTo>
                <a:lnTo>
                  <a:pt x="9224" y="19664"/>
                </a:lnTo>
                <a:cubicBezTo>
                  <a:pt x="9373" y="19661"/>
                  <a:pt x="9521" y="19669"/>
                  <a:pt x="9668" y="19678"/>
                </a:cubicBezTo>
                <a:cubicBezTo>
                  <a:pt x="12668" y="19868"/>
                  <a:pt x="14698" y="20692"/>
                  <a:pt x="14375" y="21589"/>
                </a:cubicBezTo>
                <a:lnTo>
                  <a:pt x="2430" y="21600"/>
                </a:lnTo>
                <a:cubicBezTo>
                  <a:pt x="2087" y="20701"/>
                  <a:pt x="4116" y="19871"/>
                  <a:pt x="7127" y="19678"/>
                </a:cubicBezTo>
                <a:lnTo>
                  <a:pt x="7577" y="19664"/>
                </a:lnTo>
                <a:lnTo>
                  <a:pt x="7577" y="16951"/>
                </a:lnTo>
                <a:cubicBezTo>
                  <a:pt x="6200" y="16869"/>
                  <a:pt x="4826" y="16566"/>
                  <a:pt x="3532" y="16031"/>
                </a:cubicBezTo>
                <a:cubicBezTo>
                  <a:pt x="3536" y="16037"/>
                  <a:pt x="3536" y="16043"/>
                  <a:pt x="3536" y="16049"/>
                </a:cubicBezTo>
                <a:cubicBezTo>
                  <a:pt x="3536" y="16356"/>
                  <a:pt x="3229" y="16604"/>
                  <a:pt x="2850" y="16604"/>
                </a:cubicBezTo>
                <a:cubicBezTo>
                  <a:pt x="2471" y="16604"/>
                  <a:pt x="2163" y="16356"/>
                  <a:pt x="2163" y="16049"/>
                </a:cubicBezTo>
                <a:cubicBezTo>
                  <a:pt x="2163" y="15743"/>
                  <a:pt x="2471" y="15495"/>
                  <a:pt x="2850" y="15495"/>
                </a:cubicBezTo>
                <a:lnTo>
                  <a:pt x="2875" y="15499"/>
                </a:lnTo>
                <a:lnTo>
                  <a:pt x="3904" y="14052"/>
                </a:lnTo>
                <a:lnTo>
                  <a:pt x="3782" y="13995"/>
                </a:lnTo>
                <a:lnTo>
                  <a:pt x="3789" y="13985"/>
                </a:lnTo>
                <a:cubicBezTo>
                  <a:pt x="261" y="12103"/>
                  <a:pt x="-995" y="8393"/>
                  <a:pt x="839" y="5325"/>
                </a:cubicBezTo>
                <a:lnTo>
                  <a:pt x="810" y="5312"/>
                </a:lnTo>
                <a:lnTo>
                  <a:pt x="1135" y="4858"/>
                </a:lnTo>
                <a:lnTo>
                  <a:pt x="1289" y="4642"/>
                </a:lnTo>
                <a:lnTo>
                  <a:pt x="1303" y="4648"/>
                </a:lnTo>
                <a:cubicBezTo>
                  <a:pt x="3630" y="1631"/>
                  <a:pt x="8436" y="567"/>
                  <a:pt x="12335" y="2189"/>
                </a:cubicBezTo>
                <a:lnTo>
                  <a:pt x="13333" y="785"/>
                </a:lnTo>
                <a:lnTo>
                  <a:pt x="13363" y="799"/>
                </a:lnTo>
                <a:cubicBezTo>
                  <a:pt x="13311" y="727"/>
                  <a:pt x="13285" y="643"/>
                  <a:pt x="13285" y="555"/>
                </a:cubicBezTo>
                <a:cubicBezTo>
                  <a:pt x="13285" y="248"/>
                  <a:pt x="13593" y="0"/>
                  <a:pt x="13972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4" name="Shape 852"/>
          <p:cNvSpPr/>
          <p:nvPr/>
        </p:nvSpPr>
        <p:spPr>
          <a:xfrm>
            <a:off x="5959130" y="3462911"/>
            <a:ext cx="263462" cy="373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82" y="113"/>
                </a:moveTo>
                <a:lnTo>
                  <a:pt x="21497" y="113"/>
                </a:lnTo>
                <a:lnTo>
                  <a:pt x="14882" y="113"/>
                </a:lnTo>
                <a:close/>
                <a:moveTo>
                  <a:pt x="0" y="113"/>
                </a:moveTo>
                <a:lnTo>
                  <a:pt x="12481" y="113"/>
                </a:lnTo>
                <a:lnTo>
                  <a:pt x="12481" y="6641"/>
                </a:lnTo>
                <a:lnTo>
                  <a:pt x="21497" y="6641"/>
                </a:lnTo>
                <a:lnTo>
                  <a:pt x="21497" y="21600"/>
                </a:lnTo>
                <a:lnTo>
                  <a:pt x="0" y="21600"/>
                </a:lnTo>
                <a:close/>
                <a:moveTo>
                  <a:pt x="13559" y="0"/>
                </a:moveTo>
                <a:lnTo>
                  <a:pt x="21600" y="5925"/>
                </a:lnTo>
                <a:lnTo>
                  <a:pt x="13559" y="592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5" name="Shape 853"/>
          <p:cNvSpPr/>
          <p:nvPr/>
        </p:nvSpPr>
        <p:spPr>
          <a:xfrm>
            <a:off x="3714219" y="4055834"/>
            <a:ext cx="279812" cy="532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77" y="13496"/>
                </a:moveTo>
                <a:lnTo>
                  <a:pt x="10862" y="13496"/>
                </a:lnTo>
                <a:lnTo>
                  <a:pt x="8239" y="14292"/>
                </a:lnTo>
                <a:lnTo>
                  <a:pt x="9239" y="15203"/>
                </a:lnTo>
                <a:lnTo>
                  <a:pt x="10149" y="14927"/>
                </a:lnTo>
                <a:lnTo>
                  <a:pt x="10149" y="16512"/>
                </a:lnTo>
                <a:lnTo>
                  <a:pt x="8239" y="16512"/>
                </a:lnTo>
                <a:lnTo>
                  <a:pt x="8239" y="17564"/>
                </a:lnTo>
                <a:lnTo>
                  <a:pt x="13536" y="17564"/>
                </a:lnTo>
                <a:lnTo>
                  <a:pt x="13536" y="16512"/>
                </a:lnTo>
                <a:lnTo>
                  <a:pt x="12077" y="16512"/>
                </a:lnTo>
                <a:lnTo>
                  <a:pt x="12077" y="14342"/>
                </a:lnTo>
                <a:lnTo>
                  <a:pt x="12077" y="14342"/>
                </a:lnTo>
                <a:close/>
                <a:moveTo>
                  <a:pt x="10800" y="11841"/>
                </a:moveTo>
                <a:cubicBezTo>
                  <a:pt x="15086" y="11841"/>
                  <a:pt x="18560" y="13667"/>
                  <a:pt x="18560" y="15921"/>
                </a:cubicBezTo>
                <a:cubicBezTo>
                  <a:pt x="18560" y="18175"/>
                  <a:pt x="15086" y="20001"/>
                  <a:pt x="10800" y="20001"/>
                </a:cubicBezTo>
                <a:cubicBezTo>
                  <a:pt x="6514" y="20001"/>
                  <a:pt x="3040" y="18175"/>
                  <a:pt x="3040" y="15921"/>
                </a:cubicBezTo>
                <a:cubicBezTo>
                  <a:pt x="3040" y="13667"/>
                  <a:pt x="6514" y="11841"/>
                  <a:pt x="10800" y="11841"/>
                </a:cubicBezTo>
                <a:close/>
                <a:moveTo>
                  <a:pt x="10800" y="11260"/>
                </a:moveTo>
                <a:cubicBezTo>
                  <a:pt x="5904" y="11260"/>
                  <a:pt x="1936" y="13347"/>
                  <a:pt x="1936" y="15921"/>
                </a:cubicBezTo>
                <a:cubicBezTo>
                  <a:pt x="1936" y="18495"/>
                  <a:pt x="5904" y="20582"/>
                  <a:pt x="10800" y="20582"/>
                </a:cubicBezTo>
                <a:cubicBezTo>
                  <a:pt x="15695" y="20582"/>
                  <a:pt x="19664" y="18495"/>
                  <a:pt x="19664" y="15921"/>
                </a:cubicBezTo>
                <a:cubicBezTo>
                  <a:pt x="19664" y="13347"/>
                  <a:pt x="15695" y="11260"/>
                  <a:pt x="10800" y="11260"/>
                </a:cubicBezTo>
                <a:close/>
                <a:moveTo>
                  <a:pt x="10800" y="10242"/>
                </a:moveTo>
                <a:cubicBezTo>
                  <a:pt x="16765" y="10242"/>
                  <a:pt x="21600" y="12785"/>
                  <a:pt x="21600" y="15921"/>
                </a:cubicBezTo>
                <a:cubicBezTo>
                  <a:pt x="21600" y="19057"/>
                  <a:pt x="16765" y="21600"/>
                  <a:pt x="10800" y="21600"/>
                </a:cubicBezTo>
                <a:cubicBezTo>
                  <a:pt x="4835" y="21600"/>
                  <a:pt x="0" y="19057"/>
                  <a:pt x="0" y="15921"/>
                </a:cubicBezTo>
                <a:cubicBezTo>
                  <a:pt x="0" y="12785"/>
                  <a:pt x="4835" y="10242"/>
                  <a:pt x="10800" y="10242"/>
                </a:cubicBezTo>
                <a:close/>
                <a:moveTo>
                  <a:pt x="14873" y="0"/>
                </a:moveTo>
                <a:lnTo>
                  <a:pt x="17543" y="0"/>
                </a:lnTo>
                <a:lnTo>
                  <a:pt x="17543" y="6363"/>
                </a:lnTo>
                <a:lnTo>
                  <a:pt x="14873" y="7918"/>
                </a:lnTo>
                <a:close/>
                <a:moveTo>
                  <a:pt x="7854" y="0"/>
                </a:moveTo>
                <a:lnTo>
                  <a:pt x="13942" y="0"/>
                </a:lnTo>
                <a:lnTo>
                  <a:pt x="13942" y="8436"/>
                </a:lnTo>
                <a:lnTo>
                  <a:pt x="10898" y="10218"/>
                </a:lnTo>
                <a:lnTo>
                  <a:pt x="7854" y="8436"/>
                </a:lnTo>
                <a:close/>
                <a:moveTo>
                  <a:pt x="4254" y="0"/>
                </a:moveTo>
                <a:lnTo>
                  <a:pt x="6923" y="0"/>
                </a:lnTo>
                <a:lnTo>
                  <a:pt x="6923" y="7774"/>
                </a:lnTo>
                <a:lnTo>
                  <a:pt x="4254" y="6183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6" name="Shape 854"/>
          <p:cNvSpPr/>
          <p:nvPr/>
        </p:nvSpPr>
        <p:spPr>
          <a:xfrm rot="16200000">
            <a:off x="6526714" y="2741871"/>
            <a:ext cx="408902" cy="442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81" y="4319"/>
                </a:moveTo>
                <a:lnTo>
                  <a:pt x="4803" y="10800"/>
                </a:lnTo>
                <a:lnTo>
                  <a:pt x="9381" y="17281"/>
                </a:lnTo>
                <a:lnTo>
                  <a:pt x="4578" y="17281"/>
                </a:lnTo>
                <a:lnTo>
                  <a:pt x="0" y="10800"/>
                </a:lnTo>
                <a:lnTo>
                  <a:pt x="4578" y="4319"/>
                </a:lnTo>
                <a:close/>
                <a:moveTo>
                  <a:pt x="21600" y="10800"/>
                </a:moveTo>
                <a:lnTo>
                  <a:pt x="13805" y="21600"/>
                </a:lnTo>
                <a:lnTo>
                  <a:pt x="12861" y="20292"/>
                </a:lnTo>
                <a:lnTo>
                  <a:pt x="8011" y="20292"/>
                </a:lnTo>
                <a:cubicBezTo>
                  <a:pt x="7859" y="20644"/>
                  <a:pt x="7486" y="20892"/>
                  <a:pt x="7050" y="20892"/>
                </a:cubicBezTo>
                <a:cubicBezTo>
                  <a:pt x="6667" y="20892"/>
                  <a:pt x="6332" y="20700"/>
                  <a:pt x="6167" y="20407"/>
                </a:cubicBezTo>
                <a:lnTo>
                  <a:pt x="2182" y="21132"/>
                </a:lnTo>
                <a:lnTo>
                  <a:pt x="2182" y="18731"/>
                </a:lnTo>
                <a:lnTo>
                  <a:pt x="6167" y="19456"/>
                </a:lnTo>
                <a:cubicBezTo>
                  <a:pt x="6332" y="19163"/>
                  <a:pt x="6667" y="18971"/>
                  <a:pt x="7050" y="18971"/>
                </a:cubicBezTo>
                <a:cubicBezTo>
                  <a:pt x="7486" y="18971"/>
                  <a:pt x="7859" y="19219"/>
                  <a:pt x="8011" y="19571"/>
                </a:cubicBezTo>
                <a:lnTo>
                  <a:pt x="12341" y="19571"/>
                </a:lnTo>
                <a:lnTo>
                  <a:pt x="6011" y="10800"/>
                </a:lnTo>
                <a:lnTo>
                  <a:pt x="13805" y="0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7" name="Shape 855"/>
          <p:cNvSpPr/>
          <p:nvPr/>
        </p:nvSpPr>
        <p:spPr>
          <a:xfrm rot="10800000">
            <a:off x="7055425" y="2058136"/>
            <a:ext cx="264060" cy="298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95" y="14748"/>
                </a:moveTo>
                <a:cubicBezTo>
                  <a:pt x="4968" y="14748"/>
                  <a:pt x="5270" y="14480"/>
                  <a:pt x="5270" y="14150"/>
                </a:cubicBezTo>
                <a:lnTo>
                  <a:pt x="5270" y="2914"/>
                </a:lnTo>
                <a:cubicBezTo>
                  <a:pt x="5270" y="2584"/>
                  <a:pt x="4968" y="2316"/>
                  <a:pt x="4595" y="2316"/>
                </a:cubicBezTo>
                <a:cubicBezTo>
                  <a:pt x="4222" y="2316"/>
                  <a:pt x="3920" y="2584"/>
                  <a:pt x="3920" y="2914"/>
                </a:cubicBezTo>
                <a:lnTo>
                  <a:pt x="3920" y="14150"/>
                </a:lnTo>
                <a:cubicBezTo>
                  <a:pt x="3920" y="14480"/>
                  <a:pt x="4222" y="14748"/>
                  <a:pt x="4595" y="14748"/>
                </a:cubicBezTo>
                <a:close/>
                <a:moveTo>
                  <a:pt x="8915" y="14748"/>
                </a:moveTo>
                <a:cubicBezTo>
                  <a:pt x="9288" y="14748"/>
                  <a:pt x="9590" y="14480"/>
                  <a:pt x="9590" y="14150"/>
                </a:cubicBezTo>
                <a:lnTo>
                  <a:pt x="9590" y="2914"/>
                </a:lnTo>
                <a:cubicBezTo>
                  <a:pt x="9590" y="2584"/>
                  <a:pt x="9288" y="2316"/>
                  <a:pt x="8915" y="2316"/>
                </a:cubicBezTo>
                <a:cubicBezTo>
                  <a:pt x="8542" y="2316"/>
                  <a:pt x="8240" y="2584"/>
                  <a:pt x="8240" y="2914"/>
                </a:cubicBezTo>
                <a:lnTo>
                  <a:pt x="8240" y="14150"/>
                </a:lnTo>
                <a:cubicBezTo>
                  <a:pt x="8240" y="14480"/>
                  <a:pt x="8542" y="14748"/>
                  <a:pt x="8915" y="14748"/>
                </a:cubicBezTo>
                <a:close/>
                <a:moveTo>
                  <a:pt x="13235" y="14748"/>
                </a:moveTo>
                <a:cubicBezTo>
                  <a:pt x="13608" y="14748"/>
                  <a:pt x="13910" y="14480"/>
                  <a:pt x="13910" y="14150"/>
                </a:cubicBezTo>
                <a:lnTo>
                  <a:pt x="13910" y="2914"/>
                </a:lnTo>
                <a:cubicBezTo>
                  <a:pt x="13910" y="2584"/>
                  <a:pt x="13608" y="2316"/>
                  <a:pt x="13235" y="2316"/>
                </a:cubicBezTo>
                <a:cubicBezTo>
                  <a:pt x="12862" y="2316"/>
                  <a:pt x="12560" y="2584"/>
                  <a:pt x="12560" y="2914"/>
                </a:cubicBezTo>
                <a:lnTo>
                  <a:pt x="12560" y="14150"/>
                </a:lnTo>
                <a:cubicBezTo>
                  <a:pt x="12560" y="14480"/>
                  <a:pt x="12862" y="14748"/>
                  <a:pt x="13235" y="14748"/>
                </a:cubicBezTo>
                <a:close/>
                <a:moveTo>
                  <a:pt x="17555" y="14748"/>
                </a:moveTo>
                <a:cubicBezTo>
                  <a:pt x="17928" y="14748"/>
                  <a:pt x="18230" y="14480"/>
                  <a:pt x="18230" y="14150"/>
                </a:cubicBezTo>
                <a:lnTo>
                  <a:pt x="18230" y="2914"/>
                </a:lnTo>
                <a:cubicBezTo>
                  <a:pt x="18230" y="2584"/>
                  <a:pt x="17928" y="2316"/>
                  <a:pt x="17555" y="2316"/>
                </a:cubicBezTo>
                <a:cubicBezTo>
                  <a:pt x="17182" y="2316"/>
                  <a:pt x="16880" y="2584"/>
                  <a:pt x="16880" y="2914"/>
                </a:cubicBezTo>
                <a:lnTo>
                  <a:pt x="16880" y="14150"/>
                </a:lnTo>
                <a:cubicBezTo>
                  <a:pt x="16880" y="14480"/>
                  <a:pt x="17182" y="14748"/>
                  <a:pt x="17555" y="14748"/>
                </a:cubicBezTo>
                <a:close/>
                <a:moveTo>
                  <a:pt x="20879" y="16734"/>
                </a:moveTo>
                <a:lnTo>
                  <a:pt x="721" y="16734"/>
                </a:lnTo>
                <a:lnTo>
                  <a:pt x="721" y="2789"/>
                </a:lnTo>
                <a:cubicBezTo>
                  <a:pt x="721" y="1249"/>
                  <a:pt x="2131" y="0"/>
                  <a:pt x="3871" y="0"/>
                </a:cubicBezTo>
                <a:lnTo>
                  <a:pt x="17729" y="0"/>
                </a:lnTo>
                <a:cubicBezTo>
                  <a:pt x="19469" y="0"/>
                  <a:pt x="20879" y="1249"/>
                  <a:pt x="20879" y="2789"/>
                </a:cubicBezTo>
                <a:close/>
                <a:moveTo>
                  <a:pt x="12658" y="21600"/>
                </a:moveTo>
                <a:lnTo>
                  <a:pt x="8941" y="21600"/>
                </a:lnTo>
                <a:cubicBezTo>
                  <a:pt x="8468" y="21600"/>
                  <a:pt x="8084" y="21260"/>
                  <a:pt x="8084" y="20841"/>
                </a:cubicBezTo>
                <a:lnTo>
                  <a:pt x="8084" y="20082"/>
                </a:lnTo>
                <a:lnTo>
                  <a:pt x="450" y="20082"/>
                </a:lnTo>
                <a:cubicBezTo>
                  <a:pt x="201" y="20082"/>
                  <a:pt x="0" y="19903"/>
                  <a:pt x="0" y="19683"/>
                </a:cubicBezTo>
                <a:lnTo>
                  <a:pt x="0" y="18089"/>
                </a:lnTo>
                <a:cubicBezTo>
                  <a:pt x="0" y="17869"/>
                  <a:pt x="201" y="17691"/>
                  <a:pt x="450" y="17691"/>
                </a:cubicBezTo>
                <a:lnTo>
                  <a:pt x="21150" y="17691"/>
                </a:lnTo>
                <a:cubicBezTo>
                  <a:pt x="21398" y="17691"/>
                  <a:pt x="21600" y="17869"/>
                  <a:pt x="21600" y="18089"/>
                </a:cubicBezTo>
                <a:lnTo>
                  <a:pt x="21600" y="19683"/>
                </a:lnTo>
                <a:cubicBezTo>
                  <a:pt x="21600" y="19903"/>
                  <a:pt x="21398" y="20082"/>
                  <a:pt x="21150" y="20082"/>
                </a:cubicBezTo>
                <a:lnTo>
                  <a:pt x="13515" y="20082"/>
                </a:lnTo>
                <a:lnTo>
                  <a:pt x="13515" y="20841"/>
                </a:lnTo>
                <a:cubicBezTo>
                  <a:pt x="13515" y="21260"/>
                  <a:pt x="13132" y="21600"/>
                  <a:pt x="12658" y="2160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8" name="Shape 856"/>
          <p:cNvSpPr/>
          <p:nvPr/>
        </p:nvSpPr>
        <p:spPr>
          <a:xfrm>
            <a:off x="5454589" y="2770648"/>
            <a:ext cx="322666" cy="3850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72" h="20650" extrusionOk="0">
                <a:moveTo>
                  <a:pt x="15328" y="6024"/>
                </a:moveTo>
                <a:lnTo>
                  <a:pt x="14742" y="6678"/>
                </a:lnTo>
                <a:cubicBezTo>
                  <a:pt x="16561" y="7877"/>
                  <a:pt x="17619" y="9739"/>
                  <a:pt x="17600" y="11707"/>
                </a:cubicBezTo>
                <a:lnTo>
                  <a:pt x="18562" y="11714"/>
                </a:lnTo>
                <a:cubicBezTo>
                  <a:pt x="18583" y="9487"/>
                  <a:pt x="17385" y="7381"/>
                  <a:pt x="15328" y="6024"/>
                </a:cubicBezTo>
                <a:close/>
                <a:moveTo>
                  <a:pt x="8161" y="1918"/>
                </a:moveTo>
                <a:cubicBezTo>
                  <a:pt x="9177" y="2186"/>
                  <a:pt x="8948" y="2038"/>
                  <a:pt x="9464" y="2260"/>
                </a:cubicBezTo>
                <a:cubicBezTo>
                  <a:pt x="10072" y="3071"/>
                  <a:pt x="10322" y="4100"/>
                  <a:pt x="10277" y="5031"/>
                </a:cubicBezTo>
                <a:cubicBezTo>
                  <a:pt x="11253" y="4967"/>
                  <a:pt x="11038" y="4233"/>
                  <a:pt x="14611" y="4587"/>
                </a:cubicBezTo>
                <a:cubicBezTo>
                  <a:pt x="17861" y="4937"/>
                  <a:pt x="20173" y="8181"/>
                  <a:pt x="20173" y="13002"/>
                </a:cubicBezTo>
                <a:cubicBezTo>
                  <a:pt x="20173" y="17823"/>
                  <a:pt x="17674" y="21597"/>
                  <a:pt x="9431" y="20439"/>
                </a:cubicBezTo>
                <a:cubicBezTo>
                  <a:pt x="2115" y="21378"/>
                  <a:pt x="793" y="16868"/>
                  <a:pt x="196" y="14214"/>
                </a:cubicBezTo>
                <a:cubicBezTo>
                  <a:pt x="-401" y="11560"/>
                  <a:pt x="76" y="6276"/>
                  <a:pt x="5847" y="4513"/>
                </a:cubicBezTo>
                <a:cubicBezTo>
                  <a:pt x="8099" y="3985"/>
                  <a:pt x="8674" y="4697"/>
                  <a:pt x="9648" y="4956"/>
                </a:cubicBezTo>
                <a:cubicBezTo>
                  <a:pt x="9385" y="3873"/>
                  <a:pt x="9008" y="3123"/>
                  <a:pt x="8161" y="1918"/>
                </a:cubicBezTo>
                <a:close/>
                <a:moveTo>
                  <a:pt x="15228" y="0"/>
                </a:moveTo>
                <a:cubicBezTo>
                  <a:pt x="16549" y="10"/>
                  <a:pt x="17956" y="242"/>
                  <a:pt x="18646" y="411"/>
                </a:cubicBezTo>
                <a:cubicBezTo>
                  <a:pt x="21199" y="1184"/>
                  <a:pt x="18415" y="1455"/>
                  <a:pt x="17608" y="2351"/>
                </a:cubicBezTo>
                <a:cubicBezTo>
                  <a:pt x="16802" y="3248"/>
                  <a:pt x="15903" y="4149"/>
                  <a:pt x="14045" y="4149"/>
                </a:cubicBezTo>
                <a:lnTo>
                  <a:pt x="10521" y="4184"/>
                </a:lnTo>
                <a:lnTo>
                  <a:pt x="10680" y="2181"/>
                </a:lnTo>
                <a:cubicBezTo>
                  <a:pt x="11118" y="785"/>
                  <a:pt x="12398" y="301"/>
                  <a:pt x="13965" y="75"/>
                </a:cubicBezTo>
                <a:cubicBezTo>
                  <a:pt x="14357" y="18"/>
                  <a:pt x="14788" y="-3"/>
                  <a:pt x="15228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19" name="Shape 857"/>
          <p:cNvSpPr/>
          <p:nvPr/>
        </p:nvSpPr>
        <p:spPr>
          <a:xfrm>
            <a:off x="3674423" y="1332149"/>
            <a:ext cx="408032" cy="3737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15" h="20938" extrusionOk="0">
                <a:moveTo>
                  <a:pt x="2197" y="17989"/>
                </a:moveTo>
                <a:cubicBezTo>
                  <a:pt x="1812" y="17989"/>
                  <a:pt x="1500" y="18333"/>
                  <a:pt x="1500" y="18758"/>
                </a:cubicBezTo>
                <a:cubicBezTo>
                  <a:pt x="1500" y="19182"/>
                  <a:pt x="1812" y="19527"/>
                  <a:pt x="2197" y="19527"/>
                </a:cubicBezTo>
                <a:cubicBezTo>
                  <a:pt x="2582" y="19527"/>
                  <a:pt x="2894" y="19182"/>
                  <a:pt x="2894" y="18758"/>
                </a:cubicBezTo>
                <a:cubicBezTo>
                  <a:pt x="2894" y="18333"/>
                  <a:pt x="2582" y="17989"/>
                  <a:pt x="2197" y="17989"/>
                </a:cubicBezTo>
                <a:close/>
                <a:moveTo>
                  <a:pt x="11753" y="1"/>
                </a:moveTo>
                <a:cubicBezTo>
                  <a:pt x="12389" y="-35"/>
                  <a:pt x="13236" y="850"/>
                  <a:pt x="13565" y="1985"/>
                </a:cubicBezTo>
                <a:cubicBezTo>
                  <a:pt x="14146" y="4625"/>
                  <a:pt x="10162" y="8639"/>
                  <a:pt x="12942" y="8807"/>
                </a:cubicBezTo>
                <a:cubicBezTo>
                  <a:pt x="14906" y="8593"/>
                  <a:pt x="15957" y="8379"/>
                  <a:pt x="18087" y="8303"/>
                </a:cubicBezTo>
                <a:cubicBezTo>
                  <a:pt x="20023" y="8333"/>
                  <a:pt x="20342" y="9692"/>
                  <a:pt x="19373" y="11141"/>
                </a:cubicBezTo>
                <a:cubicBezTo>
                  <a:pt x="20590" y="11218"/>
                  <a:pt x="21600" y="13309"/>
                  <a:pt x="19498" y="14163"/>
                </a:cubicBezTo>
                <a:cubicBezTo>
                  <a:pt x="21503" y="15537"/>
                  <a:pt x="20355" y="17277"/>
                  <a:pt x="19207" y="17597"/>
                </a:cubicBezTo>
                <a:cubicBezTo>
                  <a:pt x="20175" y="18559"/>
                  <a:pt x="20065" y="19291"/>
                  <a:pt x="19083" y="19886"/>
                </a:cubicBezTo>
                <a:cubicBezTo>
                  <a:pt x="16905" y="20878"/>
                  <a:pt x="11276" y="21565"/>
                  <a:pt x="8088" y="20069"/>
                </a:cubicBezTo>
                <a:cubicBezTo>
                  <a:pt x="6574" y="19497"/>
                  <a:pt x="5607" y="18898"/>
                  <a:pt x="4520" y="18856"/>
                </a:cubicBezTo>
                <a:lnTo>
                  <a:pt x="4520" y="19908"/>
                </a:lnTo>
                <a:cubicBezTo>
                  <a:pt x="4520" y="20367"/>
                  <a:pt x="4183" y="20739"/>
                  <a:pt x="3767" y="20739"/>
                </a:cubicBezTo>
                <a:lnTo>
                  <a:pt x="0" y="20739"/>
                </a:lnTo>
                <a:lnTo>
                  <a:pt x="0" y="9973"/>
                </a:lnTo>
                <a:lnTo>
                  <a:pt x="3767" y="9973"/>
                </a:lnTo>
                <a:cubicBezTo>
                  <a:pt x="4183" y="9973"/>
                  <a:pt x="4520" y="10346"/>
                  <a:pt x="4520" y="10805"/>
                </a:cubicBezTo>
                <a:lnTo>
                  <a:pt x="4520" y="11190"/>
                </a:lnTo>
                <a:cubicBezTo>
                  <a:pt x="4655" y="11166"/>
                  <a:pt x="4816" y="11104"/>
                  <a:pt x="5059" y="10958"/>
                </a:cubicBezTo>
                <a:cubicBezTo>
                  <a:pt x="5363" y="10119"/>
                  <a:pt x="5744" y="9425"/>
                  <a:pt x="6677" y="8486"/>
                </a:cubicBezTo>
                <a:cubicBezTo>
                  <a:pt x="8116" y="6059"/>
                  <a:pt x="10508" y="4823"/>
                  <a:pt x="10992" y="1206"/>
                </a:cubicBezTo>
                <a:cubicBezTo>
                  <a:pt x="11065" y="376"/>
                  <a:pt x="11371" y="23"/>
                  <a:pt x="11753" y="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0" name="Shape 858"/>
          <p:cNvSpPr/>
          <p:nvPr/>
        </p:nvSpPr>
        <p:spPr>
          <a:xfrm>
            <a:off x="6524893" y="2039053"/>
            <a:ext cx="254161" cy="3363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87" y="17841"/>
                </a:moveTo>
                <a:cubicBezTo>
                  <a:pt x="11714" y="17841"/>
                  <a:pt x="11493" y="18008"/>
                  <a:pt x="11493" y="18214"/>
                </a:cubicBezTo>
                <a:lnTo>
                  <a:pt x="11493" y="19707"/>
                </a:lnTo>
                <a:cubicBezTo>
                  <a:pt x="11493" y="19913"/>
                  <a:pt x="11714" y="20080"/>
                  <a:pt x="11987" y="20080"/>
                </a:cubicBezTo>
                <a:lnTo>
                  <a:pt x="13963" y="20080"/>
                </a:lnTo>
                <a:cubicBezTo>
                  <a:pt x="14236" y="20080"/>
                  <a:pt x="14457" y="19913"/>
                  <a:pt x="14457" y="19707"/>
                </a:cubicBezTo>
                <a:lnTo>
                  <a:pt x="14457" y="18214"/>
                </a:lnTo>
                <a:cubicBezTo>
                  <a:pt x="14457" y="18008"/>
                  <a:pt x="14236" y="17841"/>
                  <a:pt x="13963" y="17841"/>
                </a:cubicBezTo>
                <a:close/>
                <a:moveTo>
                  <a:pt x="7385" y="17841"/>
                </a:moveTo>
                <a:cubicBezTo>
                  <a:pt x="7112" y="17841"/>
                  <a:pt x="6891" y="18008"/>
                  <a:pt x="6891" y="18214"/>
                </a:cubicBezTo>
                <a:lnTo>
                  <a:pt x="6891" y="19707"/>
                </a:lnTo>
                <a:cubicBezTo>
                  <a:pt x="6891" y="19913"/>
                  <a:pt x="7112" y="20080"/>
                  <a:pt x="7385" y="20080"/>
                </a:cubicBezTo>
                <a:lnTo>
                  <a:pt x="9361" y="20080"/>
                </a:lnTo>
                <a:cubicBezTo>
                  <a:pt x="9634" y="20080"/>
                  <a:pt x="9855" y="19913"/>
                  <a:pt x="9855" y="19707"/>
                </a:cubicBezTo>
                <a:lnTo>
                  <a:pt x="9855" y="18214"/>
                </a:lnTo>
                <a:cubicBezTo>
                  <a:pt x="9855" y="18008"/>
                  <a:pt x="9634" y="17841"/>
                  <a:pt x="9361" y="17841"/>
                </a:cubicBezTo>
                <a:close/>
                <a:moveTo>
                  <a:pt x="2783" y="17841"/>
                </a:moveTo>
                <a:cubicBezTo>
                  <a:pt x="2510" y="17841"/>
                  <a:pt x="2289" y="18008"/>
                  <a:pt x="2289" y="18214"/>
                </a:cubicBezTo>
                <a:lnTo>
                  <a:pt x="2289" y="19707"/>
                </a:lnTo>
                <a:cubicBezTo>
                  <a:pt x="2289" y="19913"/>
                  <a:pt x="2510" y="20080"/>
                  <a:pt x="2783" y="20080"/>
                </a:cubicBezTo>
                <a:lnTo>
                  <a:pt x="4759" y="20080"/>
                </a:lnTo>
                <a:cubicBezTo>
                  <a:pt x="5032" y="20080"/>
                  <a:pt x="5253" y="19913"/>
                  <a:pt x="5253" y="19707"/>
                </a:cubicBezTo>
                <a:lnTo>
                  <a:pt x="5253" y="18214"/>
                </a:lnTo>
                <a:cubicBezTo>
                  <a:pt x="5253" y="18008"/>
                  <a:pt x="5032" y="17841"/>
                  <a:pt x="4759" y="17841"/>
                </a:cubicBezTo>
                <a:close/>
                <a:moveTo>
                  <a:pt x="16589" y="14532"/>
                </a:moveTo>
                <a:cubicBezTo>
                  <a:pt x="16316" y="14532"/>
                  <a:pt x="16095" y="14699"/>
                  <a:pt x="16095" y="14905"/>
                </a:cubicBezTo>
                <a:lnTo>
                  <a:pt x="16095" y="19707"/>
                </a:lnTo>
                <a:cubicBezTo>
                  <a:pt x="16095" y="19913"/>
                  <a:pt x="16316" y="20080"/>
                  <a:pt x="16589" y="20080"/>
                </a:cubicBezTo>
                <a:lnTo>
                  <a:pt x="18565" y="20080"/>
                </a:lnTo>
                <a:cubicBezTo>
                  <a:pt x="18838" y="20080"/>
                  <a:pt x="19059" y="19913"/>
                  <a:pt x="19059" y="19707"/>
                </a:cubicBezTo>
                <a:lnTo>
                  <a:pt x="19059" y="14905"/>
                </a:lnTo>
                <a:cubicBezTo>
                  <a:pt x="19059" y="14699"/>
                  <a:pt x="18838" y="14532"/>
                  <a:pt x="18565" y="14532"/>
                </a:cubicBezTo>
                <a:close/>
                <a:moveTo>
                  <a:pt x="11987" y="14532"/>
                </a:moveTo>
                <a:cubicBezTo>
                  <a:pt x="11714" y="14532"/>
                  <a:pt x="11493" y="14699"/>
                  <a:pt x="11493" y="14905"/>
                </a:cubicBezTo>
                <a:lnTo>
                  <a:pt x="11493" y="16399"/>
                </a:lnTo>
                <a:cubicBezTo>
                  <a:pt x="11493" y="16605"/>
                  <a:pt x="11714" y="16772"/>
                  <a:pt x="11987" y="16772"/>
                </a:cubicBezTo>
                <a:lnTo>
                  <a:pt x="13963" y="16772"/>
                </a:lnTo>
                <a:cubicBezTo>
                  <a:pt x="14236" y="16772"/>
                  <a:pt x="14457" y="16605"/>
                  <a:pt x="14457" y="16399"/>
                </a:cubicBezTo>
                <a:lnTo>
                  <a:pt x="14457" y="14905"/>
                </a:lnTo>
                <a:cubicBezTo>
                  <a:pt x="14457" y="14699"/>
                  <a:pt x="14236" y="14532"/>
                  <a:pt x="13963" y="14532"/>
                </a:cubicBezTo>
                <a:close/>
                <a:moveTo>
                  <a:pt x="7385" y="14532"/>
                </a:moveTo>
                <a:cubicBezTo>
                  <a:pt x="7112" y="14532"/>
                  <a:pt x="6891" y="14699"/>
                  <a:pt x="6891" y="14905"/>
                </a:cubicBezTo>
                <a:lnTo>
                  <a:pt x="6891" y="16399"/>
                </a:lnTo>
                <a:cubicBezTo>
                  <a:pt x="6891" y="16605"/>
                  <a:pt x="7112" y="16772"/>
                  <a:pt x="7385" y="16772"/>
                </a:cubicBezTo>
                <a:lnTo>
                  <a:pt x="9361" y="16772"/>
                </a:lnTo>
                <a:cubicBezTo>
                  <a:pt x="9634" y="16772"/>
                  <a:pt x="9855" y="16605"/>
                  <a:pt x="9855" y="16399"/>
                </a:cubicBezTo>
                <a:lnTo>
                  <a:pt x="9855" y="14905"/>
                </a:lnTo>
                <a:cubicBezTo>
                  <a:pt x="9855" y="14699"/>
                  <a:pt x="9634" y="14532"/>
                  <a:pt x="9361" y="14532"/>
                </a:cubicBezTo>
                <a:close/>
                <a:moveTo>
                  <a:pt x="2783" y="14532"/>
                </a:moveTo>
                <a:cubicBezTo>
                  <a:pt x="2510" y="14532"/>
                  <a:pt x="2289" y="14699"/>
                  <a:pt x="2289" y="14905"/>
                </a:cubicBezTo>
                <a:lnTo>
                  <a:pt x="2289" y="16399"/>
                </a:lnTo>
                <a:cubicBezTo>
                  <a:pt x="2289" y="16605"/>
                  <a:pt x="2510" y="16772"/>
                  <a:pt x="2783" y="16772"/>
                </a:cubicBezTo>
                <a:lnTo>
                  <a:pt x="4759" y="16772"/>
                </a:lnTo>
                <a:cubicBezTo>
                  <a:pt x="5032" y="16772"/>
                  <a:pt x="5253" y="16605"/>
                  <a:pt x="5253" y="16399"/>
                </a:cubicBezTo>
                <a:lnTo>
                  <a:pt x="5253" y="14905"/>
                </a:lnTo>
                <a:cubicBezTo>
                  <a:pt x="5253" y="14699"/>
                  <a:pt x="5032" y="14532"/>
                  <a:pt x="4759" y="14532"/>
                </a:cubicBezTo>
                <a:close/>
                <a:moveTo>
                  <a:pt x="16589" y="11223"/>
                </a:moveTo>
                <a:cubicBezTo>
                  <a:pt x="16316" y="11223"/>
                  <a:pt x="16095" y="11390"/>
                  <a:pt x="16095" y="11597"/>
                </a:cubicBezTo>
                <a:lnTo>
                  <a:pt x="16095" y="13090"/>
                </a:lnTo>
                <a:cubicBezTo>
                  <a:pt x="16095" y="13296"/>
                  <a:pt x="16316" y="13463"/>
                  <a:pt x="16589" y="13463"/>
                </a:cubicBezTo>
                <a:lnTo>
                  <a:pt x="18565" y="13463"/>
                </a:lnTo>
                <a:cubicBezTo>
                  <a:pt x="18838" y="13463"/>
                  <a:pt x="19059" y="13296"/>
                  <a:pt x="19059" y="13090"/>
                </a:cubicBezTo>
                <a:lnTo>
                  <a:pt x="19059" y="11597"/>
                </a:lnTo>
                <a:cubicBezTo>
                  <a:pt x="19059" y="11390"/>
                  <a:pt x="18838" y="11223"/>
                  <a:pt x="18565" y="11223"/>
                </a:cubicBezTo>
                <a:close/>
                <a:moveTo>
                  <a:pt x="11987" y="11223"/>
                </a:moveTo>
                <a:cubicBezTo>
                  <a:pt x="11714" y="11223"/>
                  <a:pt x="11493" y="11390"/>
                  <a:pt x="11493" y="11597"/>
                </a:cubicBezTo>
                <a:lnTo>
                  <a:pt x="11493" y="13090"/>
                </a:lnTo>
                <a:cubicBezTo>
                  <a:pt x="11493" y="13296"/>
                  <a:pt x="11714" y="13463"/>
                  <a:pt x="11987" y="13463"/>
                </a:cubicBezTo>
                <a:lnTo>
                  <a:pt x="13963" y="13463"/>
                </a:lnTo>
                <a:cubicBezTo>
                  <a:pt x="14236" y="13463"/>
                  <a:pt x="14457" y="13296"/>
                  <a:pt x="14457" y="13090"/>
                </a:cubicBezTo>
                <a:lnTo>
                  <a:pt x="14457" y="11597"/>
                </a:lnTo>
                <a:cubicBezTo>
                  <a:pt x="14457" y="11390"/>
                  <a:pt x="14236" y="11223"/>
                  <a:pt x="13963" y="11223"/>
                </a:cubicBezTo>
                <a:close/>
                <a:moveTo>
                  <a:pt x="7385" y="11223"/>
                </a:moveTo>
                <a:cubicBezTo>
                  <a:pt x="7112" y="11223"/>
                  <a:pt x="6891" y="11390"/>
                  <a:pt x="6891" y="11597"/>
                </a:cubicBezTo>
                <a:lnTo>
                  <a:pt x="6891" y="13090"/>
                </a:lnTo>
                <a:cubicBezTo>
                  <a:pt x="6891" y="13296"/>
                  <a:pt x="7112" y="13463"/>
                  <a:pt x="7385" y="13463"/>
                </a:cubicBezTo>
                <a:lnTo>
                  <a:pt x="9361" y="13463"/>
                </a:lnTo>
                <a:cubicBezTo>
                  <a:pt x="9634" y="13463"/>
                  <a:pt x="9855" y="13296"/>
                  <a:pt x="9855" y="13090"/>
                </a:cubicBezTo>
                <a:lnTo>
                  <a:pt x="9855" y="11597"/>
                </a:lnTo>
                <a:cubicBezTo>
                  <a:pt x="9855" y="11390"/>
                  <a:pt x="9634" y="11223"/>
                  <a:pt x="9361" y="11223"/>
                </a:cubicBezTo>
                <a:close/>
                <a:moveTo>
                  <a:pt x="2783" y="11223"/>
                </a:moveTo>
                <a:cubicBezTo>
                  <a:pt x="2510" y="11223"/>
                  <a:pt x="2289" y="11390"/>
                  <a:pt x="2289" y="11597"/>
                </a:cubicBezTo>
                <a:lnTo>
                  <a:pt x="2289" y="13090"/>
                </a:lnTo>
                <a:cubicBezTo>
                  <a:pt x="2289" y="13296"/>
                  <a:pt x="2510" y="13463"/>
                  <a:pt x="2783" y="13463"/>
                </a:cubicBezTo>
                <a:lnTo>
                  <a:pt x="4759" y="13463"/>
                </a:lnTo>
                <a:cubicBezTo>
                  <a:pt x="5032" y="13463"/>
                  <a:pt x="5253" y="13296"/>
                  <a:pt x="5253" y="13090"/>
                </a:cubicBezTo>
                <a:lnTo>
                  <a:pt x="5253" y="11597"/>
                </a:lnTo>
                <a:cubicBezTo>
                  <a:pt x="5253" y="11390"/>
                  <a:pt x="5032" y="11223"/>
                  <a:pt x="4759" y="11223"/>
                </a:cubicBezTo>
                <a:close/>
                <a:moveTo>
                  <a:pt x="16589" y="7915"/>
                </a:moveTo>
                <a:cubicBezTo>
                  <a:pt x="16316" y="7915"/>
                  <a:pt x="16095" y="8082"/>
                  <a:pt x="16095" y="8288"/>
                </a:cubicBezTo>
                <a:lnTo>
                  <a:pt x="16095" y="9781"/>
                </a:lnTo>
                <a:cubicBezTo>
                  <a:pt x="16095" y="9987"/>
                  <a:pt x="16316" y="10154"/>
                  <a:pt x="16589" y="10154"/>
                </a:cubicBezTo>
                <a:lnTo>
                  <a:pt x="18565" y="10154"/>
                </a:lnTo>
                <a:cubicBezTo>
                  <a:pt x="18838" y="10154"/>
                  <a:pt x="19059" y="9987"/>
                  <a:pt x="19059" y="9781"/>
                </a:cubicBezTo>
                <a:lnTo>
                  <a:pt x="19059" y="8288"/>
                </a:lnTo>
                <a:cubicBezTo>
                  <a:pt x="19059" y="8082"/>
                  <a:pt x="18838" y="7915"/>
                  <a:pt x="18565" y="7915"/>
                </a:cubicBezTo>
                <a:close/>
                <a:moveTo>
                  <a:pt x="11987" y="7915"/>
                </a:moveTo>
                <a:cubicBezTo>
                  <a:pt x="11714" y="7915"/>
                  <a:pt x="11493" y="8082"/>
                  <a:pt x="11493" y="8288"/>
                </a:cubicBezTo>
                <a:lnTo>
                  <a:pt x="11493" y="9781"/>
                </a:lnTo>
                <a:cubicBezTo>
                  <a:pt x="11493" y="9987"/>
                  <a:pt x="11714" y="10154"/>
                  <a:pt x="11987" y="10154"/>
                </a:cubicBezTo>
                <a:lnTo>
                  <a:pt x="13963" y="10154"/>
                </a:lnTo>
                <a:cubicBezTo>
                  <a:pt x="14236" y="10154"/>
                  <a:pt x="14457" y="9987"/>
                  <a:pt x="14457" y="9781"/>
                </a:cubicBezTo>
                <a:lnTo>
                  <a:pt x="14457" y="8288"/>
                </a:lnTo>
                <a:cubicBezTo>
                  <a:pt x="14457" y="8082"/>
                  <a:pt x="14236" y="7915"/>
                  <a:pt x="13963" y="7915"/>
                </a:cubicBezTo>
                <a:close/>
                <a:moveTo>
                  <a:pt x="7385" y="7915"/>
                </a:moveTo>
                <a:cubicBezTo>
                  <a:pt x="7112" y="7915"/>
                  <a:pt x="6891" y="8082"/>
                  <a:pt x="6891" y="8288"/>
                </a:cubicBezTo>
                <a:lnTo>
                  <a:pt x="6891" y="9781"/>
                </a:lnTo>
                <a:cubicBezTo>
                  <a:pt x="6891" y="9987"/>
                  <a:pt x="7112" y="10154"/>
                  <a:pt x="7385" y="10154"/>
                </a:cubicBezTo>
                <a:lnTo>
                  <a:pt x="9361" y="10154"/>
                </a:lnTo>
                <a:cubicBezTo>
                  <a:pt x="9634" y="10154"/>
                  <a:pt x="9855" y="9987"/>
                  <a:pt x="9855" y="9781"/>
                </a:cubicBezTo>
                <a:lnTo>
                  <a:pt x="9855" y="8288"/>
                </a:lnTo>
                <a:cubicBezTo>
                  <a:pt x="9855" y="8082"/>
                  <a:pt x="9634" y="7915"/>
                  <a:pt x="9361" y="7915"/>
                </a:cubicBezTo>
                <a:close/>
                <a:moveTo>
                  <a:pt x="2783" y="7915"/>
                </a:moveTo>
                <a:cubicBezTo>
                  <a:pt x="2510" y="7915"/>
                  <a:pt x="2289" y="8082"/>
                  <a:pt x="2289" y="8288"/>
                </a:cubicBezTo>
                <a:lnTo>
                  <a:pt x="2289" y="9781"/>
                </a:lnTo>
                <a:cubicBezTo>
                  <a:pt x="2289" y="9987"/>
                  <a:pt x="2510" y="10154"/>
                  <a:pt x="2783" y="10154"/>
                </a:cubicBezTo>
                <a:lnTo>
                  <a:pt x="4759" y="10154"/>
                </a:lnTo>
                <a:cubicBezTo>
                  <a:pt x="5032" y="10154"/>
                  <a:pt x="5253" y="9987"/>
                  <a:pt x="5253" y="9781"/>
                </a:cubicBezTo>
                <a:lnTo>
                  <a:pt x="5253" y="8288"/>
                </a:lnTo>
                <a:cubicBezTo>
                  <a:pt x="5253" y="8082"/>
                  <a:pt x="5032" y="7915"/>
                  <a:pt x="4759" y="7915"/>
                </a:cubicBezTo>
                <a:close/>
                <a:moveTo>
                  <a:pt x="3070" y="1090"/>
                </a:moveTo>
                <a:cubicBezTo>
                  <a:pt x="2427" y="1090"/>
                  <a:pt x="1906" y="1484"/>
                  <a:pt x="1906" y="1970"/>
                </a:cubicBezTo>
                <a:lnTo>
                  <a:pt x="1906" y="5491"/>
                </a:lnTo>
                <a:cubicBezTo>
                  <a:pt x="1906" y="5977"/>
                  <a:pt x="2427" y="6371"/>
                  <a:pt x="3070" y="6371"/>
                </a:cubicBezTo>
                <a:lnTo>
                  <a:pt x="18529" y="6371"/>
                </a:lnTo>
                <a:cubicBezTo>
                  <a:pt x="19173" y="6371"/>
                  <a:pt x="19694" y="5977"/>
                  <a:pt x="19694" y="5491"/>
                </a:cubicBezTo>
                <a:lnTo>
                  <a:pt x="19694" y="1970"/>
                </a:lnTo>
                <a:cubicBezTo>
                  <a:pt x="19694" y="1484"/>
                  <a:pt x="19173" y="1090"/>
                  <a:pt x="18529" y="1090"/>
                </a:cubicBezTo>
                <a:close/>
                <a:moveTo>
                  <a:pt x="2339" y="0"/>
                </a:moveTo>
                <a:lnTo>
                  <a:pt x="19260" y="0"/>
                </a:lnTo>
                <a:cubicBezTo>
                  <a:pt x="20552" y="0"/>
                  <a:pt x="21600" y="791"/>
                  <a:pt x="21600" y="1768"/>
                </a:cubicBezTo>
                <a:lnTo>
                  <a:pt x="21600" y="19832"/>
                </a:lnTo>
                <a:cubicBezTo>
                  <a:pt x="21600" y="20808"/>
                  <a:pt x="20552" y="21600"/>
                  <a:pt x="19260" y="21600"/>
                </a:cubicBezTo>
                <a:lnTo>
                  <a:pt x="2339" y="21600"/>
                </a:lnTo>
                <a:cubicBezTo>
                  <a:pt x="1047" y="21600"/>
                  <a:pt x="0" y="20808"/>
                  <a:pt x="0" y="19832"/>
                </a:cubicBezTo>
                <a:lnTo>
                  <a:pt x="0" y="1768"/>
                </a:lnTo>
                <a:cubicBezTo>
                  <a:pt x="0" y="791"/>
                  <a:pt x="1047" y="0"/>
                  <a:pt x="2339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1" name="Shape 859"/>
          <p:cNvSpPr/>
          <p:nvPr/>
        </p:nvSpPr>
        <p:spPr>
          <a:xfrm>
            <a:off x="7648557" y="2795359"/>
            <a:ext cx="335648" cy="3356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65" y="16740"/>
                </a:moveTo>
                <a:lnTo>
                  <a:pt x="13465" y="18649"/>
                </a:lnTo>
                <a:lnTo>
                  <a:pt x="19430" y="18649"/>
                </a:lnTo>
                <a:lnTo>
                  <a:pt x="19430" y="16740"/>
                </a:lnTo>
                <a:close/>
                <a:moveTo>
                  <a:pt x="13465" y="13875"/>
                </a:moveTo>
                <a:lnTo>
                  <a:pt x="13465" y="15785"/>
                </a:lnTo>
                <a:lnTo>
                  <a:pt x="19430" y="15785"/>
                </a:lnTo>
                <a:lnTo>
                  <a:pt x="19430" y="13875"/>
                </a:lnTo>
                <a:close/>
                <a:moveTo>
                  <a:pt x="3871" y="13478"/>
                </a:moveTo>
                <a:lnTo>
                  <a:pt x="2521" y="14828"/>
                </a:lnTo>
                <a:lnTo>
                  <a:pt x="3955" y="16262"/>
                </a:lnTo>
                <a:lnTo>
                  <a:pt x="2521" y="17697"/>
                </a:lnTo>
                <a:lnTo>
                  <a:pt x="3871" y="19047"/>
                </a:lnTo>
                <a:lnTo>
                  <a:pt x="5305" y="17612"/>
                </a:lnTo>
                <a:lnTo>
                  <a:pt x="6740" y="19047"/>
                </a:lnTo>
                <a:lnTo>
                  <a:pt x="8090" y="17697"/>
                </a:lnTo>
                <a:lnTo>
                  <a:pt x="6656" y="16262"/>
                </a:lnTo>
                <a:lnTo>
                  <a:pt x="8090" y="14828"/>
                </a:lnTo>
                <a:lnTo>
                  <a:pt x="6740" y="13478"/>
                </a:lnTo>
                <a:lnTo>
                  <a:pt x="5305" y="14912"/>
                </a:lnTo>
                <a:close/>
                <a:moveTo>
                  <a:pt x="11040" y="11040"/>
                </a:moveTo>
                <a:lnTo>
                  <a:pt x="21600" y="11040"/>
                </a:lnTo>
                <a:lnTo>
                  <a:pt x="21600" y="18000"/>
                </a:lnTo>
                <a:cubicBezTo>
                  <a:pt x="21600" y="19988"/>
                  <a:pt x="19988" y="21600"/>
                  <a:pt x="18000" y="21600"/>
                </a:cubicBezTo>
                <a:lnTo>
                  <a:pt x="11040" y="21600"/>
                </a:lnTo>
                <a:close/>
                <a:moveTo>
                  <a:pt x="0" y="11040"/>
                </a:moveTo>
                <a:lnTo>
                  <a:pt x="10560" y="11040"/>
                </a:lnTo>
                <a:lnTo>
                  <a:pt x="10560" y="21600"/>
                </a:lnTo>
                <a:lnTo>
                  <a:pt x="3600" y="21600"/>
                </a:lnTo>
                <a:cubicBezTo>
                  <a:pt x="1612" y="21600"/>
                  <a:pt x="0" y="19988"/>
                  <a:pt x="0" y="18000"/>
                </a:cubicBezTo>
                <a:close/>
                <a:moveTo>
                  <a:pt x="16447" y="6386"/>
                </a:moveTo>
                <a:cubicBezTo>
                  <a:pt x="15920" y="6386"/>
                  <a:pt x="15493" y="6813"/>
                  <a:pt x="15493" y="7340"/>
                </a:cubicBezTo>
                <a:cubicBezTo>
                  <a:pt x="15493" y="7868"/>
                  <a:pt x="15920" y="8295"/>
                  <a:pt x="16447" y="8295"/>
                </a:cubicBezTo>
                <a:cubicBezTo>
                  <a:pt x="16975" y="8295"/>
                  <a:pt x="17402" y="7868"/>
                  <a:pt x="17402" y="7340"/>
                </a:cubicBezTo>
                <a:cubicBezTo>
                  <a:pt x="17402" y="6813"/>
                  <a:pt x="16975" y="6386"/>
                  <a:pt x="16447" y="6386"/>
                </a:cubicBezTo>
                <a:close/>
                <a:moveTo>
                  <a:pt x="13465" y="4238"/>
                </a:moveTo>
                <a:lnTo>
                  <a:pt x="13465" y="6148"/>
                </a:lnTo>
                <a:lnTo>
                  <a:pt x="19430" y="6148"/>
                </a:lnTo>
                <a:lnTo>
                  <a:pt x="19430" y="4238"/>
                </a:lnTo>
                <a:close/>
                <a:moveTo>
                  <a:pt x="4351" y="2210"/>
                </a:moveTo>
                <a:lnTo>
                  <a:pt x="4351" y="4238"/>
                </a:lnTo>
                <a:lnTo>
                  <a:pt x="2323" y="4238"/>
                </a:lnTo>
                <a:lnTo>
                  <a:pt x="2323" y="6148"/>
                </a:lnTo>
                <a:lnTo>
                  <a:pt x="4351" y="6148"/>
                </a:lnTo>
                <a:lnTo>
                  <a:pt x="4351" y="8176"/>
                </a:lnTo>
                <a:lnTo>
                  <a:pt x="6260" y="8176"/>
                </a:lnTo>
                <a:lnTo>
                  <a:pt x="6260" y="6148"/>
                </a:lnTo>
                <a:lnTo>
                  <a:pt x="8288" y="6148"/>
                </a:lnTo>
                <a:lnTo>
                  <a:pt x="8288" y="4238"/>
                </a:lnTo>
                <a:lnTo>
                  <a:pt x="6260" y="4238"/>
                </a:lnTo>
                <a:lnTo>
                  <a:pt x="6260" y="2210"/>
                </a:lnTo>
                <a:close/>
                <a:moveTo>
                  <a:pt x="16447" y="2091"/>
                </a:moveTo>
                <a:cubicBezTo>
                  <a:pt x="15920" y="2091"/>
                  <a:pt x="15493" y="2519"/>
                  <a:pt x="15493" y="3046"/>
                </a:cubicBezTo>
                <a:cubicBezTo>
                  <a:pt x="15493" y="3573"/>
                  <a:pt x="15920" y="4000"/>
                  <a:pt x="16447" y="4000"/>
                </a:cubicBezTo>
                <a:cubicBezTo>
                  <a:pt x="16975" y="4000"/>
                  <a:pt x="17402" y="3573"/>
                  <a:pt x="17402" y="3046"/>
                </a:cubicBezTo>
                <a:cubicBezTo>
                  <a:pt x="17402" y="2519"/>
                  <a:pt x="16975" y="2091"/>
                  <a:pt x="16447" y="2091"/>
                </a:cubicBezTo>
                <a:close/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1612"/>
                  <a:pt x="21600" y="3600"/>
                </a:cubicBezTo>
                <a:lnTo>
                  <a:pt x="21600" y="10560"/>
                </a:lnTo>
                <a:lnTo>
                  <a:pt x="11040" y="10560"/>
                </a:lnTo>
                <a:lnTo>
                  <a:pt x="11040" y="0"/>
                </a:lnTo>
                <a:lnTo>
                  <a:pt x="10560" y="0"/>
                </a:lnTo>
                <a:lnTo>
                  <a:pt x="10560" y="10560"/>
                </a:lnTo>
                <a:lnTo>
                  <a:pt x="0" y="10560"/>
                </a:lnTo>
                <a:lnTo>
                  <a:pt x="0" y="3600"/>
                </a:lnTo>
                <a:cubicBezTo>
                  <a:pt x="0" y="1612"/>
                  <a:pt x="1612" y="0"/>
                  <a:pt x="360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2" name="Shape 860"/>
          <p:cNvSpPr/>
          <p:nvPr/>
        </p:nvSpPr>
        <p:spPr>
          <a:xfrm>
            <a:off x="4332747" y="2054250"/>
            <a:ext cx="361838" cy="3059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58" y="18166"/>
                </a:moveTo>
                <a:lnTo>
                  <a:pt x="7880" y="19540"/>
                </a:lnTo>
                <a:lnTo>
                  <a:pt x="13719" y="19540"/>
                </a:lnTo>
                <a:lnTo>
                  <a:pt x="13341" y="18166"/>
                </a:lnTo>
                <a:close/>
                <a:moveTo>
                  <a:pt x="3126" y="836"/>
                </a:moveTo>
                <a:lnTo>
                  <a:pt x="3126" y="11592"/>
                </a:lnTo>
                <a:lnTo>
                  <a:pt x="18474" y="11592"/>
                </a:lnTo>
                <a:lnTo>
                  <a:pt x="18474" y="836"/>
                </a:lnTo>
                <a:close/>
                <a:moveTo>
                  <a:pt x="1989" y="0"/>
                </a:moveTo>
                <a:lnTo>
                  <a:pt x="19610" y="0"/>
                </a:lnTo>
                <a:lnTo>
                  <a:pt x="19610" y="12428"/>
                </a:lnTo>
                <a:lnTo>
                  <a:pt x="19614" y="12428"/>
                </a:lnTo>
                <a:lnTo>
                  <a:pt x="21600" y="20495"/>
                </a:lnTo>
                <a:lnTo>
                  <a:pt x="21600" y="21600"/>
                </a:lnTo>
                <a:lnTo>
                  <a:pt x="0" y="21600"/>
                </a:lnTo>
                <a:lnTo>
                  <a:pt x="0" y="20495"/>
                </a:lnTo>
                <a:lnTo>
                  <a:pt x="1986" y="12428"/>
                </a:lnTo>
                <a:lnTo>
                  <a:pt x="1989" y="12428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3" name="Shape 861"/>
          <p:cNvSpPr/>
          <p:nvPr/>
        </p:nvSpPr>
        <p:spPr>
          <a:xfrm>
            <a:off x="6063253" y="2046916"/>
            <a:ext cx="185269" cy="320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017"/>
                </a:moveTo>
                <a:cubicBezTo>
                  <a:pt x="9940" y="19017"/>
                  <a:pt x="9244" y="19419"/>
                  <a:pt x="9244" y="19916"/>
                </a:cubicBezTo>
                <a:cubicBezTo>
                  <a:pt x="9244" y="20413"/>
                  <a:pt x="9940" y="20815"/>
                  <a:pt x="10800" y="20815"/>
                </a:cubicBezTo>
                <a:cubicBezTo>
                  <a:pt x="11660" y="20815"/>
                  <a:pt x="12356" y="20413"/>
                  <a:pt x="12356" y="19916"/>
                </a:cubicBezTo>
                <a:cubicBezTo>
                  <a:pt x="12356" y="19419"/>
                  <a:pt x="11660" y="19017"/>
                  <a:pt x="10800" y="19017"/>
                </a:cubicBezTo>
                <a:close/>
                <a:moveTo>
                  <a:pt x="1661" y="2154"/>
                </a:moveTo>
                <a:lnTo>
                  <a:pt x="1661" y="17996"/>
                </a:lnTo>
                <a:lnTo>
                  <a:pt x="19939" y="17996"/>
                </a:lnTo>
                <a:lnTo>
                  <a:pt x="19939" y="2154"/>
                </a:lnTo>
                <a:close/>
                <a:moveTo>
                  <a:pt x="8308" y="714"/>
                </a:moveTo>
                <a:cubicBezTo>
                  <a:pt x="7964" y="714"/>
                  <a:pt x="7685" y="875"/>
                  <a:pt x="7685" y="1074"/>
                </a:cubicBezTo>
                <a:cubicBezTo>
                  <a:pt x="7685" y="1273"/>
                  <a:pt x="7964" y="1434"/>
                  <a:pt x="8308" y="1434"/>
                </a:cubicBezTo>
                <a:lnTo>
                  <a:pt x="13292" y="1434"/>
                </a:lnTo>
                <a:cubicBezTo>
                  <a:pt x="13636" y="1434"/>
                  <a:pt x="13915" y="1273"/>
                  <a:pt x="13915" y="1074"/>
                </a:cubicBezTo>
                <a:cubicBezTo>
                  <a:pt x="13915" y="875"/>
                  <a:pt x="13636" y="714"/>
                  <a:pt x="13292" y="714"/>
                </a:cubicBezTo>
                <a:close/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931"/>
                  <a:pt x="21600" y="2080"/>
                </a:cubicBezTo>
                <a:lnTo>
                  <a:pt x="21600" y="19520"/>
                </a:lnTo>
                <a:cubicBezTo>
                  <a:pt x="21600" y="20669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20669"/>
                  <a:pt x="0" y="19520"/>
                </a:cubicBezTo>
                <a:lnTo>
                  <a:pt x="0" y="2080"/>
                </a:lnTo>
                <a:cubicBezTo>
                  <a:pt x="0" y="931"/>
                  <a:pt x="1612" y="0"/>
                  <a:pt x="3600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4" name="Shape 862"/>
          <p:cNvSpPr/>
          <p:nvPr/>
        </p:nvSpPr>
        <p:spPr>
          <a:xfrm>
            <a:off x="4970957" y="2074009"/>
            <a:ext cx="335349" cy="2664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6" y="15222"/>
                </a:moveTo>
                <a:cubicBezTo>
                  <a:pt x="15757" y="15222"/>
                  <a:pt x="15596" y="15424"/>
                  <a:pt x="15596" y="15675"/>
                </a:cubicBezTo>
                <a:cubicBezTo>
                  <a:pt x="15596" y="15925"/>
                  <a:pt x="15757" y="16128"/>
                  <a:pt x="15956" y="16128"/>
                </a:cubicBezTo>
                <a:lnTo>
                  <a:pt x="17156" y="16128"/>
                </a:lnTo>
                <a:cubicBezTo>
                  <a:pt x="17355" y="16128"/>
                  <a:pt x="17516" y="15925"/>
                  <a:pt x="17516" y="15675"/>
                </a:cubicBezTo>
                <a:cubicBezTo>
                  <a:pt x="17516" y="15424"/>
                  <a:pt x="17355" y="15222"/>
                  <a:pt x="17156" y="15222"/>
                </a:cubicBezTo>
                <a:close/>
                <a:moveTo>
                  <a:pt x="1156" y="15222"/>
                </a:moveTo>
                <a:cubicBezTo>
                  <a:pt x="957" y="15222"/>
                  <a:pt x="796" y="15424"/>
                  <a:pt x="796" y="15675"/>
                </a:cubicBezTo>
                <a:cubicBezTo>
                  <a:pt x="796" y="15925"/>
                  <a:pt x="957" y="16128"/>
                  <a:pt x="1156" y="16128"/>
                </a:cubicBezTo>
                <a:lnTo>
                  <a:pt x="2355" y="16128"/>
                </a:lnTo>
                <a:cubicBezTo>
                  <a:pt x="2554" y="16128"/>
                  <a:pt x="2715" y="15925"/>
                  <a:pt x="2715" y="15675"/>
                </a:cubicBezTo>
                <a:cubicBezTo>
                  <a:pt x="2715" y="15424"/>
                  <a:pt x="2554" y="15222"/>
                  <a:pt x="2355" y="15222"/>
                </a:cubicBezTo>
                <a:close/>
                <a:moveTo>
                  <a:pt x="19557" y="15071"/>
                </a:moveTo>
                <a:cubicBezTo>
                  <a:pt x="19292" y="15071"/>
                  <a:pt x="19077" y="15341"/>
                  <a:pt x="19077" y="15675"/>
                </a:cubicBezTo>
                <a:cubicBezTo>
                  <a:pt x="19077" y="16008"/>
                  <a:pt x="19292" y="16279"/>
                  <a:pt x="19557" y="16279"/>
                </a:cubicBezTo>
                <a:cubicBezTo>
                  <a:pt x="19822" y="16279"/>
                  <a:pt x="20037" y="16008"/>
                  <a:pt x="20037" y="15675"/>
                </a:cubicBezTo>
                <a:cubicBezTo>
                  <a:pt x="20037" y="15341"/>
                  <a:pt x="19822" y="15071"/>
                  <a:pt x="19557" y="15071"/>
                </a:cubicBezTo>
                <a:close/>
                <a:moveTo>
                  <a:pt x="796" y="1031"/>
                </a:moveTo>
                <a:lnTo>
                  <a:pt x="796" y="14501"/>
                </a:lnTo>
                <a:lnTo>
                  <a:pt x="20804" y="14501"/>
                </a:lnTo>
                <a:lnTo>
                  <a:pt x="20804" y="1031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21600" y="16918"/>
                </a:lnTo>
                <a:lnTo>
                  <a:pt x="12081" y="16918"/>
                </a:lnTo>
                <a:lnTo>
                  <a:pt x="12381" y="19468"/>
                </a:lnTo>
                <a:lnTo>
                  <a:pt x="15714" y="19468"/>
                </a:lnTo>
                <a:cubicBezTo>
                  <a:pt x="16182" y="19468"/>
                  <a:pt x="16561" y="19945"/>
                  <a:pt x="16561" y="20534"/>
                </a:cubicBezTo>
                <a:lnTo>
                  <a:pt x="16561" y="21600"/>
                </a:lnTo>
                <a:lnTo>
                  <a:pt x="5040" y="21600"/>
                </a:lnTo>
                <a:lnTo>
                  <a:pt x="5040" y="20534"/>
                </a:lnTo>
                <a:cubicBezTo>
                  <a:pt x="5040" y="19945"/>
                  <a:pt x="5419" y="19468"/>
                  <a:pt x="5887" y="19468"/>
                </a:cubicBezTo>
                <a:lnTo>
                  <a:pt x="9219" y="19468"/>
                </a:lnTo>
                <a:lnTo>
                  <a:pt x="9519" y="16918"/>
                </a:lnTo>
                <a:lnTo>
                  <a:pt x="0" y="16918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5" name="Shape 863"/>
          <p:cNvSpPr/>
          <p:nvPr/>
        </p:nvSpPr>
        <p:spPr>
          <a:xfrm>
            <a:off x="5582675" y="2063661"/>
            <a:ext cx="204209" cy="287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944" y="20162"/>
                </a:moveTo>
                <a:cubicBezTo>
                  <a:pt x="8664" y="20162"/>
                  <a:pt x="8438" y="20323"/>
                  <a:pt x="8438" y="20522"/>
                </a:cubicBezTo>
                <a:cubicBezTo>
                  <a:pt x="8438" y="20721"/>
                  <a:pt x="8664" y="20882"/>
                  <a:pt x="8944" y="20882"/>
                </a:cubicBezTo>
                <a:lnTo>
                  <a:pt x="12656" y="20882"/>
                </a:lnTo>
                <a:cubicBezTo>
                  <a:pt x="12936" y="20882"/>
                  <a:pt x="13162" y="20721"/>
                  <a:pt x="13162" y="20522"/>
                </a:cubicBezTo>
                <a:cubicBezTo>
                  <a:pt x="13162" y="20323"/>
                  <a:pt x="12936" y="20162"/>
                  <a:pt x="12656" y="20162"/>
                </a:cubicBezTo>
                <a:close/>
                <a:moveTo>
                  <a:pt x="1233" y="1498"/>
                </a:moveTo>
                <a:lnTo>
                  <a:pt x="1233" y="19260"/>
                </a:lnTo>
                <a:lnTo>
                  <a:pt x="20367" y="19260"/>
                </a:lnTo>
                <a:lnTo>
                  <a:pt x="20367" y="1498"/>
                </a:lnTo>
                <a:close/>
                <a:moveTo>
                  <a:pt x="8775" y="490"/>
                </a:moveTo>
                <a:cubicBezTo>
                  <a:pt x="8589" y="490"/>
                  <a:pt x="8438" y="597"/>
                  <a:pt x="8438" y="730"/>
                </a:cubicBezTo>
                <a:cubicBezTo>
                  <a:pt x="8438" y="863"/>
                  <a:pt x="8589" y="970"/>
                  <a:pt x="8775" y="970"/>
                </a:cubicBezTo>
                <a:lnTo>
                  <a:pt x="12825" y="970"/>
                </a:lnTo>
                <a:cubicBezTo>
                  <a:pt x="13011" y="970"/>
                  <a:pt x="13162" y="863"/>
                  <a:pt x="13162" y="730"/>
                </a:cubicBezTo>
                <a:cubicBezTo>
                  <a:pt x="13162" y="597"/>
                  <a:pt x="13011" y="490"/>
                  <a:pt x="12825" y="490"/>
                </a:cubicBezTo>
                <a:close/>
                <a:moveTo>
                  <a:pt x="1456" y="0"/>
                </a:moveTo>
                <a:lnTo>
                  <a:pt x="20144" y="0"/>
                </a:lnTo>
                <a:cubicBezTo>
                  <a:pt x="20948" y="0"/>
                  <a:pt x="21600" y="464"/>
                  <a:pt x="21600" y="1035"/>
                </a:cubicBezTo>
                <a:lnTo>
                  <a:pt x="21600" y="20564"/>
                </a:lnTo>
                <a:cubicBezTo>
                  <a:pt x="21600" y="21136"/>
                  <a:pt x="20948" y="21600"/>
                  <a:pt x="20144" y="21600"/>
                </a:cubicBezTo>
                <a:lnTo>
                  <a:pt x="1456" y="21600"/>
                </a:lnTo>
                <a:cubicBezTo>
                  <a:pt x="652" y="21600"/>
                  <a:pt x="0" y="21136"/>
                  <a:pt x="0" y="20564"/>
                </a:cubicBezTo>
                <a:lnTo>
                  <a:pt x="0" y="1035"/>
                </a:lnTo>
                <a:cubicBezTo>
                  <a:pt x="0" y="464"/>
                  <a:pt x="652" y="0"/>
                  <a:pt x="1456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6" name="Shape 864"/>
          <p:cNvSpPr/>
          <p:nvPr/>
        </p:nvSpPr>
        <p:spPr>
          <a:xfrm>
            <a:off x="4739577" y="4101011"/>
            <a:ext cx="350092" cy="4417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46" extrusionOk="0">
                <a:moveTo>
                  <a:pt x="8377" y="17695"/>
                </a:moveTo>
                <a:lnTo>
                  <a:pt x="8377" y="17944"/>
                </a:lnTo>
                <a:lnTo>
                  <a:pt x="7636" y="17944"/>
                </a:lnTo>
                <a:lnTo>
                  <a:pt x="7636" y="20208"/>
                </a:lnTo>
                <a:lnTo>
                  <a:pt x="8377" y="20208"/>
                </a:lnTo>
                <a:lnTo>
                  <a:pt x="8377" y="20457"/>
                </a:lnTo>
                <a:lnTo>
                  <a:pt x="13197" y="20457"/>
                </a:lnTo>
                <a:lnTo>
                  <a:pt x="13197" y="20208"/>
                </a:lnTo>
                <a:lnTo>
                  <a:pt x="13938" y="20208"/>
                </a:lnTo>
                <a:lnTo>
                  <a:pt x="13938" y="17944"/>
                </a:lnTo>
                <a:lnTo>
                  <a:pt x="13197" y="17944"/>
                </a:lnTo>
                <a:lnTo>
                  <a:pt x="13197" y="17695"/>
                </a:lnTo>
                <a:close/>
                <a:moveTo>
                  <a:pt x="19656" y="1082"/>
                </a:moveTo>
                <a:cubicBezTo>
                  <a:pt x="19036" y="1033"/>
                  <a:pt x="18085" y="1660"/>
                  <a:pt x="16826" y="2547"/>
                </a:cubicBezTo>
                <a:lnTo>
                  <a:pt x="16826" y="6139"/>
                </a:lnTo>
                <a:lnTo>
                  <a:pt x="16793" y="6139"/>
                </a:lnTo>
                <a:cubicBezTo>
                  <a:pt x="16752" y="6789"/>
                  <a:pt x="16609" y="7411"/>
                  <a:pt x="16380" y="7987"/>
                </a:cubicBezTo>
                <a:cubicBezTo>
                  <a:pt x="17681" y="8430"/>
                  <a:pt x="18586" y="7941"/>
                  <a:pt x="19273" y="7250"/>
                </a:cubicBezTo>
                <a:cubicBezTo>
                  <a:pt x="19972" y="6547"/>
                  <a:pt x="20502" y="5026"/>
                  <a:pt x="20500" y="3746"/>
                </a:cubicBezTo>
                <a:cubicBezTo>
                  <a:pt x="20573" y="1875"/>
                  <a:pt x="20284" y="1132"/>
                  <a:pt x="19656" y="1082"/>
                </a:cubicBezTo>
                <a:close/>
                <a:moveTo>
                  <a:pt x="1906" y="1082"/>
                </a:moveTo>
                <a:cubicBezTo>
                  <a:pt x="1278" y="1132"/>
                  <a:pt x="989" y="1875"/>
                  <a:pt x="1062" y="3746"/>
                </a:cubicBezTo>
                <a:cubicBezTo>
                  <a:pt x="1059" y="5026"/>
                  <a:pt x="1590" y="6547"/>
                  <a:pt x="2289" y="7250"/>
                </a:cubicBezTo>
                <a:cubicBezTo>
                  <a:pt x="2978" y="7943"/>
                  <a:pt x="3886" y="8433"/>
                  <a:pt x="5195" y="7984"/>
                </a:cubicBezTo>
                <a:cubicBezTo>
                  <a:pt x="4967" y="7408"/>
                  <a:pt x="4826" y="6787"/>
                  <a:pt x="4787" y="6139"/>
                </a:cubicBezTo>
                <a:lnTo>
                  <a:pt x="4748" y="6139"/>
                </a:lnTo>
                <a:lnTo>
                  <a:pt x="4748" y="2556"/>
                </a:lnTo>
                <a:cubicBezTo>
                  <a:pt x="3483" y="1664"/>
                  <a:pt x="2528" y="1032"/>
                  <a:pt x="1906" y="1082"/>
                </a:cubicBezTo>
                <a:close/>
                <a:moveTo>
                  <a:pt x="1741" y="3"/>
                </a:moveTo>
                <a:cubicBezTo>
                  <a:pt x="2715" y="59"/>
                  <a:pt x="3900" y="974"/>
                  <a:pt x="4748" y="1481"/>
                </a:cubicBezTo>
                <a:lnTo>
                  <a:pt x="4748" y="1025"/>
                </a:lnTo>
                <a:cubicBezTo>
                  <a:pt x="4534" y="969"/>
                  <a:pt x="4382" y="808"/>
                  <a:pt x="4382" y="619"/>
                </a:cubicBezTo>
                <a:cubicBezTo>
                  <a:pt x="4382" y="379"/>
                  <a:pt x="4628" y="185"/>
                  <a:pt x="4931" y="185"/>
                </a:cubicBezTo>
                <a:lnTo>
                  <a:pt x="16643" y="185"/>
                </a:lnTo>
                <a:cubicBezTo>
                  <a:pt x="16946" y="185"/>
                  <a:pt x="17192" y="379"/>
                  <a:pt x="17192" y="619"/>
                </a:cubicBezTo>
                <a:cubicBezTo>
                  <a:pt x="17192" y="808"/>
                  <a:pt x="17040" y="969"/>
                  <a:pt x="16826" y="1025"/>
                </a:cubicBezTo>
                <a:lnTo>
                  <a:pt x="16826" y="1473"/>
                </a:lnTo>
                <a:cubicBezTo>
                  <a:pt x="17673" y="965"/>
                  <a:pt x="18851" y="59"/>
                  <a:pt x="19821" y="3"/>
                </a:cubicBezTo>
                <a:cubicBezTo>
                  <a:pt x="20809" y="-54"/>
                  <a:pt x="21581" y="774"/>
                  <a:pt x="21562" y="3814"/>
                </a:cubicBezTo>
                <a:cubicBezTo>
                  <a:pt x="21523" y="5425"/>
                  <a:pt x="20929" y="7024"/>
                  <a:pt x="19990" y="7844"/>
                </a:cubicBezTo>
                <a:cubicBezTo>
                  <a:pt x="19064" y="8652"/>
                  <a:pt x="17696" y="9334"/>
                  <a:pt x="16005" y="8755"/>
                </a:cubicBezTo>
                <a:cubicBezTo>
                  <a:pt x="15233" y="10117"/>
                  <a:pt x="13943" y="11135"/>
                  <a:pt x="12407" y="11551"/>
                </a:cubicBezTo>
                <a:lnTo>
                  <a:pt x="12407" y="12269"/>
                </a:lnTo>
                <a:cubicBezTo>
                  <a:pt x="12634" y="12310"/>
                  <a:pt x="12800" y="12473"/>
                  <a:pt x="12800" y="12667"/>
                </a:cubicBezTo>
                <a:lnTo>
                  <a:pt x="12800" y="14347"/>
                </a:lnTo>
                <a:cubicBezTo>
                  <a:pt x="12800" y="14541"/>
                  <a:pt x="12634" y="14704"/>
                  <a:pt x="12407" y="14745"/>
                </a:cubicBezTo>
                <a:lnTo>
                  <a:pt x="12407" y="15295"/>
                </a:lnTo>
                <a:cubicBezTo>
                  <a:pt x="12407" y="15365"/>
                  <a:pt x="12385" y="15430"/>
                  <a:pt x="12342" y="15486"/>
                </a:cubicBezTo>
                <a:cubicBezTo>
                  <a:pt x="15050" y="15615"/>
                  <a:pt x="17009" y="16069"/>
                  <a:pt x="17102" y="16606"/>
                </a:cubicBezTo>
                <a:lnTo>
                  <a:pt x="19572" y="16606"/>
                </a:lnTo>
                <a:lnTo>
                  <a:pt x="19572" y="21546"/>
                </a:lnTo>
                <a:lnTo>
                  <a:pt x="2002" y="21546"/>
                </a:lnTo>
                <a:lnTo>
                  <a:pt x="2002" y="16606"/>
                </a:lnTo>
                <a:lnTo>
                  <a:pt x="4346" y="16606"/>
                </a:lnTo>
                <a:cubicBezTo>
                  <a:pt x="4437" y="16062"/>
                  <a:pt x="6450" y="15601"/>
                  <a:pt x="9228" y="15481"/>
                </a:cubicBezTo>
                <a:cubicBezTo>
                  <a:pt x="9187" y="15426"/>
                  <a:pt x="9167" y="15362"/>
                  <a:pt x="9167" y="15295"/>
                </a:cubicBezTo>
                <a:lnTo>
                  <a:pt x="9167" y="14745"/>
                </a:lnTo>
                <a:cubicBezTo>
                  <a:pt x="8940" y="14704"/>
                  <a:pt x="8774" y="14541"/>
                  <a:pt x="8774" y="14347"/>
                </a:cubicBezTo>
                <a:lnTo>
                  <a:pt x="8774" y="12667"/>
                </a:lnTo>
                <a:cubicBezTo>
                  <a:pt x="8774" y="12473"/>
                  <a:pt x="8940" y="12310"/>
                  <a:pt x="9167" y="12269"/>
                </a:cubicBezTo>
                <a:lnTo>
                  <a:pt x="9167" y="11554"/>
                </a:lnTo>
                <a:cubicBezTo>
                  <a:pt x="7627" y="11135"/>
                  <a:pt x="6338" y="10113"/>
                  <a:pt x="5569" y="8752"/>
                </a:cubicBezTo>
                <a:cubicBezTo>
                  <a:pt x="3872" y="9337"/>
                  <a:pt x="2500" y="8653"/>
                  <a:pt x="1572" y="7844"/>
                </a:cubicBezTo>
                <a:cubicBezTo>
                  <a:pt x="633" y="7024"/>
                  <a:pt x="38" y="5425"/>
                  <a:pt x="0" y="3814"/>
                </a:cubicBezTo>
                <a:cubicBezTo>
                  <a:pt x="-19" y="774"/>
                  <a:pt x="752" y="-54"/>
                  <a:pt x="1741" y="3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7" name="Shape 865"/>
          <p:cNvSpPr/>
          <p:nvPr/>
        </p:nvSpPr>
        <p:spPr>
          <a:xfrm>
            <a:off x="3709353" y="2008764"/>
            <a:ext cx="347026" cy="352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89" y="19030"/>
                </a:moveTo>
                <a:lnTo>
                  <a:pt x="14409" y="19030"/>
                </a:lnTo>
                <a:lnTo>
                  <a:pt x="14409" y="19792"/>
                </a:lnTo>
                <a:lnTo>
                  <a:pt x="7089" y="19792"/>
                </a:lnTo>
                <a:close/>
                <a:moveTo>
                  <a:pt x="7089" y="17010"/>
                </a:moveTo>
                <a:lnTo>
                  <a:pt x="14409" y="17010"/>
                </a:lnTo>
                <a:lnTo>
                  <a:pt x="14409" y="17772"/>
                </a:lnTo>
                <a:lnTo>
                  <a:pt x="7089" y="17772"/>
                </a:lnTo>
                <a:close/>
                <a:moveTo>
                  <a:pt x="7089" y="14990"/>
                </a:moveTo>
                <a:lnTo>
                  <a:pt x="14409" y="14990"/>
                </a:lnTo>
                <a:lnTo>
                  <a:pt x="14409" y="15752"/>
                </a:lnTo>
                <a:lnTo>
                  <a:pt x="7089" y="15752"/>
                </a:lnTo>
                <a:close/>
                <a:moveTo>
                  <a:pt x="6117" y="13808"/>
                </a:moveTo>
                <a:lnTo>
                  <a:pt x="6117" y="20986"/>
                </a:lnTo>
                <a:lnTo>
                  <a:pt x="15483" y="20986"/>
                </a:lnTo>
                <a:lnTo>
                  <a:pt x="15483" y="13808"/>
                </a:lnTo>
                <a:close/>
                <a:moveTo>
                  <a:pt x="3180" y="12195"/>
                </a:moveTo>
                <a:lnTo>
                  <a:pt x="3180" y="15422"/>
                </a:lnTo>
                <a:lnTo>
                  <a:pt x="5199" y="15422"/>
                </a:lnTo>
                <a:lnTo>
                  <a:pt x="5199" y="14884"/>
                </a:lnTo>
                <a:lnTo>
                  <a:pt x="3696" y="14884"/>
                </a:lnTo>
                <a:lnTo>
                  <a:pt x="3696" y="12733"/>
                </a:lnTo>
                <a:lnTo>
                  <a:pt x="17903" y="12733"/>
                </a:lnTo>
                <a:lnTo>
                  <a:pt x="17903" y="14884"/>
                </a:lnTo>
                <a:lnTo>
                  <a:pt x="16400" y="14884"/>
                </a:lnTo>
                <a:lnTo>
                  <a:pt x="16400" y="15422"/>
                </a:lnTo>
                <a:lnTo>
                  <a:pt x="18420" y="15422"/>
                </a:lnTo>
                <a:lnTo>
                  <a:pt x="18420" y="12195"/>
                </a:lnTo>
                <a:close/>
                <a:moveTo>
                  <a:pt x="19107" y="9533"/>
                </a:moveTo>
                <a:cubicBezTo>
                  <a:pt x="18770" y="9533"/>
                  <a:pt x="18497" y="9817"/>
                  <a:pt x="18497" y="10168"/>
                </a:cubicBezTo>
                <a:cubicBezTo>
                  <a:pt x="18497" y="10519"/>
                  <a:pt x="18770" y="10803"/>
                  <a:pt x="19107" y="10803"/>
                </a:cubicBezTo>
                <a:cubicBezTo>
                  <a:pt x="19444" y="10803"/>
                  <a:pt x="19717" y="10519"/>
                  <a:pt x="19717" y="10168"/>
                </a:cubicBezTo>
                <a:cubicBezTo>
                  <a:pt x="19717" y="9817"/>
                  <a:pt x="19444" y="9533"/>
                  <a:pt x="19107" y="9533"/>
                </a:cubicBezTo>
                <a:close/>
                <a:moveTo>
                  <a:pt x="17011" y="9533"/>
                </a:moveTo>
                <a:cubicBezTo>
                  <a:pt x="16674" y="9533"/>
                  <a:pt x="16400" y="9817"/>
                  <a:pt x="16400" y="10168"/>
                </a:cubicBezTo>
                <a:cubicBezTo>
                  <a:pt x="16400" y="10519"/>
                  <a:pt x="16674" y="10803"/>
                  <a:pt x="17011" y="10803"/>
                </a:cubicBezTo>
                <a:cubicBezTo>
                  <a:pt x="17347" y="10803"/>
                  <a:pt x="17621" y="10519"/>
                  <a:pt x="17621" y="10168"/>
                </a:cubicBezTo>
                <a:cubicBezTo>
                  <a:pt x="17621" y="9817"/>
                  <a:pt x="17347" y="9533"/>
                  <a:pt x="17011" y="9533"/>
                </a:cubicBezTo>
                <a:close/>
                <a:moveTo>
                  <a:pt x="1328" y="8470"/>
                </a:moveTo>
                <a:lnTo>
                  <a:pt x="20271" y="8470"/>
                </a:lnTo>
                <a:cubicBezTo>
                  <a:pt x="21005" y="8470"/>
                  <a:pt x="21600" y="9090"/>
                  <a:pt x="21600" y="9853"/>
                </a:cubicBezTo>
                <a:lnTo>
                  <a:pt x="21600" y="15386"/>
                </a:lnTo>
                <a:cubicBezTo>
                  <a:pt x="21600" y="16149"/>
                  <a:pt x="21005" y="16769"/>
                  <a:pt x="20271" y="16769"/>
                </a:cubicBezTo>
                <a:lnTo>
                  <a:pt x="16400" y="16769"/>
                </a:lnTo>
                <a:lnTo>
                  <a:pt x="16400" y="21600"/>
                </a:lnTo>
                <a:lnTo>
                  <a:pt x="5199" y="21600"/>
                </a:lnTo>
                <a:lnTo>
                  <a:pt x="5199" y="16769"/>
                </a:lnTo>
                <a:lnTo>
                  <a:pt x="1328" y="16769"/>
                </a:lnTo>
                <a:cubicBezTo>
                  <a:pt x="595" y="16769"/>
                  <a:pt x="0" y="16149"/>
                  <a:pt x="0" y="15386"/>
                </a:cubicBezTo>
                <a:lnTo>
                  <a:pt x="0" y="9853"/>
                </a:lnTo>
                <a:cubicBezTo>
                  <a:pt x="0" y="9090"/>
                  <a:pt x="595" y="8470"/>
                  <a:pt x="1328" y="8470"/>
                </a:cubicBezTo>
                <a:close/>
                <a:moveTo>
                  <a:pt x="5199" y="0"/>
                </a:moveTo>
                <a:lnTo>
                  <a:pt x="16400" y="0"/>
                </a:lnTo>
                <a:lnTo>
                  <a:pt x="16400" y="1345"/>
                </a:lnTo>
                <a:lnTo>
                  <a:pt x="17387" y="1345"/>
                </a:lnTo>
                <a:cubicBezTo>
                  <a:pt x="17957" y="1345"/>
                  <a:pt x="18420" y="1826"/>
                  <a:pt x="18420" y="2420"/>
                </a:cubicBezTo>
                <a:lnTo>
                  <a:pt x="18420" y="7797"/>
                </a:lnTo>
                <a:lnTo>
                  <a:pt x="15483" y="7797"/>
                </a:lnTo>
                <a:lnTo>
                  <a:pt x="15483" y="681"/>
                </a:lnTo>
                <a:lnTo>
                  <a:pt x="6117" y="681"/>
                </a:lnTo>
                <a:lnTo>
                  <a:pt x="6117" y="7797"/>
                </a:lnTo>
                <a:lnTo>
                  <a:pt x="3180" y="7797"/>
                </a:lnTo>
                <a:lnTo>
                  <a:pt x="3180" y="2420"/>
                </a:lnTo>
                <a:cubicBezTo>
                  <a:pt x="3180" y="1826"/>
                  <a:pt x="3642" y="1345"/>
                  <a:pt x="4213" y="1345"/>
                </a:cubicBezTo>
                <a:lnTo>
                  <a:pt x="5199" y="1345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8" name="Shape 866"/>
          <p:cNvSpPr/>
          <p:nvPr/>
        </p:nvSpPr>
        <p:spPr>
          <a:xfrm rot="20700000">
            <a:off x="4888176" y="2802701"/>
            <a:ext cx="374702" cy="320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7"/>
                </a:moveTo>
                <a:lnTo>
                  <a:pt x="21481" y="606"/>
                </a:lnTo>
                <a:lnTo>
                  <a:pt x="21518" y="618"/>
                </a:lnTo>
                <a:lnTo>
                  <a:pt x="17356" y="18751"/>
                </a:lnTo>
                <a:lnTo>
                  <a:pt x="17289" y="18730"/>
                </a:lnTo>
                <a:cubicBezTo>
                  <a:pt x="17211" y="20330"/>
                  <a:pt x="15840" y="21600"/>
                  <a:pt x="14163" y="21600"/>
                </a:cubicBezTo>
                <a:cubicBezTo>
                  <a:pt x="12427" y="21600"/>
                  <a:pt x="11019" y="20240"/>
                  <a:pt x="11019" y="18562"/>
                </a:cubicBezTo>
                <a:cubicBezTo>
                  <a:pt x="11019" y="16884"/>
                  <a:pt x="12427" y="15524"/>
                  <a:pt x="14163" y="15524"/>
                </a:cubicBezTo>
                <a:cubicBezTo>
                  <a:pt x="15084" y="15524"/>
                  <a:pt x="15912" y="15906"/>
                  <a:pt x="16480" y="16524"/>
                </a:cubicBezTo>
                <a:lnTo>
                  <a:pt x="19259" y="4418"/>
                </a:lnTo>
                <a:lnTo>
                  <a:pt x="9554" y="4418"/>
                </a:lnTo>
                <a:lnTo>
                  <a:pt x="6313" y="18539"/>
                </a:lnTo>
                <a:lnTo>
                  <a:pt x="6267" y="18524"/>
                </a:lnTo>
                <a:cubicBezTo>
                  <a:pt x="6176" y="20112"/>
                  <a:pt x="4812" y="21367"/>
                  <a:pt x="3144" y="21367"/>
                </a:cubicBezTo>
                <a:cubicBezTo>
                  <a:pt x="1407" y="21367"/>
                  <a:pt x="0" y="20007"/>
                  <a:pt x="0" y="18329"/>
                </a:cubicBezTo>
                <a:cubicBezTo>
                  <a:pt x="0" y="16651"/>
                  <a:pt x="1407" y="15291"/>
                  <a:pt x="3144" y="15291"/>
                </a:cubicBezTo>
                <a:cubicBezTo>
                  <a:pt x="4056" y="15291"/>
                  <a:pt x="4877" y="15666"/>
                  <a:pt x="5446" y="16274"/>
                </a:cubicBezTo>
                <a:lnTo>
                  <a:pt x="9181" y="0"/>
                </a:lnTo>
                <a:lnTo>
                  <a:pt x="9426" y="77"/>
                </a:ln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29" name="Shape 867"/>
          <p:cNvSpPr/>
          <p:nvPr/>
        </p:nvSpPr>
        <p:spPr>
          <a:xfrm rot="10800000">
            <a:off x="4239876" y="4067280"/>
            <a:ext cx="257149" cy="509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7" h="21600" extrusionOk="0">
                <a:moveTo>
                  <a:pt x="17948" y="13607"/>
                </a:moveTo>
                <a:lnTo>
                  <a:pt x="3517" y="13607"/>
                </a:lnTo>
                <a:cubicBezTo>
                  <a:pt x="1326" y="13060"/>
                  <a:pt x="2" y="12263"/>
                  <a:pt x="0" y="11401"/>
                </a:cubicBezTo>
                <a:lnTo>
                  <a:pt x="9541" y="11346"/>
                </a:lnTo>
                <a:lnTo>
                  <a:pt x="9541" y="2403"/>
                </a:lnTo>
                <a:lnTo>
                  <a:pt x="9556" y="2403"/>
                </a:lnTo>
                <a:lnTo>
                  <a:pt x="10739" y="0"/>
                </a:lnTo>
                <a:lnTo>
                  <a:pt x="11922" y="2403"/>
                </a:lnTo>
                <a:lnTo>
                  <a:pt x="11937" y="2403"/>
                </a:lnTo>
                <a:lnTo>
                  <a:pt x="11937" y="11332"/>
                </a:lnTo>
                <a:lnTo>
                  <a:pt x="21469" y="11278"/>
                </a:lnTo>
                <a:cubicBezTo>
                  <a:pt x="21600" y="12185"/>
                  <a:pt x="20257" y="13034"/>
                  <a:pt x="17948" y="13607"/>
                </a:cubicBezTo>
                <a:close/>
                <a:moveTo>
                  <a:pt x="15652" y="19660"/>
                </a:moveTo>
                <a:lnTo>
                  <a:pt x="5825" y="19660"/>
                </a:lnTo>
                <a:lnTo>
                  <a:pt x="3335" y="14087"/>
                </a:lnTo>
                <a:lnTo>
                  <a:pt x="18142" y="14087"/>
                </a:lnTo>
                <a:close/>
                <a:moveTo>
                  <a:pt x="15387" y="21600"/>
                </a:moveTo>
                <a:lnTo>
                  <a:pt x="6091" y="21600"/>
                </a:lnTo>
                <a:cubicBezTo>
                  <a:pt x="5297" y="21600"/>
                  <a:pt x="4653" y="21273"/>
                  <a:pt x="4653" y="20870"/>
                </a:cubicBezTo>
                <a:cubicBezTo>
                  <a:pt x="4653" y="20467"/>
                  <a:pt x="5297" y="20140"/>
                  <a:pt x="6091" y="20140"/>
                </a:cubicBezTo>
                <a:lnTo>
                  <a:pt x="15387" y="20140"/>
                </a:lnTo>
                <a:cubicBezTo>
                  <a:pt x="16180" y="20140"/>
                  <a:pt x="16824" y="20467"/>
                  <a:pt x="16824" y="20870"/>
                </a:cubicBezTo>
                <a:cubicBezTo>
                  <a:pt x="16824" y="21273"/>
                  <a:pt x="16180" y="21600"/>
                  <a:pt x="15387" y="2160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0" name="Shape 868"/>
          <p:cNvSpPr/>
          <p:nvPr/>
        </p:nvSpPr>
        <p:spPr>
          <a:xfrm>
            <a:off x="5898553" y="4130711"/>
            <a:ext cx="382387" cy="3823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11" y="14767"/>
                </a:moveTo>
                <a:cubicBezTo>
                  <a:pt x="13064" y="15857"/>
                  <a:pt x="12008" y="16574"/>
                  <a:pt x="10830" y="16586"/>
                </a:cubicBezTo>
                <a:cubicBezTo>
                  <a:pt x="9652" y="16598"/>
                  <a:pt x="8581" y="15904"/>
                  <a:pt x="8112" y="14823"/>
                </a:cubicBezTo>
                <a:lnTo>
                  <a:pt x="6927" y="15338"/>
                </a:lnTo>
                <a:cubicBezTo>
                  <a:pt x="7604" y="16894"/>
                  <a:pt x="9146" y="17895"/>
                  <a:pt x="10843" y="17878"/>
                </a:cubicBezTo>
                <a:cubicBezTo>
                  <a:pt x="12541" y="17860"/>
                  <a:pt x="14062" y="16828"/>
                  <a:pt x="14706" y="15258"/>
                </a:cubicBezTo>
                <a:close/>
                <a:moveTo>
                  <a:pt x="14436" y="6575"/>
                </a:moveTo>
                <a:cubicBezTo>
                  <a:pt x="13817" y="6575"/>
                  <a:pt x="13316" y="7076"/>
                  <a:pt x="13316" y="7695"/>
                </a:cubicBezTo>
                <a:cubicBezTo>
                  <a:pt x="13316" y="8314"/>
                  <a:pt x="13817" y="8815"/>
                  <a:pt x="14436" y="8815"/>
                </a:cubicBezTo>
                <a:cubicBezTo>
                  <a:pt x="15055" y="8815"/>
                  <a:pt x="15556" y="8314"/>
                  <a:pt x="15556" y="7695"/>
                </a:cubicBezTo>
                <a:cubicBezTo>
                  <a:pt x="15556" y="7076"/>
                  <a:pt x="15055" y="6575"/>
                  <a:pt x="14436" y="6575"/>
                </a:cubicBezTo>
                <a:close/>
                <a:moveTo>
                  <a:pt x="7383" y="6575"/>
                </a:moveTo>
                <a:cubicBezTo>
                  <a:pt x="6764" y="6575"/>
                  <a:pt x="6262" y="7076"/>
                  <a:pt x="6262" y="7695"/>
                </a:cubicBezTo>
                <a:cubicBezTo>
                  <a:pt x="6262" y="8314"/>
                  <a:pt x="6764" y="8815"/>
                  <a:pt x="7383" y="8815"/>
                </a:cubicBezTo>
                <a:cubicBezTo>
                  <a:pt x="8001" y="8815"/>
                  <a:pt x="8503" y="8314"/>
                  <a:pt x="8503" y="7695"/>
                </a:cubicBezTo>
                <a:cubicBezTo>
                  <a:pt x="8503" y="7076"/>
                  <a:pt x="8001" y="6575"/>
                  <a:pt x="7383" y="6575"/>
                </a:cubicBezTo>
                <a:close/>
                <a:moveTo>
                  <a:pt x="10800" y="0"/>
                </a:moveTo>
                <a:lnTo>
                  <a:pt x="11904" y="56"/>
                </a:lnTo>
                <a:lnTo>
                  <a:pt x="12977" y="219"/>
                </a:lnTo>
                <a:lnTo>
                  <a:pt x="14012" y="485"/>
                </a:lnTo>
                <a:lnTo>
                  <a:pt x="15004" y="849"/>
                </a:lnTo>
                <a:lnTo>
                  <a:pt x="15948" y="1303"/>
                </a:lnTo>
                <a:lnTo>
                  <a:pt x="16838" y="1844"/>
                </a:lnTo>
                <a:lnTo>
                  <a:pt x="17670" y="2466"/>
                </a:lnTo>
                <a:lnTo>
                  <a:pt x="18437" y="3163"/>
                </a:lnTo>
                <a:lnTo>
                  <a:pt x="19134" y="3930"/>
                </a:lnTo>
                <a:lnTo>
                  <a:pt x="19755" y="4762"/>
                </a:lnTo>
                <a:lnTo>
                  <a:pt x="20296" y="5652"/>
                </a:lnTo>
                <a:lnTo>
                  <a:pt x="20751" y="6596"/>
                </a:lnTo>
                <a:lnTo>
                  <a:pt x="21114" y="7588"/>
                </a:lnTo>
                <a:lnTo>
                  <a:pt x="21381" y="8623"/>
                </a:lnTo>
                <a:lnTo>
                  <a:pt x="21544" y="9696"/>
                </a:lnTo>
                <a:lnTo>
                  <a:pt x="21600" y="10800"/>
                </a:lnTo>
                <a:lnTo>
                  <a:pt x="21544" y="11904"/>
                </a:lnTo>
                <a:lnTo>
                  <a:pt x="21381" y="12977"/>
                </a:lnTo>
                <a:lnTo>
                  <a:pt x="21114" y="14012"/>
                </a:lnTo>
                <a:lnTo>
                  <a:pt x="20751" y="15004"/>
                </a:lnTo>
                <a:lnTo>
                  <a:pt x="20296" y="15948"/>
                </a:lnTo>
                <a:lnTo>
                  <a:pt x="19755" y="16838"/>
                </a:lnTo>
                <a:lnTo>
                  <a:pt x="19134" y="17670"/>
                </a:lnTo>
                <a:lnTo>
                  <a:pt x="18437" y="18437"/>
                </a:lnTo>
                <a:lnTo>
                  <a:pt x="17670" y="19134"/>
                </a:lnTo>
                <a:lnTo>
                  <a:pt x="16838" y="19755"/>
                </a:lnTo>
                <a:lnTo>
                  <a:pt x="15948" y="20296"/>
                </a:lnTo>
                <a:lnTo>
                  <a:pt x="15004" y="20751"/>
                </a:lnTo>
                <a:lnTo>
                  <a:pt x="14012" y="21114"/>
                </a:lnTo>
                <a:lnTo>
                  <a:pt x="12977" y="21381"/>
                </a:lnTo>
                <a:lnTo>
                  <a:pt x="11904" y="21544"/>
                </a:lnTo>
                <a:cubicBezTo>
                  <a:pt x="11541" y="21581"/>
                  <a:pt x="11173" y="21600"/>
                  <a:pt x="10800" y="21600"/>
                </a:cubicBezTo>
                <a:cubicBezTo>
                  <a:pt x="10054" y="21600"/>
                  <a:pt x="9326" y="21524"/>
                  <a:pt x="8623" y="21381"/>
                </a:cubicBezTo>
                <a:cubicBezTo>
                  <a:pt x="8272" y="21309"/>
                  <a:pt x="7926" y="21219"/>
                  <a:pt x="7588" y="21114"/>
                </a:cubicBezTo>
                <a:cubicBezTo>
                  <a:pt x="7250" y="21009"/>
                  <a:pt x="6919" y="20888"/>
                  <a:pt x="6596" y="20751"/>
                </a:cubicBezTo>
                <a:cubicBezTo>
                  <a:pt x="6273" y="20614"/>
                  <a:pt x="5958" y="20463"/>
                  <a:pt x="5652" y="20296"/>
                </a:cubicBezTo>
                <a:cubicBezTo>
                  <a:pt x="5346" y="20130"/>
                  <a:pt x="5049" y="19950"/>
                  <a:pt x="4762" y="19755"/>
                </a:cubicBezTo>
                <a:cubicBezTo>
                  <a:pt x="4474" y="19561"/>
                  <a:pt x="4197" y="19354"/>
                  <a:pt x="3930" y="19134"/>
                </a:cubicBezTo>
                <a:cubicBezTo>
                  <a:pt x="3663" y="18914"/>
                  <a:pt x="3407" y="18681"/>
                  <a:pt x="3163" y="18437"/>
                </a:cubicBezTo>
                <a:cubicBezTo>
                  <a:pt x="2919" y="18192"/>
                  <a:pt x="2686" y="17936"/>
                  <a:pt x="2466" y="17670"/>
                </a:cubicBezTo>
                <a:cubicBezTo>
                  <a:pt x="2246" y="17403"/>
                  <a:pt x="2039" y="17126"/>
                  <a:pt x="1844" y="16838"/>
                </a:cubicBezTo>
                <a:cubicBezTo>
                  <a:pt x="1650" y="16551"/>
                  <a:pt x="1470" y="16254"/>
                  <a:pt x="1303" y="15948"/>
                </a:cubicBezTo>
                <a:cubicBezTo>
                  <a:pt x="1137" y="15642"/>
                  <a:pt x="985" y="15327"/>
                  <a:pt x="849" y="15004"/>
                </a:cubicBezTo>
                <a:cubicBezTo>
                  <a:pt x="712" y="14681"/>
                  <a:pt x="591" y="14350"/>
                  <a:pt x="485" y="14012"/>
                </a:cubicBezTo>
                <a:cubicBezTo>
                  <a:pt x="380" y="13673"/>
                  <a:pt x="291" y="13328"/>
                  <a:pt x="219" y="12977"/>
                </a:cubicBezTo>
                <a:cubicBezTo>
                  <a:pt x="147" y="12625"/>
                  <a:pt x="93" y="12267"/>
                  <a:pt x="56" y="11904"/>
                </a:cubicBezTo>
                <a:cubicBezTo>
                  <a:pt x="19" y="11541"/>
                  <a:pt x="0" y="11173"/>
                  <a:pt x="0" y="10800"/>
                </a:cubicBezTo>
                <a:cubicBezTo>
                  <a:pt x="0" y="10054"/>
                  <a:pt x="75" y="9326"/>
                  <a:pt x="219" y="8623"/>
                </a:cubicBezTo>
                <a:cubicBezTo>
                  <a:pt x="291" y="8272"/>
                  <a:pt x="380" y="7926"/>
                  <a:pt x="485" y="7588"/>
                </a:cubicBezTo>
                <a:cubicBezTo>
                  <a:pt x="591" y="7250"/>
                  <a:pt x="712" y="6919"/>
                  <a:pt x="849" y="6596"/>
                </a:cubicBezTo>
                <a:cubicBezTo>
                  <a:pt x="985" y="6273"/>
                  <a:pt x="1137" y="5958"/>
                  <a:pt x="1303" y="5652"/>
                </a:cubicBezTo>
                <a:cubicBezTo>
                  <a:pt x="1470" y="5346"/>
                  <a:pt x="1650" y="5049"/>
                  <a:pt x="1844" y="4762"/>
                </a:cubicBezTo>
                <a:cubicBezTo>
                  <a:pt x="2039" y="4474"/>
                  <a:pt x="2246" y="4197"/>
                  <a:pt x="2466" y="3930"/>
                </a:cubicBezTo>
                <a:cubicBezTo>
                  <a:pt x="2686" y="3663"/>
                  <a:pt x="2919" y="3407"/>
                  <a:pt x="3163" y="3163"/>
                </a:cubicBezTo>
                <a:cubicBezTo>
                  <a:pt x="3407" y="2919"/>
                  <a:pt x="3663" y="2686"/>
                  <a:pt x="3930" y="2466"/>
                </a:cubicBezTo>
                <a:cubicBezTo>
                  <a:pt x="4197" y="2246"/>
                  <a:pt x="4474" y="2039"/>
                  <a:pt x="4762" y="1844"/>
                </a:cubicBezTo>
                <a:cubicBezTo>
                  <a:pt x="5049" y="1650"/>
                  <a:pt x="5346" y="1470"/>
                  <a:pt x="5652" y="1303"/>
                </a:cubicBezTo>
                <a:cubicBezTo>
                  <a:pt x="5958" y="1137"/>
                  <a:pt x="6273" y="985"/>
                  <a:pt x="6596" y="849"/>
                </a:cubicBezTo>
                <a:cubicBezTo>
                  <a:pt x="6919" y="712"/>
                  <a:pt x="7250" y="591"/>
                  <a:pt x="7588" y="485"/>
                </a:cubicBezTo>
                <a:cubicBezTo>
                  <a:pt x="7926" y="380"/>
                  <a:pt x="8272" y="291"/>
                  <a:pt x="8623" y="219"/>
                </a:cubicBezTo>
                <a:cubicBezTo>
                  <a:pt x="8975" y="147"/>
                  <a:pt x="9333" y="93"/>
                  <a:pt x="9696" y="56"/>
                </a:cubicBezTo>
                <a:cubicBezTo>
                  <a:pt x="10059" y="19"/>
                  <a:pt x="10427" y="0"/>
                  <a:pt x="10800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1" name="Shape 869"/>
          <p:cNvSpPr/>
          <p:nvPr/>
        </p:nvSpPr>
        <p:spPr>
          <a:xfrm>
            <a:off x="7635599" y="4130711"/>
            <a:ext cx="382387" cy="3823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56" y="13849"/>
                </a:moveTo>
                <a:cubicBezTo>
                  <a:pt x="9059" y="13867"/>
                  <a:pt x="7538" y="14899"/>
                  <a:pt x="6893" y="16469"/>
                </a:cubicBezTo>
                <a:lnTo>
                  <a:pt x="8089" y="16959"/>
                </a:lnTo>
                <a:cubicBezTo>
                  <a:pt x="8536" y="15870"/>
                  <a:pt x="9592" y="15153"/>
                  <a:pt x="10770" y="15141"/>
                </a:cubicBezTo>
                <a:cubicBezTo>
                  <a:pt x="11948" y="15129"/>
                  <a:pt x="13018" y="15823"/>
                  <a:pt x="13488" y="16904"/>
                </a:cubicBezTo>
                <a:lnTo>
                  <a:pt x="14673" y="16389"/>
                </a:lnTo>
                <a:cubicBezTo>
                  <a:pt x="13996" y="14832"/>
                  <a:pt x="12454" y="13832"/>
                  <a:pt x="10756" y="13849"/>
                </a:cubicBezTo>
                <a:close/>
                <a:moveTo>
                  <a:pt x="14436" y="6575"/>
                </a:moveTo>
                <a:cubicBezTo>
                  <a:pt x="13817" y="6575"/>
                  <a:pt x="13316" y="7076"/>
                  <a:pt x="13316" y="7695"/>
                </a:cubicBezTo>
                <a:cubicBezTo>
                  <a:pt x="13316" y="8314"/>
                  <a:pt x="13817" y="8815"/>
                  <a:pt x="14436" y="8815"/>
                </a:cubicBezTo>
                <a:cubicBezTo>
                  <a:pt x="15055" y="8815"/>
                  <a:pt x="15556" y="8314"/>
                  <a:pt x="15556" y="7695"/>
                </a:cubicBezTo>
                <a:cubicBezTo>
                  <a:pt x="15556" y="7076"/>
                  <a:pt x="15055" y="6575"/>
                  <a:pt x="14436" y="6575"/>
                </a:cubicBezTo>
                <a:close/>
                <a:moveTo>
                  <a:pt x="7383" y="6575"/>
                </a:moveTo>
                <a:cubicBezTo>
                  <a:pt x="6764" y="6575"/>
                  <a:pt x="6262" y="7076"/>
                  <a:pt x="6262" y="7695"/>
                </a:cubicBezTo>
                <a:cubicBezTo>
                  <a:pt x="6262" y="8314"/>
                  <a:pt x="6764" y="8815"/>
                  <a:pt x="7383" y="8815"/>
                </a:cubicBezTo>
                <a:cubicBezTo>
                  <a:pt x="8001" y="8815"/>
                  <a:pt x="8503" y="8314"/>
                  <a:pt x="8503" y="7695"/>
                </a:cubicBezTo>
                <a:cubicBezTo>
                  <a:pt x="8503" y="7076"/>
                  <a:pt x="8001" y="6575"/>
                  <a:pt x="7383" y="6575"/>
                </a:cubicBezTo>
                <a:close/>
                <a:moveTo>
                  <a:pt x="10800" y="0"/>
                </a:moveTo>
                <a:lnTo>
                  <a:pt x="11904" y="56"/>
                </a:lnTo>
                <a:lnTo>
                  <a:pt x="12977" y="219"/>
                </a:lnTo>
                <a:lnTo>
                  <a:pt x="14012" y="485"/>
                </a:lnTo>
                <a:lnTo>
                  <a:pt x="15004" y="849"/>
                </a:lnTo>
                <a:lnTo>
                  <a:pt x="15948" y="1303"/>
                </a:lnTo>
                <a:lnTo>
                  <a:pt x="16838" y="1844"/>
                </a:lnTo>
                <a:lnTo>
                  <a:pt x="17670" y="2466"/>
                </a:lnTo>
                <a:lnTo>
                  <a:pt x="18437" y="3163"/>
                </a:lnTo>
                <a:lnTo>
                  <a:pt x="19134" y="3930"/>
                </a:lnTo>
                <a:lnTo>
                  <a:pt x="19755" y="4762"/>
                </a:lnTo>
                <a:lnTo>
                  <a:pt x="20296" y="5652"/>
                </a:lnTo>
                <a:lnTo>
                  <a:pt x="20751" y="6596"/>
                </a:lnTo>
                <a:lnTo>
                  <a:pt x="21114" y="7588"/>
                </a:lnTo>
                <a:lnTo>
                  <a:pt x="21381" y="8623"/>
                </a:lnTo>
                <a:lnTo>
                  <a:pt x="21544" y="9696"/>
                </a:lnTo>
                <a:lnTo>
                  <a:pt x="21600" y="10800"/>
                </a:lnTo>
                <a:lnTo>
                  <a:pt x="21544" y="11904"/>
                </a:lnTo>
                <a:lnTo>
                  <a:pt x="21381" y="12977"/>
                </a:lnTo>
                <a:lnTo>
                  <a:pt x="21114" y="14012"/>
                </a:lnTo>
                <a:lnTo>
                  <a:pt x="20751" y="15004"/>
                </a:lnTo>
                <a:lnTo>
                  <a:pt x="20296" y="15948"/>
                </a:lnTo>
                <a:lnTo>
                  <a:pt x="19755" y="16838"/>
                </a:lnTo>
                <a:lnTo>
                  <a:pt x="19134" y="17670"/>
                </a:lnTo>
                <a:lnTo>
                  <a:pt x="18437" y="18437"/>
                </a:lnTo>
                <a:lnTo>
                  <a:pt x="17670" y="19134"/>
                </a:lnTo>
                <a:lnTo>
                  <a:pt x="16838" y="19755"/>
                </a:lnTo>
                <a:lnTo>
                  <a:pt x="15948" y="20296"/>
                </a:lnTo>
                <a:lnTo>
                  <a:pt x="15004" y="20751"/>
                </a:lnTo>
                <a:lnTo>
                  <a:pt x="14012" y="21114"/>
                </a:lnTo>
                <a:lnTo>
                  <a:pt x="12977" y="21381"/>
                </a:lnTo>
                <a:lnTo>
                  <a:pt x="11904" y="21544"/>
                </a:lnTo>
                <a:cubicBezTo>
                  <a:pt x="11541" y="21581"/>
                  <a:pt x="11173" y="21600"/>
                  <a:pt x="10800" y="21600"/>
                </a:cubicBezTo>
                <a:cubicBezTo>
                  <a:pt x="10054" y="21600"/>
                  <a:pt x="9326" y="21524"/>
                  <a:pt x="8623" y="21381"/>
                </a:cubicBezTo>
                <a:cubicBezTo>
                  <a:pt x="8272" y="21309"/>
                  <a:pt x="7926" y="21219"/>
                  <a:pt x="7588" y="21114"/>
                </a:cubicBezTo>
                <a:cubicBezTo>
                  <a:pt x="7250" y="21009"/>
                  <a:pt x="6919" y="20888"/>
                  <a:pt x="6596" y="20751"/>
                </a:cubicBezTo>
                <a:cubicBezTo>
                  <a:pt x="6273" y="20614"/>
                  <a:pt x="5958" y="20463"/>
                  <a:pt x="5652" y="20296"/>
                </a:cubicBezTo>
                <a:cubicBezTo>
                  <a:pt x="5346" y="20130"/>
                  <a:pt x="5049" y="19950"/>
                  <a:pt x="4762" y="19755"/>
                </a:cubicBezTo>
                <a:cubicBezTo>
                  <a:pt x="4474" y="19561"/>
                  <a:pt x="4197" y="19354"/>
                  <a:pt x="3930" y="19134"/>
                </a:cubicBezTo>
                <a:cubicBezTo>
                  <a:pt x="3663" y="18914"/>
                  <a:pt x="3407" y="18681"/>
                  <a:pt x="3163" y="18437"/>
                </a:cubicBezTo>
                <a:cubicBezTo>
                  <a:pt x="2919" y="18192"/>
                  <a:pt x="2686" y="17936"/>
                  <a:pt x="2466" y="17670"/>
                </a:cubicBezTo>
                <a:cubicBezTo>
                  <a:pt x="2246" y="17403"/>
                  <a:pt x="2039" y="17126"/>
                  <a:pt x="1844" y="16838"/>
                </a:cubicBezTo>
                <a:cubicBezTo>
                  <a:pt x="1650" y="16551"/>
                  <a:pt x="1470" y="16254"/>
                  <a:pt x="1303" y="15948"/>
                </a:cubicBezTo>
                <a:cubicBezTo>
                  <a:pt x="1137" y="15642"/>
                  <a:pt x="985" y="15327"/>
                  <a:pt x="849" y="15004"/>
                </a:cubicBezTo>
                <a:cubicBezTo>
                  <a:pt x="712" y="14681"/>
                  <a:pt x="591" y="14350"/>
                  <a:pt x="485" y="14012"/>
                </a:cubicBezTo>
                <a:cubicBezTo>
                  <a:pt x="380" y="13673"/>
                  <a:pt x="291" y="13328"/>
                  <a:pt x="219" y="12977"/>
                </a:cubicBezTo>
                <a:cubicBezTo>
                  <a:pt x="147" y="12625"/>
                  <a:pt x="93" y="12267"/>
                  <a:pt x="56" y="11904"/>
                </a:cubicBezTo>
                <a:cubicBezTo>
                  <a:pt x="19" y="11541"/>
                  <a:pt x="0" y="11173"/>
                  <a:pt x="0" y="10800"/>
                </a:cubicBezTo>
                <a:cubicBezTo>
                  <a:pt x="0" y="10054"/>
                  <a:pt x="75" y="9326"/>
                  <a:pt x="219" y="8623"/>
                </a:cubicBezTo>
                <a:cubicBezTo>
                  <a:pt x="291" y="8272"/>
                  <a:pt x="380" y="7926"/>
                  <a:pt x="485" y="7588"/>
                </a:cubicBezTo>
                <a:cubicBezTo>
                  <a:pt x="591" y="7250"/>
                  <a:pt x="712" y="6919"/>
                  <a:pt x="849" y="6596"/>
                </a:cubicBezTo>
                <a:cubicBezTo>
                  <a:pt x="985" y="6273"/>
                  <a:pt x="1137" y="5958"/>
                  <a:pt x="1303" y="5652"/>
                </a:cubicBezTo>
                <a:cubicBezTo>
                  <a:pt x="1470" y="5346"/>
                  <a:pt x="1650" y="5049"/>
                  <a:pt x="1844" y="4762"/>
                </a:cubicBezTo>
                <a:cubicBezTo>
                  <a:pt x="2039" y="4474"/>
                  <a:pt x="2246" y="4197"/>
                  <a:pt x="2466" y="3930"/>
                </a:cubicBezTo>
                <a:cubicBezTo>
                  <a:pt x="2686" y="3663"/>
                  <a:pt x="2919" y="3407"/>
                  <a:pt x="3163" y="3163"/>
                </a:cubicBezTo>
                <a:cubicBezTo>
                  <a:pt x="3407" y="2919"/>
                  <a:pt x="3663" y="2686"/>
                  <a:pt x="3930" y="2466"/>
                </a:cubicBezTo>
                <a:cubicBezTo>
                  <a:pt x="4197" y="2246"/>
                  <a:pt x="4474" y="2039"/>
                  <a:pt x="4762" y="1844"/>
                </a:cubicBezTo>
                <a:cubicBezTo>
                  <a:pt x="5049" y="1650"/>
                  <a:pt x="5346" y="1470"/>
                  <a:pt x="5652" y="1303"/>
                </a:cubicBezTo>
                <a:cubicBezTo>
                  <a:pt x="5958" y="1137"/>
                  <a:pt x="6273" y="985"/>
                  <a:pt x="6596" y="849"/>
                </a:cubicBezTo>
                <a:cubicBezTo>
                  <a:pt x="6919" y="712"/>
                  <a:pt x="7250" y="591"/>
                  <a:pt x="7588" y="485"/>
                </a:cubicBezTo>
                <a:cubicBezTo>
                  <a:pt x="7926" y="380"/>
                  <a:pt x="8272" y="291"/>
                  <a:pt x="8623" y="219"/>
                </a:cubicBezTo>
                <a:cubicBezTo>
                  <a:pt x="8975" y="147"/>
                  <a:pt x="9333" y="93"/>
                  <a:pt x="9696" y="56"/>
                </a:cubicBezTo>
                <a:cubicBezTo>
                  <a:pt x="10059" y="19"/>
                  <a:pt x="10427" y="0"/>
                  <a:pt x="10800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2" name="Shape 870"/>
          <p:cNvSpPr/>
          <p:nvPr/>
        </p:nvSpPr>
        <p:spPr>
          <a:xfrm>
            <a:off x="6480364" y="4132807"/>
            <a:ext cx="378193" cy="378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323" y="14096"/>
                </a:moveTo>
                <a:lnTo>
                  <a:pt x="9034" y="15781"/>
                </a:lnTo>
                <a:lnTo>
                  <a:pt x="9407" y="17172"/>
                </a:lnTo>
                <a:lnTo>
                  <a:pt x="15695" y="15487"/>
                </a:lnTo>
                <a:close/>
                <a:moveTo>
                  <a:pt x="14436" y="6575"/>
                </a:moveTo>
                <a:cubicBezTo>
                  <a:pt x="13817" y="6575"/>
                  <a:pt x="13316" y="7076"/>
                  <a:pt x="13316" y="7695"/>
                </a:cubicBezTo>
                <a:cubicBezTo>
                  <a:pt x="13316" y="8314"/>
                  <a:pt x="13817" y="8815"/>
                  <a:pt x="14436" y="8815"/>
                </a:cubicBezTo>
                <a:cubicBezTo>
                  <a:pt x="15055" y="8815"/>
                  <a:pt x="15556" y="8314"/>
                  <a:pt x="15556" y="7695"/>
                </a:cubicBezTo>
                <a:cubicBezTo>
                  <a:pt x="15556" y="7076"/>
                  <a:pt x="15055" y="6575"/>
                  <a:pt x="14436" y="6575"/>
                </a:cubicBezTo>
                <a:close/>
                <a:moveTo>
                  <a:pt x="7383" y="6575"/>
                </a:moveTo>
                <a:cubicBezTo>
                  <a:pt x="6764" y="6575"/>
                  <a:pt x="6262" y="7076"/>
                  <a:pt x="6262" y="7695"/>
                </a:cubicBezTo>
                <a:cubicBezTo>
                  <a:pt x="6262" y="8314"/>
                  <a:pt x="6764" y="8815"/>
                  <a:pt x="7383" y="8815"/>
                </a:cubicBezTo>
                <a:cubicBezTo>
                  <a:pt x="8001" y="8815"/>
                  <a:pt x="8503" y="8314"/>
                  <a:pt x="8503" y="7695"/>
                </a:cubicBezTo>
                <a:cubicBezTo>
                  <a:pt x="8503" y="7076"/>
                  <a:pt x="8001" y="6575"/>
                  <a:pt x="7383" y="6575"/>
                </a:cubicBezTo>
                <a:close/>
                <a:moveTo>
                  <a:pt x="10800" y="0"/>
                </a:moveTo>
                <a:lnTo>
                  <a:pt x="11904" y="56"/>
                </a:lnTo>
                <a:lnTo>
                  <a:pt x="12977" y="219"/>
                </a:lnTo>
                <a:lnTo>
                  <a:pt x="14012" y="485"/>
                </a:lnTo>
                <a:lnTo>
                  <a:pt x="15004" y="849"/>
                </a:lnTo>
                <a:lnTo>
                  <a:pt x="15948" y="1303"/>
                </a:lnTo>
                <a:lnTo>
                  <a:pt x="16838" y="1844"/>
                </a:lnTo>
                <a:lnTo>
                  <a:pt x="17670" y="2466"/>
                </a:lnTo>
                <a:lnTo>
                  <a:pt x="18437" y="3163"/>
                </a:lnTo>
                <a:lnTo>
                  <a:pt x="19134" y="3930"/>
                </a:lnTo>
                <a:lnTo>
                  <a:pt x="19755" y="4762"/>
                </a:lnTo>
                <a:lnTo>
                  <a:pt x="20296" y="5652"/>
                </a:lnTo>
                <a:lnTo>
                  <a:pt x="20751" y="6596"/>
                </a:lnTo>
                <a:lnTo>
                  <a:pt x="21114" y="7588"/>
                </a:lnTo>
                <a:lnTo>
                  <a:pt x="21381" y="8623"/>
                </a:lnTo>
                <a:lnTo>
                  <a:pt x="21544" y="9696"/>
                </a:lnTo>
                <a:lnTo>
                  <a:pt x="21600" y="10800"/>
                </a:lnTo>
                <a:lnTo>
                  <a:pt x="21544" y="11904"/>
                </a:lnTo>
                <a:lnTo>
                  <a:pt x="21381" y="12977"/>
                </a:lnTo>
                <a:lnTo>
                  <a:pt x="21114" y="14012"/>
                </a:lnTo>
                <a:lnTo>
                  <a:pt x="20751" y="15004"/>
                </a:lnTo>
                <a:lnTo>
                  <a:pt x="20296" y="15948"/>
                </a:lnTo>
                <a:lnTo>
                  <a:pt x="19755" y="16838"/>
                </a:lnTo>
                <a:lnTo>
                  <a:pt x="19134" y="17670"/>
                </a:lnTo>
                <a:lnTo>
                  <a:pt x="18437" y="18437"/>
                </a:lnTo>
                <a:lnTo>
                  <a:pt x="17670" y="19134"/>
                </a:lnTo>
                <a:lnTo>
                  <a:pt x="16838" y="19755"/>
                </a:lnTo>
                <a:lnTo>
                  <a:pt x="15948" y="20296"/>
                </a:lnTo>
                <a:lnTo>
                  <a:pt x="15004" y="20751"/>
                </a:lnTo>
                <a:lnTo>
                  <a:pt x="14012" y="21114"/>
                </a:lnTo>
                <a:lnTo>
                  <a:pt x="12977" y="21381"/>
                </a:lnTo>
                <a:lnTo>
                  <a:pt x="11904" y="21544"/>
                </a:lnTo>
                <a:cubicBezTo>
                  <a:pt x="11541" y="21581"/>
                  <a:pt x="11173" y="21600"/>
                  <a:pt x="10800" y="21600"/>
                </a:cubicBezTo>
                <a:cubicBezTo>
                  <a:pt x="10054" y="21600"/>
                  <a:pt x="9326" y="21524"/>
                  <a:pt x="8623" y="21381"/>
                </a:cubicBezTo>
                <a:cubicBezTo>
                  <a:pt x="8272" y="21309"/>
                  <a:pt x="7926" y="21219"/>
                  <a:pt x="7588" y="21114"/>
                </a:cubicBezTo>
                <a:cubicBezTo>
                  <a:pt x="7250" y="21009"/>
                  <a:pt x="6919" y="20888"/>
                  <a:pt x="6596" y="20751"/>
                </a:cubicBezTo>
                <a:cubicBezTo>
                  <a:pt x="6273" y="20614"/>
                  <a:pt x="5958" y="20463"/>
                  <a:pt x="5652" y="20296"/>
                </a:cubicBezTo>
                <a:cubicBezTo>
                  <a:pt x="5346" y="20130"/>
                  <a:pt x="5049" y="19950"/>
                  <a:pt x="4762" y="19755"/>
                </a:cubicBezTo>
                <a:cubicBezTo>
                  <a:pt x="4474" y="19561"/>
                  <a:pt x="4197" y="19354"/>
                  <a:pt x="3930" y="19134"/>
                </a:cubicBezTo>
                <a:cubicBezTo>
                  <a:pt x="3663" y="18914"/>
                  <a:pt x="3407" y="18681"/>
                  <a:pt x="3163" y="18437"/>
                </a:cubicBezTo>
                <a:cubicBezTo>
                  <a:pt x="2919" y="18192"/>
                  <a:pt x="2686" y="17936"/>
                  <a:pt x="2466" y="17670"/>
                </a:cubicBezTo>
                <a:cubicBezTo>
                  <a:pt x="2246" y="17403"/>
                  <a:pt x="2038" y="17126"/>
                  <a:pt x="1844" y="16838"/>
                </a:cubicBezTo>
                <a:cubicBezTo>
                  <a:pt x="1650" y="16551"/>
                  <a:pt x="1470" y="16254"/>
                  <a:pt x="1303" y="15948"/>
                </a:cubicBezTo>
                <a:cubicBezTo>
                  <a:pt x="1137" y="15642"/>
                  <a:pt x="985" y="15327"/>
                  <a:pt x="849" y="15004"/>
                </a:cubicBezTo>
                <a:cubicBezTo>
                  <a:pt x="712" y="14681"/>
                  <a:pt x="591" y="14350"/>
                  <a:pt x="485" y="14012"/>
                </a:cubicBezTo>
                <a:cubicBezTo>
                  <a:pt x="380" y="13673"/>
                  <a:pt x="291" y="13328"/>
                  <a:pt x="219" y="12977"/>
                </a:cubicBezTo>
                <a:cubicBezTo>
                  <a:pt x="147" y="12625"/>
                  <a:pt x="93" y="12267"/>
                  <a:pt x="56" y="11904"/>
                </a:cubicBezTo>
                <a:cubicBezTo>
                  <a:pt x="19" y="11541"/>
                  <a:pt x="0" y="11173"/>
                  <a:pt x="0" y="10800"/>
                </a:cubicBezTo>
                <a:cubicBezTo>
                  <a:pt x="0" y="10054"/>
                  <a:pt x="75" y="9326"/>
                  <a:pt x="219" y="8623"/>
                </a:cubicBezTo>
                <a:cubicBezTo>
                  <a:pt x="291" y="8272"/>
                  <a:pt x="380" y="7926"/>
                  <a:pt x="485" y="7588"/>
                </a:cubicBezTo>
                <a:cubicBezTo>
                  <a:pt x="591" y="7250"/>
                  <a:pt x="712" y="6919"/>
                  <a:pt x="849" y="6596"/>
                </a:cubicBezTo>
                <a:cubicBezTo>
                  <a:pt x="985" y="6273"/>
                  <a:pt x="1137" y="5958"/>
                  <a:pt x="1303" y="5652"/>
                </a:cubicBezTo>
                <a:cubicBezTo>
                  <a:pt x="1470" y="5346"/>
                  <a:pt x="1650" y="5049"/>
                  <a:pt x="1844" y="4762"/>
                </a:cubicBezTo>
                <a:cubicBezTo>
                  <a:pt x="2038" y="4474"/>
                  <a:pt x="2246" y="4197"/>
                  <a:pt x="2466" y="3930"/>
                </a:cubicBezTo>
                <a:cubicBezTo>
                  <a:pt x="2686" y="3663"/>
                  <a:pt x="2919" y="3407"/>
                  <a:pt x="3163" y="3163"/>
                </a:cubicBezTo>
                <a:cubicBezTo>
                  <a:pt x="3407" y="2919"/>
                  <a:pt x="3663" y="2686"/>
                  <a:pt x="3930" y="2466"/>
                </a:cubicBezTo>
                <a:cubicBezTo>
                  <a:pt x="4197" y="2246"/>
                  <a:pt x="4474" y="2038"/>
                  <a:pt x="4762" y="1844"/>
                </a:cubicBezTo>
                <a:cubicBezTo>
                  <a:pt x="5049" y="1650"/>
                  <a:pt x="5346" y="1470"/>
                  <a:pt x="5652" y="1303"/>
                </a:cubicBezTo>
                <a:cubicBezTo>
                  <a:pt x="5958" y="1137"/>
                  <a:pt x="6273" y="985"/>
                  <a:pt x="6596" y="849"/>
                </a:cubicBezTo>
                <a:cubicBezTo>
                  <a:pt x="6919" y="712"/>
                  <a:pt x="7250" y="591"/>
                  <a:pt x="7588" y="485"/>
                </a:cubicBezTo>
                <a:cubicBezTo>
                  <a:pt x="7926" y="380"/>
                  <a:pt x="8272" y="291"/>
                  <a:pt x="8623" y="219"/>
                </a:cubicBezTo>
                <a:cubicBezTo>
                  <a:pt x="8975" y="147"/>
                  <a:pt x="9333" y="93"/>
                  <a:pt x="9696" y="56"/>
                </a:cubicBezTo>
                <a:cubicBezTo>
                  <a:pt x="10059" y="19"/>
                  <a:pt x="10427" y="0"/>
                  <a:pt x="10800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3" name="Shape 871"/>
          <p:cNvSpPr/>
          <p:nvPr/>
        </p:nvSpPr>
        <p:spPr>
          <a:xfrm>
            <a:off x="8217413" y="4128387"/>
            <a:ext cx="387034" cy="3870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000" y="14116"/>
                </a:moveTo>
                <a:lnTo>
                  <a:pt x="6601" y="14212"/>
                </a:lnTo>
                <a:cubicBezTo>
                  <a:pt x="6658" y="16509"/>
                  <a:pt x="8550" y="18334"/>
                  <a:pt x="10848" y="18308"/>
                </a:cubicBezTo>
                <a:cubicBezTo>
                  <a:pt x="13146" y="18282"/>
                  <a:pt x="14996" y="16414"/>
                  <a:pt x="15000" y="14116"/>
                </a:cubicBezTo>
                <a:close/>
                <a:moveTo>
                  <a:pt x="16702" y="5229"/>
                </a:moveTo>
                <a:lnTo>
                  <a:pt x="12462" y="9526"/>
                </a:lnTo>
                <a:lnTo>
                  <a:pt x="16702" y="10147"/>
                </a:lnTo>
                <a:lnTo>
                  <a:pt x="16702" y="9191"/>
                </a:lnTo>
                <a:lnTo>
                  <a:pt x="14586" y="8880"/>
                </a:lnTo>
                <a:lnTo>
                  <a:pt x="16702" y="6735"/>
                </a:lnTo>
                <a:close/>
                <a:moveTo>
                  <a:pt x="4898" y="5229"/>
                </a:moveTo>
                <a:lnTo>
                  <a:pt x="4898" y="6735"/>
                </a:lnTo>
                <a:lnTo>
                  <a:pt x="7014" y="8880"/>
                </a:lnTo>
                <a:lnTo>
                  <a:pt x="4898" y="9191"/>
                </a:lnTo>
                <a:lnTo>
                  <a:pt x="4898" y="10147"/>
                </a:lnTo>
                <a:lnTo>
                  <a:pt x="9138" y="9526"/>
                </a:lnTo>
                <a:close/>
                <a:moveTo>
                  <a:pt x="10800" y="0"/>
                </a:move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4" name="Shape 872"/>
          <p:cNvSpPr/>
          <p:nvPr/>
        </p:nvSpPr>
        <p:spPr>
          <a:xfrm>
            <a:off x="7057982" y="4132807"/>
            <a:ext cx="378193" cy="378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11" y="14767"/>
                </a:moveTo>
                <a:cubicBezTo>
                  <a:pt x="13064" y="15857"/>
                  <a:pt x="12008" y="16574"/>
                  <a:pt x="10830" y="16586"/>
                </a:cubicBezTo>
                <a:cubicBezTo>
                  <a:pt x="9652" y="16598"/>
                  <a:pt x="8581" y="15904"/>
                  <a:pt x="8112" y="14823"/>
                </a:cubicBezTo>
                <a:lnTo>
                  <a:pt x="6927" y="15338"/>
                </a:lnTo>
                <a:cubicBezTo>
                  <a:pt x="7604" y="16894"/>
                  <a:pt x="9146" y="17895"/>
                  <a:pt x="10843" y="17878"/>
                </a:cubicBezTo>
                <a:cubicBezTo>
                  <a:pt x="12541" y="17860"/>
                  <a:pt x="14062" y="16828"/>
                  <a:pt x="14706" y="15258"/>
                </a:cubicBezTo>
                <a:close/>
                <a:moveTo>
                  <a:pt x="6253" y="6577"/>
                </a:moveTo>
                <a:cubicBezTo>
                  <a:pt x="5672" y="6556"/>
                  <a:pt x="5085" y="6685"/>
                  <a:pt x="4554" y="6967"/>
                </a:cubicBezTo>
                <a:cubicBezTo>
                  <a:pt x="3491" y="7532"/>
                  <a:pt x="2811" y="8622"/>
                  <a:pt x="2771" y="9824"/>
                </a:cubicBezTo>
                <a:lnTo>
                  <a:pt x="4106" y="9868"/>
                </a:lnTo>
                <a:cubicBezTo>
                  <a:pt x="4130" y="9143"/>
                  <a:pt x="4539" y="8486"/>
                  <a:pt x="5180" y="8146"/>
                </a:cubicBezTo>
                <a:cubicBezTo>
                  <a:pt x="5821" y="7806"/>
                  <a:pt x="6594" y="7834"/>
                  <a:pt x="7208" y="8221"/>
                </a:cubicBezTo>
                <a:cubicBezTo>
                  <a:pt x="7822" y="8607"/>
                  <a:pt x="8183" y="9292"/>
                  <a:pt x="8154" y="10017"/>
                </a:cubicBezTo>
                <a:lnTo>
                  <a:pt x="9488" y="10070"/>
                </a:lnTo>
                <a:cubicBezTo>
                  <a:pt x="9536" y="8868"/>
                  <a:pt x="8938" y="7731"/>
                  <a:pt x="7919" y="7091"/>
                </a:cubicBezTo>
                <a:cubicBezTo>
                  <a:pt x="7410" y="6770"/>
                  <a:pt x="6834" y="6598"/>
                  <a:pt x="6253" y="6577"/>
                </a:cubicBezTo>
                <a:close/>
                <a:moveTo>
                  <a:pt x="15374" y="6577"/>
                </a:moveTo>
                <a:cubicBezTo>
                  <a:pt x="14793" y="6556"/>
                  <a:pt x="14206" y="6685"/>
                  <a:pt x="13675" y="6967"/>
                </a:cubicBezTo>
                <a:cubicBezTo>
                  <a:pt x="12612" y="7532"/>
                  <a:pt x="11932" y="8622"/>
                  <a:pt x="11892" y="9824"/>
                </a:cubicBezTo>
                <a:lnTo>
                  <a:pt x="13227" y="9868"/>
                </a:lnTo>
                <a:cubicBezTo>
                  <a:pt x="13251" y="9143"/>
                  <a:pt x="13660" y="8486"/>
                  <a:pt x="14301" y="8146"/>
                </a:cubicBezTo>
                <a:cubicBezTo>
                  <a:pt x="14942" y="7806"/>
                  <a:pt x="15715" y="7834"/>
                  <a:pt x="16329" y="8221"/>
                </a:cubicBezTo>
                <a:cubicBezTo>
                  <a:pt x="16943" y="8607"/>
                  <a:pt x="17304" y="9292"/>
                  <a:pt x="17275" y="10017"/>
                </a:cubicBezTo>
                <a:lnTo>
                  <a:pt x="18609" y="10070"/>
                </a:lnTo>
                <a:cubicBezTo>
                  <a:pt x="18657" y="8868"/>
                  <a:pt x="18059" y="7731"/>
                  <a:pt x="17040" y="7091"/>
                </a:cubicBezTo>
                <a:cubicBezTo>
                  <a:pt x="16531" y="6770"/>
                  <a:pt x="15955" y="6598"/>
                  <a:pt x="15374" y="6577"/>
                </a:cubicBezTo>
                <a:close/>
                <a:moveTo>
                  <a:pt x="10800" y="0"/>
                </a:moveTo>
                <a:lnTo>
                  <a:pt x="11904" y="56"/>
                </a:lnTo>
                <a:lnTo>
                  <a:pt x="12977" y="219"/>
                </a:lnTo>
                <a:lnTo>
                  <a:pt x="14012" y="485"/>
                </a:lnTo>
                <a:lnTo>
                  <a:pt x="15004" y="849"/>
                </a:lnTo>
                <a:lnTo>
                  <a:pt x="15948" y="1303"/>
                </a:lnTo>
                <a:lnTo>
                  <a:pt x="16838" y="1844"/>
                </a:lnTo>
                <a:lnTo>
                  <a:pt x="17670" y="2466"/>
                </a:lnTo>
                <a:lnTo>
                  <a:pt x="18437" y="3163"/>
                </a:lnTo>
                <a:lnTo>
                  <a:pt x="19134" y="3930"/>
                </a:lnTo>
                <a:lnTo>
                  <a:pt x="19755" y="4762"/>
                </a:lnTo>
                <a:lnTo>
                  <a:pt x="20296" y="5652"/>
                </a:lnTo>
                <a:lnTo>
                  <a:pt x="20751" y="6596"/>
                </a:lnTo>
                <a:lnTo>
                  <a:pt x="21114" y="7588"/>
                </a:lnTo>
                <a:lnTo>
                  <a:pt x="21381" y="8623"/>
                </a:lnTo>
                <a:lnTo>
                  <a:pt x="21544" y="9696"/>
                </a:lnTo>
                <a:lnTo>
                  <a:pt x="21600" y="10800"/>
                </a:lnTo>
                <a:lnTo>
                  <a:pt x="21544" y="11904"/>
                </a:lnTo>
                <a:lnTo>
                  <a:pt x="21381" y="12977"/>
                </a:lnTo>
                <a:lnTo>
                  <a:pt x="21114" y="14012"/>
                </a:lnTo>
                <a:lnTo>
                  <a:pt x="20751" y="15004"/>
                </a:lnTo>
                <a:lnTo>
                  <a:pt x="20296" y="15948"/>
                </a:lnTo>
                <a:lnTo>
                  <a:pt x="19755" y="16838"/>
                </a:lnTo>
                <a:lnTo>
                  <a:pt x="19134" y="17670"/>
                </a:lnTo>
                <a:lnTo>
                  <a:pt x="18437" y="18437"/>
                </a:lnTo>
                <a:lnTo>
                  <a:pt x="17670" y="19134"/>
                </a:lnTo>
                <a:lnTo>
                  <a:pt x="16838" y="19755"/>
                </a:lnTo>
                <a:lnTo>
                  <a:pt x="15948" y="20296"/>
                </a:lnTo>
                <a:lnTo>
                  <a:pt x="15004" y="20751"/>
                </a:lnTo>
                <a:lnTo>
                  <a:pt x="14012" y="21114"/>
                </a:lnTo>
                <a:lnTo>
                  <a:pt x="12977" y="21381"/>
                </a:lnTo>
                <a:lnTo>
                  <a:pt x="11904" y="21544"/>
                </a:lnTo>
                <a:cubicBezTo>
                  <a:pt x="11541" y="21581"/>
                  <a:pt x="11173" y="21600"/>
                  <a:pt x="10800" y="21600"/>
                </a:cubicBezTo>
                <a:cubicBezTo>
                  <a:pt x="10054" y="21600"/>
                  <a:pt x="9326" y="21524"/>
                  <a:pt x="8623" y="21381"/>
                </a:cubicBezTo>
                <a:cubicBezTo>
                  <a:pt x="8272" y="21309"/>
                  <a:pt x="7926" y="21219"/>
                  <a:pt x="7588" y="21114"/>
                </a:cubicBezTo>
                <a:cubicBezTo>
                  <a:pt x="7250" y="21009"/>
                  <a:pt x="6919" y="20888"/>
                  <a:pt x="6596" y="20751"/>
                </a:cubicBezTo>
                <a:cubicBezTo>
                  <a:pt x="6273" y="20614"/>
                  <a:pt x="5958" y="20463"/>
                  <a:pt x="5652" y="20296"/>
                </a:cubicBezTo>
                <a:cubicBezTo>
                  <a:pt x="5346" y="20130"/>
                  <a:pt x="5049" y="19950"/>
                  <a:pt x="4762" y="19755"/>
                </a:cubicBezTo>
                <a:cubicBezTo>
                  <a:pt x="4474" y="19561"/>
                  <a:pt x="4197" y="19354"/>
                  <a:pt x="3930" y="19134"/>
                </a:cubicBezTo>
                <a:cubicBezTo>
                  <a:pt x="3663" y="18914"/>
                  <a:pt x="3407" y="18681"/>
                  <a:pt x="3163" y="18437"/>
                </a:cubicBezTo>
                <a:cubicBezTo>
                  <a:pt x="2919" y="18192"/>
                  <a:pt x="2686" y="17936"/>
                  <a:pt x="2466" y="17670"/>
                </a:cubicBezTo>
                <a:cubicBezTo>
                  <a:pt x="2246" y="17403"/>
                  <a:pt x="2038" y="17126"/>
                  <a:pt x="1844" y="16838"/>
                </a:cubicBezTo>
                <a:cubicBezTo>
                  <a:pt x="1650" y="16551"/>
                  <a:pt x="1470" y="16254"/>
                  <a:pt x="1303" y="15948"/>
                </a:cubicBezTo>
                <a:cubicBezTo>
                  <a:pt x="1137" y="15642"/>
                  <a:pt x="985" y="15327"/>
                  <a:pt x="849" y="15004"/>
                </a:cubicBezTo>
                <a:cubicBezTo>
                  <a:pt x="712" y="14681"/>
                  <a:pt x="591" y="14350"/>
                  <a:pt x="485" y="14012"/>
                </a:cubicBezTo>
                <a:cubicBezTo>
                  <a:pt x="380" y="13673"/>
                  <a:pt x="291" y="13328"/>
                  <a:pt x="219" y="12977"/>
                </a:cubicBezTo>
                <a:cubicBezTo>
                  <a:pt x="147" y="12625"/>
                  <a:pt x="93" y="12267"/>
                  <a:pt x="56" y="11904"/>
                </a:cubicBezTo>
                <a:cubicBezTo>
                  <a:pt x="19" y="11541"/>
                  <a:pt x="0" y="11173"/>
                  <a:pt x="0" y="10800"/>
                </a:cubicBezTo>
                <a:cubicBezTo>
                  <a:pt x="0" y="10054"/>
                  <a:pt x="75" y="9326"/>
                  <a:pt x="219" y="8623"/>
                </a:cubicBezTo>
                <a:cubicBezTo>
                  <a:pt x="291" y="8272"/>
                  <a:pt x="380" y="7926"/>
                  <a:pt x="485" y="7588"/>
                </a:cubicBezTo>
                <a:cubicBezTo>
                  <a:pt x="591" y="7250"/>
                  <a:pt x="712" y="6919"/>
                  <a:pt x="849" y="6596"/>
                </a:cubicBezTo>
                <a:cubicBezTo>
                  <a:pt x="985" y="6273"/>
                  <a:pt x="1137" y="5958"/>
                  <a:pt x="1303" y="5652"/>
                </a:cubicBezTo>
                <a:cubicBezTo>
                  <a:pt x="1470" y="5346"/>
                  <a:pt x="1650" y="5049"/>
                  <a:pt x="1844" y="4762"/>
                </a:cubicBezTo>
                <a:cubicBezTo>
                  <a:pt x="2038" y="4474"/>
                  <a:pt x="2246" y="4197"/>
                  <a:pt x="2466" y="3930"/>
                </a:cubicBezTo>
                <a:cubicBezTo>
                  <a:pt x="2686" y="3663"/>
                  <a:pt x="2919" y="3407"/>
                  <a:pt x="3163" y="3163"/>
                </a:cubicBezTo>
                <a:cubicBezTo>
                  <a:pt x="3407" y="2919"/>
                  <a:pt x="3663" y="2686"/>
                  <a:pt x="3930" y="2466"/>
                </a:cubicBezTo>
                <a:cubicBezTo>
                  <a:pt x="4197" y="2246"/>
                  <a:pt x="4474" y="2038"/>
                  <a:pt x="4762" y="1844"/>
                </a:cubicBezTo>
                <a:cubicBezTo>
                  <a:pt x="5049" y="1650"/>
                  <a:pt x="5346" y="1470"/>
                  <a:pt x="5652" y="1303"/>
                </a:cubicBezTo>
                <a:cubicBezTo>
                  <a:pt x="5958" y="1137"/>
                  <a:pt x="6273" y="985"/>
                  <a:pt x="6596" y="849"/>
                </a:cubicBezTo>
                <a:cubicBezTo>
                  <a:pt x="6919" y="712"/>
                  <a:pt x="7250" y="591"/>
                  <a:pt x="7588" y="485"/>
                </a:cubicBezTo>
                <a:cubicBezTo>
                  <a:pt x="7926" y="380"/>
                  <a:pt x="8272" y="291"/>
                  <a:pt x="8623" y="219"/>
                </a:cubicBezTo>
                <a:cubicBezTo>
                  <a:pt x="8975" y="147"/>
                  <a:pt x="9333" y="93"/>
                  <a:pt x="9696" y="56"/>
                </a:cubicBezTo>
                <a:cubicBezTo>
                  <a:pt x="10059" y="19"/>
                  <a:pt x="10427" y="0"/>
                  <a:pt x="10800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5" name="Shape 873"/>
          <p:cNvSpPr/>
          <p:nvPr/>
        </p:nvSpPr>
        <p:spPr>
          <a:xfrm rot="2700000">
            <a:off x="4333759" y="2724810"/>
            <a:ext cx="265920" cy="4767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0"/>
                </a:moveTo>
                <a:cubicBezTo>
                  <a:pt x="12296" y="26"/>
                  <a:pt x="13869" y="651"/>
                  <a:pt x="14004" y="1665"/>
                </a:cubicBezTo>
                <a:cubicBezTo>
                  <a:pt x="14352" y="2941"/>
                  <a:pt x="12417" y="3255"/>
                  <a:pt x="12966" y="4789"/>
                </a:cubicBezTo>
                <a:lnTo>
                  <a:pt x="21600" y="4789"/>
                </a:lnTo>
                <a:lnTo>
                  <a:pt x="21600" y="9598"/>
                </a:lnTo>
                <a:cubicBezTo>
                  <a:pt x="18932" y="9873"/>
                  <a:pt x="18357" y="8821"/>
                  <a:pt x="16095" y="9012"/>
                </a:cubicBezTo>
                <a:cubicBezTo>
                  <a:pt x="14277" y="9088"/>
                  <a:pt x="13156" y="9965"/>
                  <a:pt x="13110" y="10796"/>
                </a:cubicBezTo>
                <a:cubicBezTo>
                  <a:pt x="13141" y="11525"/>
                  <a:pt x="14300" y="12602"/>
                  <a:pt x="16464" y="12611"/>
                </a:cubicBezTo>
                <a:cubicBezTo>
                  <a:pt x="19082" y="12461"/>
                  <a:pt x="18698" y="11744"/>
                  <a:pt x="21600" y="11809"/>
                </a:cubicBezTo>
                <a:lnTo>
                  <a:pt x="21600" y="16837"/>
                </a:lnTo>
                <a:lnTo>
                  <a:pt x="12611" y="16837"/>
                </a:lnTo>
                <a:cubicBezTo>
                  <a:pt x="12479" y="18485"/>
                  <a:pt x="13776" y="18260"/>
                  <a:pt x="14046" y="19729"/>
                </a:cubicBezTo>
                <a:cubicBezTo>
                  <a:pt x="14031" y="20937"/>
                  <a:pt x="12100" y="21583"/>
                  <a:pt x="10793" y="21600"/>
                </a:cubicBezTo>
                <a:cubicBezTo>
                  <a:pt x="9304" y="21574"/>
                  <a:pt x="7731" y="20949"/>
                  <a:pt x="7595" y="19935"/>
                </a:cubicBezTo>
                <a:cubicBezTo>
                  <a:pt x="7250" y="18666"/>
                  <a:pt x="9161" y="18348"/>
                  <a:pt x="8639" y="16837"/>
                </a:cubicBezTo>
                <a:lnTo>
                  <a:pt x="0" y="16837"/>
                </a:lnTo>
                <a:lnTo>
                  <a:pt x="0" y="11894"/>
                </a:lnTo>
                <a:cubicBezTo>
                  <a:pt x="2766" y="11581"/>
                  <a:pt x="3326" y="12666"/>
                  <a:pt x="5619" y="12471"/>
                </a:cubicBezTo>
                <a:cubicBezTo>
                  <a:pt x="7437" y="12396"/>
                  <a:pt x="8558" y="11519"/>
                  <a:pt x="8604" y="10688"/>
                </a:cubicBezTo>
                <a:cubicBezTo>
                  <a:pt x="8574" y="9959"/>
                  <a:pt x="7415" y="8882"/>
                  <a:pt x="5251" y="8873"/>
                </a:cubicBezTo>
                <a:cubicBezTo>
                  <a:pt x="2598" y="9025"/>
                  <a:pt x="3027" y="9758"/>
                  <a:pt x="0" y="9673"/>
                </a:cubicBezTo>
                <a:lnTo>
                  <a:pt x="0" y="4789"/>
                </a:lnTo>
                <a:lnTo>
                  <a:pt x="8988" y="4789"/>
                </a:lnTo>
                <a:cubicBezTo>
                  <a:pt x="9135" y="3112"/>
                  <a:pt x="7825" y="3347"/>
                  <a:pt x="7553" y="1870"/>
                </a:cubicBezTo>
                <a:cubicBezTo>
                  <a:pt x="7569" y="663"/>
                  <a:pt x="9499" y="17"/>
                  <a:pt x="10807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6" name="Shape 874"/>
          <p:cNvSpPr/>
          <p:nvPr/>
        </p:nvSpPr>
        <p:spPr>
          <a:xfrm>
            <a:off x="3702389" y="2741947"/>
            <a:ext cx="360126" cy="3371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4" extrusionOk="0">
                <a:moveTo>
                  <a:pt x="10511" y="19780"/>
                </a:moveTo>
                <a:cubicBezTo>
                  <a:pt x="10511" y="19785"/>
                  <a:pt x="11089" y="19883"/>
                  <a:pt x="11089" y="19780"/>
                </a:cubicBezTo>
                <a:lnTo>
                  <a:pt x="11089" y="19768"/>
                </a:lnTo>
                <a:cubicBezTo>
                  <a:pt x="14567" y="18552"/>
                  <a:pt x="16297" y="17804"/>
                  <a:pt x="19942" y="19293"/>
                </a:cubicBezTo>
                <a:lnTo>
                  <a:pt x="20006" y="3752"/>
                </a:lnTo>
                <a:lnTo>
                  <a:pt x="19034" y="3752"/>
                </a:lnTo>
                <a:cubicBezTo>
                  <a:pt x="19048" y="8369"/>
                  <a:pt x="19062" y="12985"/>
                  <a:pt x="19076" y="17601"/>
                </a:cubicBezTo>
                <a:cubicBezTo>
                  <a:pt x="16559" y="16505"/>
                  <a:pt x="13683" y="17369"/>
                  <a:pt x="11089" y="19689"/>
                </a:cubicBezTo>
                <a:lnTo>
                  <a:pt x="11089" y="2863"/>
                </a:lnTo>
                <a:cubicBezTo>
                  <a:pt x="12643" y="1065"/>
                  <a:pt x="14106" y="15"/>
                  <a:pt x="16040" y="0"/>
                </a:cubicBezTo>
                <a:cubicBezTo>
                  <a:pt x="16920" y="-6"/>
                  <a:pt x="17897" y="201"/>
                  <a:pt x="19024" y="649"/>
                </a:cubicBezTo>
                <a:cubicBezTo>
                  <a:pt x="19027" y="1454"/>
                  <a:pt x="19029" y="2260"/>
                  <a:pt x="19032" y="3065"/>
                </a:cubicBezTo>
                <a:lnTo>
                  <a:pt x="20804" y="3051"/>
                </a:lnTo>
                <a:lnTo>
                  <a:pt x="20804" y="5257"/>
                </a:lnTo>
                <a:lnTo>
                  <a:pt x="21600" y="5257"/>
                </a:lnTo>
                <a:lnTo>
                  <a:pt x="21600" y="21594"/>
                </a:lnTo>
                <a:lnTo>
                  <a:pt x="0" y="21594"/>
                </a:lnTo>
                <a:lnTo>
                  <a:pt x="0" y="5257"/>
                </a:lnTo>
                <a:lnTo>
                  <a:pt x="683" y="5257"/>
                </a:lnTo>
                <a:lnTo>
                  <a:pt x="683" y="3051"/>
                </a:lnTo>
                <a:lnTo>
                  <a:pt x="2568" y="3065"/>
                </a:lnTo>
                <a:cubicBezTo>
                  <a:pt x="2571" y="2260"/>
                  <a:pt x="2573" y="1454"/>
                  <a:pt x="2575" y="649"/>
                </a:cubicBezTo>
                <a:cubicBezTo>
                  <a:pt x="3703" y="201"/>
                  <a:pt x="4680" y="-6"/>
                  <a:pt x="5559" y="0"/>
                </a:cubicBezTo>
                <a:cubicBezTo>
                  <a:pt x="7494" y="15"/>
                  <a:pt x="8957" y="1065"/>
                  <a:pt x="10511" y="2863"/>
                </a:cubicBezTo>
                <a:lnTo>
                  <a:pt x="10511" y="19689"/>
                </a:lnTo>
                <a:cubicBezTo>
                  <a:pt x="7917" y="17369"/>
                  <a:pt x="5041" y="16505"/>
                  <a:pt x="2524" y="17601"/>
                </a:cubicBezTo>
                <a:lnTo>
                  <a:pt x="2566" y="3752"/>
                </a:lnTo>
                <a:lnTo>
                  <a:pt x="1594" y="3752"/>
                </a:lnTo>
                <a:lnTo>
                  <a:pt x="1531" y="19157"/>
                </a:lnTo>
                <a:cubicBezTo>
                  <a:pt x="5155" y="17559"/>
                  <a:pt x="7212" y="18697"/>
                  <a:pt x="10511" y="19768"/>
                </a:cubicBezTo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7" name="Shape 875"/>
          <p:cNvSpPr/>
          <p:nvPr/>
        </p:nvSpPr>
        <p:spPr>
          <a:xfrm rot="2700000">
            <a:off x="5462842" y="4060818"/>
            <a:ext cx="130247" cy="522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786" y="19551"/>
                </a:moveTo>
                <a:lnTo>
                  <a:pt x="15814" y="19551"/>
                </a:lnTo>
                <a:lnTo>
                  <a:pt x="10800" y="21600"/>
                </a:lnTo>
                <a:close/>
                <a:moveTo>
                  <a:pt x="888" y="15316"/>
                </a:moveTo>
                <a:cubicBezTo>
                  <a:pt x="3209" y="15298"/>
                  <a:pt x="5140" y="15028"/>
                  <a:pt x="5748" y="14661"/>
                </a:cubicBezTo>
                <a:cubicBezTo>
                  <a:pt x="6352" y="15044"/>
                  <a:pt x="8419" y="15321"/>
                  <a:pt x="10866" y="15321"/>
                </a:cubicBezTo>
                <a:cubicBezTo>
                  <a:pt x="13312" y="15321"/>
                  <a:pt x="15379" y="15044"/>
                  <a:pt x="15983" y="14661"/>
                </a:cubicBezTo>
                <a:cubicBezTo>
                  <a:pt x="16579" y="15021"/>
                  <a:pt x="18449" y="15288"/>
                  <a:pt x="20711" y="15314"/>
                </a:cubicBezTo>
                <a:lnTo>
                  <a:pt x="16198" y="19021"/>
                </a:lnTo>
                <a:lnTo>
                  <a:pt x="5399" y="19021"/>
                </a:lnTo>
                <a:close/>
                <a:moveTo>
                  <a:pt x="16870" y="2936"/>
                </a:moveTo>
                <a:lnTo>
                  <a:pt x="21600" y="2936"/>
                </a:lnTo>
                <a:lnTo>
                  <a:pt x="21600" y="14764"/>
                </a:lnTo>
                <a:cubicBezTo>
                  <a:pt x="21468" y="14773"/>
                  <a:pt x="21332" y="14774"/>
                  <a:pt x="21195" y="14774"/>
                </a:cubicBezTo>
                <a:cubicBezTo>
                  <a:pt x="18807" y="14774"/>
                  <a:pt x="16870" y="14269"/>
                  <a:pt x="16870" y="13646"/>
                </a:cubicBezTo>
                <a:close/>
                <a:moveTo>
                  <a:pt x="6476" y="2936"/>
                </a:moveTo>
                <a:lnTo>
                  <a:pt x="15124" y="2936"/>
                </a:lnTo>
                <a:lnTo>
                  <a:pt x="15124" y="13696"/>
                </a:lnTo>
                <a:cubicBezTo>
                  <a:pt x="15124" y="14291"/>
                  <a:pt x="13188" y="14774"/>
                  <a:pt x="10800" y="14774"/>
                </a:cubicBezTo>
                <a:cubicBezTo>
                  <a:pt x="8412" y="14774"/>
                  <a:pt x="6476" y="14291"/>
                  <a:pt x="6476" y="13696"/>
                </a:cubicBezTo>
                <a:close/>
                <a:moveTo>
                  <a:pt x="0" y="2936"/>
                </a:moveTo>
                <a:lnTo>
                  <a:pt x="4729" y="2936"/>
                </a:lnTo>
                <a:lnTo>
                  <a:pt x="4729" y="13646"/>
                </a:lnTo>
                <a:cubicBezTo>
                  <a:pt x="4729" y="14269"/>
                  <a:pt x="2793" y="14774"/>
                  <a:pt x="405" y="14774"/>
                </a:cubicBezTo>
                <a:cubicBezTo>
                  <a:pt x="268" y="14774"/>
                  <a:pt x="132" y="14773"/>
                  <a:pt x="0" y="14764"/>
                </a:cubicBezTo>
                <a:close/>
                <a:moveTo>
                  <a:pt x="1500" y="374"/>
                </a:moveTo>
                <a:cubicBezTo>
                  <a:pt x="2427" y="143"/>
                  <a:pt x="3708" y="0"/>
                  <a:pt x="5123" y="0"/>
                </a:cubicBezTo>
                <a:lnTo>
                  <a:pt x="16477" y="0"/>
                </a:lnTo>
                <a:cubicBezTo>
                  <a:pt x="19306" y="0"/>
                  <a:pt x="21600" y="572"/>
                  <a:pt x="21600" y="1278"/>
                </a:cubicBezTo>
                <a:cubicBezTo>
                  <a:pt x="21600" y="1704"/>
                  <a:pt x="21600" y="2130"/>
                  <a:pt x="21600" y="2556"/>
                </a:cubicBezTo>
                <a:lnTo>
                  <a:pt x="0" y="2556"/>
                </a:lnTo>
                <a:lnTo>
                  <a:pt x="0" y="1278"/>
                </a:lnTo>
                <a:cubicBezTo>
                  <a:pt x="0" y="925"/>
                  <a:pt x="573" y="606"/>
                  <a:pt x="1500" y="374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8" name="Shape 876"/>
          <p:cNvSpPr/>
          <p:nvPr/>
        </p:nvSpPr>
        <p:spPr>
          <a:xfrm>
            <a:off x="3685356" y="3471419"/>
            <a:ext cx="347026" cy="3470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770" y="2537"/>
                </a:moveTo>
                <a:lnTo>
                  <a:pt x="2770" y="2569"/>
                </a:lnTo>
                <a:lnTo>
                  <a:pt x="2569" y="2569"/>
                </a:lnTo>
                <a:lnTo>
                  <a:pt x="2569" y="19031"/>
                </a:lnTo>
                <a:lnTo>
                  <a:pt x="10194" y="19031"/>
                </a:lnTo>
                <a:cubicBezTo>
                  <a:pt x="8447" y="16205"/>
                  <a:pt x="6650" y="11479"/>
                  <a:pt x="2907" y="11151"/>
                </a:cubicBezTo>
                <a:lnTo>
                  <a:pt x="4001" y="7901"/>
                </a:lnTo>
                <a:cubicBezTo>
                  <a:pt x="7552" y="9064"/>
                  <a:pt x="8525" y="10339"/>
                  <a:pt x="10298" y="12826"/>
                </a:cubicBezTo>
                <a:cubicBezTo>
                  <a:pt x="11930" y="9196"/>
                  <a:pt x="12847" y="7258"/>
                  <a:pt x="14889" y="3977"/>
                </a:cubicBezTo>
                <a:lnTo>
                  <a:pt x="18471" y="3977"/>
                </a:lnTo>
                <a:cubicBezTo>
                  <a:pt x="15543" y="8136"/>
                  <a:pt x="12717" y="14092"/>
                  <a:pt x="10523" y="19031"/>
                </a:cubicBezTo>
                <a:lnTo>
                  <a:pt x="19031" y="19031"/>
                </a:lnTo>
                <a:lnTo>
                  <a:pt x="19031" y="3977"/>
                </a:lnTo>
                <a:lnTo>
                  <a:pt x="19056" y="3977"/>
                </a:lnTo>
                <a:lnTo>
                  <a:pt x="19056" y="2537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9" name="Shape 877"/>
          <p:cNvSpPr/>
          <p:nvPr/>
        </p:nvSpPr>
        <p:spPr>
          <a:xfrm flipH="1">
            <a:off x="7595852" y="2065084"/>
            <a:ext cx="344622" cy="2842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293" y="5383"/>
                </a:moveTo>
                <a:cubicBezTo>
                  <a:pt x="9996" y="5383"/>
                  <a:pt x="10567" y="6075"/>
                  <a:pt x="10567" y="6928"/>
                </a:cubicBezTo>
                <a:cubicBezTo>
                  <a:pt x="10567" y="7781"/>
                  <a:pt x="9996" y="8473"/>
                  <a:pt x="9293" y="8473"/>
                </a:cubicBezTo>
                <a:cubicBezTo>
                  <a:pt x="8589" y="8473"/>
                  <a:pt x="8018" y="7781"/>
                  <a:pt x="8018" y="6928"/>
                </a:cubicBezTo>
                <a:cubicBezTo>
                  <a:pt x="8018" y="6075"/>
                  <a:pt x="8589" y="5383"/>
                  <a:pt x="9293" y="5383"/>
                </a:cubicBezTo>
                <a:close/>
                <a:moveTo>
                  <a:pt x="13382" y="5383"/>
                </a:moveTo>
                <a:cubicBezTo>
                  <a:pt x="14086" y="5383"/>
                  <a:pt x="14656" y="6075"/>
                  <a:pt x="14656" y="6928"/>
                </a:cubicBezTo>
                <a:cubicBezTo>
                  <a:pt x="14656" y="7781"/>
                  <a:pt x="14086" y="8473"/>
                  <a:pt x="13382" y="8473"/>
                </a:cubicBezTo>
                <a:cubicBezTo>
                  <a:pt x="12678" y="8473"/>
                  <a:pt x="12108" y="7781"/>
                  <a:pt x="12108" y="6928"/>
                </a:cubicBezTo>
                <a:cubicBezTo>
                  <a:pt x="12108" y="6075"/>
                  <a:pt x="12678" y="5383"/>
                  <a:pt x="13382" y="5383"/>
                </a:cubicBezTo>
                <a:close/>
                <a:moveTo>
                  <a:pt x="17472" y="5383"/>
                </a:moveTo>
                <a:cubicBezTo>
                  <a:pt x="18175" y="5383"/>
                  <a:pt x="18746" y="6075"/>
                  <a:pt x="18746" y="6928"/>
                </a:cubicBezTo>
                <a:cubicBezTo>
                  <a:pt x="18746" y="7781"/>
                  <a:pt x="18175" y="8473"/>
                  <a:pt x="17472" y="8473"/>
                </a:cubicBezTo>
                <a:cubicBezTo>
                  <a:pt x="16768" y="8473"/>
                  <a:pt x="16197" y="7781"/>
                  <a:pt x="16197" y="6928"/>
                </a:cubicBezTo>
                <a:cubicBezTo>
                  <a:pt x="16197" y="6075"/>
                  <a:pt x="16768" y="5383"/>
                  <a:pt x="17472" y="5383"/>
                </a:cubicBezTo>
                <a:close/>
                <a:moveTo>
                  <a:pt x="4546" y="4634"/>
                </a:moveTo>
                <a:lnTo>
                  <a:pt x="2221" y="4634"/>
                </a:lnTo>
                <a:cubicBezTo>
                  <a:pt x="995" y="4634"/>
                  <a:pt x="0" y="5840"/>
                  <a:pt x="0" y="7327"/>
                </a:cubicBezTo>
                <a:lnTo>
                  <a:pt x="0" y="15885"/>
                </a:lnTo>
                <a:cubicBezTo>
                  <a:pt x="0" y="17372"/>
                  <a:pt x="995" y="18578"/>
                  <a:pt x="2221" y="18578"/>
                </a:cubicBezTo>
                <a:lnTo>
                  <a:pt x="4778" y="18578"/>
                </a:lnTo>
                <a:cubicBezTo>
                  <a:pt x="4294" y="19485"/>
                  <a:pt x="4344" y="20145"/>
                  <a:pt x="1847" y="21600"/>
                </a:cubicBezTo>
                <a:cubicBezTo>
                  <a:pt x="6049" y="21025"/>
                  <a:pt x="6702" y="20773"/>
                  <a:pt x="8690" y="18578"/>
                </a:cubicBezTo>
                <a:lnTo>
                  <a:pt x="14214" y="18578"/>
                </a:lnTo>
                <a:cubicBezTo>
                  <a:pt x="15115" y="18578"/>
                  <a:pt x="15891" y="17928"/>
                  <a:pt x="16235" y="16991"/>
                </a:cubicBezTo>
                <a:cubicBezTo>
                  <a:pt x="14806" y="16462"/>
                  <a:pt x="13647" y="15727"/>
                  <a:pt x="12291" y="14643"/>
                </a:cubicBezTo>
                <a:lnTo>
                  <a:pt x="6767" y="14643"/>
                </a:lnTo>
                <a:cubicBezTo>
                  <a:pt x="5540" y="14643"/>
                  <a:pt x="4546" y="13437"/>
                  <a:pt x="4546" y="11950"/>
                </a:cubicBezTo>
                <a:lnTo>
                  <a:pt x="4546" y="4634"/>
                </a:lnTo>
                <a:close/>
                <a:moveTo>
                  <a:pt x="19378" y="0"/>
                </a:moveTo>
                <a:lnTo>
                  <a:pt x="7386" y="0"/>
                </a:lnTo>
                <a:cubicBezTo>
                  <a:pt x="6159" y="0"/>
                  <a:pt x="5164" y="1206"/>
                  <a:pt x="5164" y="2693"/>
                </a:cubicBezTo>
                <a:lnTo>
                  <a:pt x="5164" y="11251"/>
                </a:lnTo>
                <a:cubicBezTo>
                  <a:pt x="5164" y="12738"/>
                  <a:pt x="6159" y="13944"/>
                  <a:pt x="7386" y="13944"/>
                </a:cubicBezTo>
                <a:lnTo>
                  <a:pt x="12910" y="13944"/>
                </a:lnTo>
                <a:cubicBezTo>
                  <a:pt x="15447" y="15972"/>
                  <a:pt x="16467" y="16336"/>
                  <a:pt x="20669" y="16910"/>
                </a:cubicBezTo>
                <a:cubicBezTo>
                  <a:pt x="18218" y="15289"/>
                  <a:pt x="17947" y="15461"/>
                  <a:pt x="16822" y="13944"/>
                </a:cubicBezTo>
                <a:lnTo>
                  <a:pt x="19378" y="13944"/>
                </a:lnTo>
                <a:cubicBezTo>
                  <a:pt x="20605" y="13944"/>
                  <a:pt x="21600" y="12738"/>
                  <a:pt x="21600" y="11251"/>
                </a:cubicBezTo>
                <a:lnTo>
                  <a:pt x="21600" y="2693"/>
                </a:lnTo>
                <a:cubicBezTo>
                  <a:pt x="21600" y="1206"/>
                  <a:pt x="20605" y="0"/>
                  <a:pt x="19378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40" name="Shape 878"/>
          <p:cNvSpPr/>
          <p:nvPr/>
        </p:nvSpPr>
        <p:spPr>
          <a:xfrm rot="18805990">
            <a:off x="7612429" y="1372091"/>
            <a:ext cx="376860" cy="3729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6" h="21374" extrusionOk="0">
                <a:moveTo>
                  <a:pt x="8432" y="13357"/>
                </a:moveTo>
                <a:cubicBezTo>
                  <a:pt x="9121" y="14125"/>
                  <a:pt x="9593" y="15010"/>
                  <a:pt x="10029" y="16111"/>
                </a:cubicBezTo>
                <a:cubicBezTo>
                  <a:pt x="9634" y="16958"/>
                  <a:pt x="8917" y="17617"/>
                  <a:pt x="8032" y="17907"/>
                </a:cubicBezTo>
                <a:lnTo>
                  <a:pt x="3645" y="13226"/>
                </a:lnTo>
                <a:cubicBezTo>
                  <a:pt x="3981" y="12349"/>
                  <a:pt x="4671" y="11661"/>
                  <a:pt x="5530" y="11309"/>
                </a:cubicBezTo>
                <a:cubicBezTo>
                  <a:pt x="6835" y="11939"/>
                  <a:pt x="7742" y="12589"/>
                  <a:pt x="8432" y="13357"/>
                </a:cubicBezTo>
                <a:close/>
                <a:moveTo>
                  <a:pt x="12284" y="4767"/>
                </a:moveTo>
                <a:lnTo>
                  <a:pt x="16625" y="9401"/>
                </a:lnTo>
                <a:cubicBezTo>
                  <a:pt x="16257" y="9550"/>
                  <a:pt x="15854" y="9613"/>
                  <a:pt x="15436" y="9601"/>
                </a:cubicBezTo>
                <a:lnTo>
                  <a:pt x="11924" y="9504"/>
                </a:lnTo>
                <a:lnTo>
                  <a:pt x="12021" y="5956"/>
                </a:lnTo>
                <a:cubicBezTo>
                  <a:pt x="12032" y="5533"/>
                  <a:pt x="12116" y="5130"/>
                  <a:pt x="12284" y="4767"/>
                </a:cubicBezTo>
                <a:close/>
                <a:moveTo>
                  <a:pt x="12986" y="2616"/>
                </a:moveTo>
                <a:cubicBezTo>
                  <a:pt x="11740" y="3338"/>
                  <a:pt x="10904" y="4695"/>
                  <a:pt x="10894" y="6254"/>
                </a:cubicBezTo>
                <a:lnTo>
                  <a:pt x="10871" y="9905"/>
                </a:lnTo>
                <a:lnTo>
                  <a:pt x="9828" y="10946"/>
                </a:lnTo>
                <a:lnTo>
                  <a:pt x="6214" y="10923"/>
                </a:lnTo>
                <a:cubicBezTo>
                  <a:pt x="4777" y="10914"/>
                  <a:pt x="3503" y="11633"/>
                  <a:pt x="2772" y="12762"/>
                </a:cubicBezTo>
                <a:lnTo>
                  <a:pt x="8401" y="18770"/>
                </a:lnTo>
                <a:cubicBezTo>
                  <a:pt x="9603" y="18051"/>
                  <a:pt x="10394" y="16725"/>
                  <a:pt x="10404" y="15210"/>
                </a:cubicBezTo>
                <a:lnTo>
                  <a:pt x="10426" y="11558"/>
                </a:lnTo>
                <a:lnTo>
                  <a:pt x="11470" y="10517"/>
                </a:lnTo>
                <a:lnTo>
                  <a:pt x="15084" y="10540"/>
                </a:lnTo>
                <a:cubicBezTo>
                  <a:pt x="16562" y="10549"/>
                  <a:pt x="17868" y="9788"/>
                  <a:pt x="18612" y="8620"/>
                </a:cubicBezTo>
                <a:close/>
                <a:moveTo>
                  <a:pt x="13755" y="333"/>
                </a:moveTo>
                <a:lnTo>
                  <a:pt x="21087" y="8158"/>
                </a:lnTo>
                <a:cubicBezTo>
                  <a:pt x="21488" y="8586"/>
                  <a:pt x="21470" y="9261"/>
                  <a:pt x="21046" y="9666"/>
                </a:cubicBezTo>
                <a:cubicBezTo>
                  <a:pt x="20623" y="10071"/>
                  <a:pt x="19955" y="10053"/>
                  <a:pt x="19554" y="9625"/>
                </a:cubicBezTo>
                <a:lnTo>
                  <a:pt x="19445" y="9510"/>
                </a:lnTo>
                <a:cubicBezTo>
                  <a:pt x="18473" y="10879"/>
                  <a:pt x="16874" y="11756"/>
                  <a:pt x="15076" y="11744"/>
                </a:cubicBezTo>
                <a:lnTo>
                  <a:pt x="11596" y="11722"/>
                </a:lnTo>
                <a:lnTo>
                  <a:pt x="11596" y="15183"/>
                </a:lnTo>
                <a:cubicBezTo>
                  <a:pt x="11596" y="17060"/>
                  <a:pt x="10659" y="18716"/>
                  <a:pt x="9223" y="19685"/>
                </a:cubicBezTo>
                <a:cubicBezTo>
                  <a:pt x="9550" y="20101"/>
                  <a:pt x="9505" y="20707"/>
                  <a:pt x="9113" y="21082"/>
                </a:cubicBezTo>
                <a:cubicBezTo>
                  <a:pt x="8690" y="21487"/>
                  <a:pt x="8021" y="21468"/>
                  <a:pt x="7620" y="21041"/>
                </a:cubicBezTo>
                <a:lnTo>
                  <a:pt x="289" y="13216"/>
                </a:lnTo>
                <a:cubicBezTo>
                  <a:pt x="-112" y="12788"/>
                  <a:pt x="-94" y="12112"/>
                  <a:pt x="330" y="11707"/>
                </a:cubicBezTo>
                <a:cubicBezTo>
                  <a:pt x="753" y="11302"/>
                  <a:pt x="1421" y="11321"/>
                  <a:pt x="1822" y="11749"/>
                </a:cubicBezTo>
                <a:lnTo>
                  <a:pt x="1930" y="11864"/>
                </a:lnTo>
                <a:cubicBezTo>
                  <a:pt x="2895" y="10552"/>
                  <a:pt x="4445" y="9719"/>
                  <a:pt x="6188" y="9719"/>
                </a:cubicBezTo>
                <a:lnTo>
                  <a:pt x="9681" y="9719"/>
                </a:lnTo>
                <a:lnTo>
                  <a:pt x="9702" y="6246"/>
                </a:lnTo>
                <a:cubicBezTo>
                  <a:pt x="9714" y="4340"/>
                  <a:pt x="10690" y="2668"/>
                  <a:pt x="12170" y="1717"/>
                </a:cubicBezTo>
                <a:cubicBezTo>
                  <a:pt x="11824" y="1298"/>
                  <a:pt x="11863" y="674"/>
                  <a:pt x="12263" y="292"/>
                </a:cubicBezTo>
                <a:cubicBezTo>
                  <a:pt x="12686" y="-113"/>
                  <a:pt x="13354" y="-94"/>
                  <a:pt x="13755" y="333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41" name="Shape 879"/>
          <p:cNvSpPr/>
          <p:nvPr/>
        </p:nvSpPr>
        <p:spPr>
          <a:xfrm>
            <a:off x="8162945" y="1372136"/>
            <a:ext cx="371899" cy="3735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0" h="21600" extrusionOk="0">
                <a:moveTo>
                  <a:pt x="17167" y="7464"/>
                </a:moveTo>
                <a:lnTo>
                  <a:pt x="16427" y="12705"/>
                </a:lnTo>
                <a:lnTo>
                  <a:pt x="17653" y="12705"/>
                </a:lnTo>
                <a:lnTo>
                  <a:pt x="19242" y="7464"/>
                </a:lnTo>
                <a:close/>
                <a:moveTo>
                  <a:pt x="13190" y="7464"/>
                </a:moveTo>
                <a:lnTo>
                  <a:pt x="13190" y="12705"/>
                </a:lnTo>
                <a:lnTo>
                  <a:pt x="14493" y="12705"/>
                </a:lnTo>
                <a:lnTo>
                  <a:pt x="15233" y="7464"/>
                </a:lnTo>
                <a:close/>
                <a:moveTo>
                  <a:pt x="9073" y="7464"/>
                </a:moveTo>
                <a:lnTo>
                  <a:pt x="10160" y="12705"/>
                </a:lnTo>
                <a:lnTo>
                  <a:pt x="11275" y="12705"/>
                </a:lnTo>
                <a:lnTo>
                  <a:pt x="11275" y="7464"/>
                </a:lnTo>
                <a:close/>
                <a:moveTo>
                  <a:pt x="5379" y="7464"/>
                </a:moveTo>
                <a:lnTo>
                  <a:pt x="6782" y="12705"/>
                </a:lnTo>
                <a:lnTo>
                  <a:pt x="8204" y="12705"/>
                </a:lnTo>
                <a:lnTo>
                  <a:pt x="7118" y="7464"/>
                </a:lnTo>
                <a:close/>
                <a:moveTo>
                  <a:pt x="3380" y="0"/>
                </a:moveTo>
                <a:lnTo>
                  <a:pt x="4866" y="5549"/>
                </a:lnTo>
                <a:lnTo>
                  <a:pt x="20476" y="5549"/>
                </a:lnTo>
                <a:lnTo>
                  <a:pt x="20476" y="5633"/>
                </a:lnTo>
                <a:cubicBezTo>
                  <a:pt x="20576" y="5558"/>
                  <a:pt x="20683" y="5571"/>
                  <a:pt x="20788" y="5603"/>
                </a:cubicBezTo>
                <a:lnTo>
                  <a:pt x="20824" y="5614"/>
                </a:lnTo>
                <a:cubicBezTo>
                  <a:pt x="21320" y="5764"/>
                  <a:pt x="21600" y="6289"/>
                  <a:pt x="21449" y="6785"/>
                </a:cubicBezTo>
                <a:lnTo>
                  <a:pt x="19262" y="13997"/>
                </a:lnTo>
                <a:cubicBezTo>
                  <a:pt x="19161" y="14331"/>
                  <a:pt x="18892" y="14566"/>
                  <a:pt x="18561" y="14577"/>
                </a:cubicBezTo>
                <a:lnTo>
                  <a:pt x="18561" y="14620"/>
                </a:lnTo>
                <a:lnTo>
                  <a:pt x="18120" y="14620"/>
                </a:lnTo>
                <a:cubicBezTo>
                  <a:pt x="18108" y="14628"/>
                  <a:pt x="18100" y="14626"/>
                  <a:pt x="18091" y="14623"/>
                </a:cubicBezTo>
                <a:lnTo>
                  <a:pt x="18082" y="14620"/>
                </a:lnTo>
                <a:lnTo>
                  <a:pt x="7295" y="14620"/>
                </a:lnTo>
                <a:lnTo>
                  <a:pt x="7741" y="16286"/>
                </a:lnTo>
                <a:lnTo>
                  <a:pt x="18553" y="16286"/>
                </a:lnTo>
                <a:lnTo>
                  <a:pt x="18553" y="18202"/>
                </a:lnTo>
                <a:lnTo>
                  <a:pt x="18403" y="18202"/>
                </a:lnTo>
                <a:cubicBezTo>
                  <a:pt x="19047" y="18404"/>
                  <a:pt x="19440" y="19020"/>
                  <a:pt x="19440" y="19728"/>
                </a:cubicBezTo>
                <a:cubicBezTo>
                  <a:pt x="19440" y="20762"/>
                  <a:pt x="18602" y="21600"/>
                  <a:pt x="17569" y="21600"/>
                </a:cubicBezTo>
                <a:cubicBezTo>
                  <a:pt x="16536" y="21600"/>
                  <a:pt x="15698" y="20762"/>
                  <a:pt x="15698" y="19728"/>
                </a:cubicBezTo>
                <a:cubicBezTo>
                  <a:pt x="15698" y="19020"/>
                  <a:pt x="16091" y="18404"/>
                  <a:pt x="16735" y="18202"/>
                </a:cubicBezTo>
                <a:lnTo>
                  <a:pt x="8255" y="18202"/>
                </a:lnTo>
                <a:lnTo>
                  <a:pt x="8286" y="18320"/>
                </a:lnTo>
                <a:cubicBezTo>
                  <a:pt x="8762" y="18606"/>
                  <a:pt x="9038" y="19135"/>
                  <a:pt x="9038" y="19728"/>
                </a:cubicBezTo>
                <a:cubicBezTo>
                  <a:pt x="9038" y="20762"/>
                  <a:pt x="8200" y="21600"/>
                  <a:pt x="7167" y="21600"/>
                </a:cubicBezTo>
                <a:cubicBezTo>
                  <a:pt x="6134" y="21600"/>
                  <a:pt x="5296" y="20762"/>
                  <a:pt x="5296" y="19728"/>
                </a:cubicBezTo>
                <a:cubicBezTo>
                  <a:pt x="5296" y="19043"/>
                  <a:pt x="5665" y="18443"/>
                  <a:pt x="6278" y="18225"/>
                </a:cubicBezTo>
                <a:lnTo>
                  <a:pt x="1938" y="2018"/>
                </a:lnTo>
                <a:lnTo>
                  <a:pt x="0" y="2018"/>
                </a:lnTo>
                <a:lnTo>
                  <a:pt x="0" y="102"/>
                </a:lnTo>
                <a:lnTo>
                  <a:pt x="2998" y="102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42" name="Shape 880"/>
          <p:cNvSpPr/>
          <p:nvPr/>
        </p:nvSpPr>
        <p:spPr>
          <a:xfrm>
            <a:off x="7091216" y="3447250"/>
            <a:ext cx="326535" cy="38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70" y="17356"/>
                </a:moveTo>
                <a:lnTo>
                  <a:pt x="15870" y="18485"/>
                </a:lnTo>
                <a:lnTo>
                  <a:pt x="20071" y="18485"/>
                </a:lnTo>
                <a:lnTo>
                  <a:pt x="20071" y="17356"/>
                </a:lnTo>
                <a:close/>
                <a:moveTo>
                  <a:pt x="17971" y="14873"/>
                </a:moveTo>
                <a:cubicBezTo>
                  <a:pt x="19975" y="14873"/>
                  <a:pt x="21600" y="16237"/>
                  <a:pt x="21600" y="17921"/>
                </a:cubicBezTo>
                <a:cubicBezTo>
                  <a:pt x="21600" y="19604"/>
                  <a:pt x="19975" y="20969"/>
                  <a:pt x="17971" y="20969"/>
                </a:cubicBezTo>
                <a:cubicBezTo>
                  <a:pt x="15966" y="20969"/>
                  <a:pt x="14341" y="19604"/>
                  <a:pt x="14341" y="17921"/>
                </a:cubicBezTo>
                <a:cubicBezTo>
                  <a:pt x="14341" y="16237"/>
                  <a:pt x="15966" y="14873"/>
                  <a:pt x="17971" y="14873"/>
                </a:cubicBezTo>
                <a:close/>
                <a:moveTo>
                  <a:pt x="12511" y="113"/>
                </a:moveTo>
                <a:lnTo>
                  <a:pt x="18072" y="113"/>
                </a:lnTo>
                <a:lnTo>
                  <a:pt x="12511" y="113"/>
                </a:lnTo>
                <a:close/>
                <a:moveTo>
                  <a:pt x="0" y="113"/>
                </a:moveTo>
                <a:lnTo>
                  <a:pt x="10493" y="113"/>
                </a:lnTo>
                <a:lnTo>
                  <a:pt x="10493" y="6641"/>
                </a:lnTo>
                <a:lnTo>
                  <a:pt x="18072" y="6641"/>
                </a:lnTo>
                <a:lnTo>
                  <a:pt x="18072" y="14401"/>
                </a:lnTo>
                <a:cubicBezTo>
                  <a:pt x="15712" y="14407"/>
                  <a:pt x="13801" y="16016"/>
                  <a:pt x="13801" y="18000"/>
                </a:cubicBezTo>
                <a:cubicBezTo>
                  <a:pt x="13801" y="19984"/>
                  <a:pt x="15712" y="21593"/>
                  <a:pt x="18072" y="21599"/>
                </a:cubicBezTo>
                <a:lnTo>
                  <a:pt x="18072" y="21600"/>
                </a:lnTo>
                <a:lnTo>
                  <a:pt x="0" y="21600"/>
                </a:lnTo>
                <a:close/>
                <a:moveTo>
                  <a:pt x="11399" y="0"/>
                </a:moveTo>
                <a:lnTo>
                  <a:pt x="18159" y="5925"/>
                </a:lnTo>
                <a:lnTo>
                  <a:pt x="11399" y="592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43" name="Shape 881"/>
          <p:cNvSpPr/>
          <p:nvPr/>
        </p:nvSpPr>
        <p:spPr>
          <a:xfrm>
            <a:off x="6493636" y="3447250"/>
            <a:ext cx="326535" cy="38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299" y="16210"/>
                </a:moveTo>
                <a:lnTo>
                  <a:pt x="17299" y="17410"/>
                </a:lnTo>
                <a:lnTo>
                  <a:pt x="15870" y="17410"/>
                </a:lnTo>
                <a:lnTo>
                  <a:pt x="15870" y="18539"/>
                </a:lnTo>
                <a:lnTo>
                  <a:pt x="17299" y="18539"/>
                </a:lnTo>
                <a:lnTo>
                  <a:pt x="17299" y="19738"/>
                </a:lnTo>
                <a:lnTo>
                  <a:pt x="18643" y="19738"/>
                </a:lnTo>
                <a:lnTo>
                  <a:pt x="18643" y="18539"/>
                </a:lnTo>
                <a:lnTo>
                  <a:pt x="20071" y="18539"/>
                </a:lnTo>
                <a:lnTo>
                  <a:pt x="20071" y="17410"/>
                </a:lnTo>
                <a:lnTo>
                  <a:pt x="18643" y="17410"/>
                </a:lnTo>
                <a:lnTo>
                  <a:pt x="18643" y="16210"/>
                </a:lnTo>
                <a:close/>
                <a:moveTo>
                  <a:pt x="17971" y="14926"/>
                </a:moveTo>
                <a:cubicBezTo>
                  <a:pt x="19975" y="14926"/>
                  <a:pt x="21600" y="16291"/>
                  <a:pt x="21600" y="17974"/>
                </a:cubicBezTo>
                <a:cubicBezTo>
                  <a:pt x="21600" y="19658"/>
                  <a:pt x="19975" y="21022"/>
                  <a:pt x="17971" y="21022"/>
                </a:cubicBezTo>
                <a:cubicBezTo>
                  <a:pt x="15966" y="21022"/>
                  <a:pt x="14341" y="19658"/>
                  <a:pt x="14341" y="17974"/>
                </a:cubicBezTo>
                <a:cubicBezTo>
                  <a:pt x="14341" y="16291"/>
                  <a:pt x="15966" y="14926"/>
                  <a:pt x="17971" y="14926"/>
                </a:cubicBezTo>
                <a:close/>
                <a:moveTo>
                  <a:pt x="12511" y="113"/>
                </a:moveTo>
                <a:lnTo>
                  <a:pt x="18072" y="113"/>
                </a:lnTo>
                <a:lnTo>
                  <a:pt x="12511" y="113"/>
                </a:lnTo>
                <a:close/>
                <a:moveTo>
                  <a:pt x="0" y="113"/>
                </a:moveTo>
                <a:lnTo>
                  <a:pt x="10493" y="113"/>
                </a:lnTo>
                <a:lnTo>
                  <a:pt x="10493" y="6641"/>
                </a:lnTo>
                <a:lnTo>
                  <a:pt x="18072" y="6641"/>
                </a:lnTo>
                <a:lnTo>
                  <a:pt x="18072" y="14401"/>
                </a:lnTo>
                <a:cubicBezTo>
                  <a:pt x="15712" y="14407"/>
                  <a:pt x="13801" y="16016"/>
                  <a:pt x="13801" y="18000"/>
                </a:cubicBezTo>
                <a:cubicBezTo>
                  <a:pt x="13801" y="19984"/>
                  <a:pt x="15712" y="21593"/>
                  <a:pt x="18072" y="21599"/>
                </a:cubicBezTo>
                <a:lnTo>
                  <a:pt x="18072" y="21600"/>
                </a:lnTo>
                <a:lnTo>
                  <a:pt x="0" y="21600"/>
                </a:lnTo>
                <a:close/>
                <a:moveTo>
                  <a:pt x="11399" y="0"/>
                </a:moveTo>
                <a:lnTo>
                  <a:pt x="18159" y="5925"/>
                </a:lnTo>
                <a:lnTo>
                  <a:pt x="11399" y="592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44" name="Shape 882"/>
          <p:cNvSpPr/>
          <p:nvPr/>
        </p:nvSpPr>
        <p:spPr>
          <a:xfrm>
            <a:off x="7688795" y="3447250"/>
            <a:ext cx="326535" cy="38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961" y="16328"/>
                </a:moveTo>
                <a:lnTo>
                  <a:pt x="16010" y="17126"/>
                </a:lnTo>
                <a:lnTo>
                  <a:pt x="17020" y="17974"/>
                </a:lnTo>
                <a:lnTo>
                  <a:pt x="16010" y="18822"/>
                </a:lnTo>
                <a:lnTo>
                  <a:pt x="16961" y="19621"/>
                </a:lnTo>
                <a:lnTo>
                  <a:pt x="17971" y="18773"/>
                </a:lnTo>
                <a:lnTo>
                  <a:pt x="18980" y="19621"/>
                </a:lnTo>
                <a:lnTo>
                  <a:pt x="19931" y="18822"/>
                </a:lnTo>
                <a:lnTo>
                  <a:pt x="18921" y="17974"/>
                </a:lnTo>
                <a:lnTo>
                  <a:pt x="19931" y="17126"/>
                </a:lnTo>
                <a:lnTo>
                  <a:pt x="18980" y="16328"/>
                </a:lnTo>
                <a:lnTo>
                  <a:pt x="17971" y="17176"/>
                </a:lnTo>
                <a:close/>
                <a:moveTo>
                  <a:pt x="17971" y="14926"/>
                </a:moveTo>
                <a:cubicBezTo>
                  <a:pt x="19975" y="14926"/>
                  <a:pt x="21600" y="16291"/>
                  <a:pt x="21600" y="17974"/>
                </a:cubicBezTo>
                <a:cubicBezTo>
                  <a:pt x="21600" y="19658"/>
                  <a:pt x="19975" y="21022"/>
                  <a:pt x="17971" y="21022"/>
                </a:cubicBezTo>
                <a:cubicBezTo>
                  <a:pt x="15966" y="21022"/>
                  <a:pt x="14341" y="19658"/>
                  <a:pt x="14341" y="17974"/>
                </a:cubicBezTo>
                <a:cubicBezTo>
                  <a:pt x="14341" y="16291"/>
                  <a:pt x="15966" y="14926"/>
                  <a:pt x="17971" y="14926"/>
                </a:cubicBezTo>
                <a:close/>
                <a:moveTo>
                  <a:pt x="12511" y="113"/>
                </a:moveTo>
                <a:lnTo>
                  <a:pt x="18072" y="113"/>
                </a:lnTo>
                <a:lnTo>
                  <a:pt x="12511" y="113"/>
                </a:lnTo>
                <a:close/>
                <a:moveTo>
                  <a:pt x="0" y="113"/>
                </a:moveTo>
                <a:lnTo>
                  <a:pt x="10493" y="113"/>
                </a:lnTo>
                <a:lnTo>
                  <a:pt x="10493" y="6641"/>
                </a:lnTo>
                <a:lnTo>
                  <a:pt x="18072" y="6641"/>
                </a:lnTo>
                <a:lnTo>
                  <a:pt x="18072" y="14401"/>
                </a:lnTo>
                <a:cubicBezTo>
                  <a:pt x="15712" y="14407"/>
                  <a:pt x="13801" y="16016"/>
                  <a:pt x="13801" y="18000"/>
                </a:cubicBezTo>
                <a:cubicBezTo>
                  <a:pt x="13801" y="19984"/>
                  <a:pt x="15712" y="21593"/>
                  <a:pt x="18072" y="21599"/>
                </a:cubicBezTo>
                <a:lnTo>
                  <a:pt x="18072" y="21600"/>
                </a:lnTo>
                <a:lnTo>
                  <a:pt x="0" y="21600"/>
                </a:lnTo>
                <a:close/>
                <a:moveTo>
                  <a:pt x="11399" y="0"/>
                </a:moveTo>
                <a:lnTo>
                  <a:pt x="18159" y="5925"/>
                </a:lnTo>
                <a:lnTo>
                  <a:pt x="11399" y="592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45" name="Shape 883"/>
          <p:cNvSpPr/>
          <p:nvPr/>
        </p:nvSpPr>
        <p:spPr>
          <a:xfrm>
            <a:off x="8286374" y="3447250"/>
            <a:ext cx="326535" cy="388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02" y="16464"/>
                </a:moveTo>
                <a:lnTo>
                  <a:pt x="17477" y="18584"/>
                </a:lnTo>
                <a:lnTo>
                  <a:pt x="15900" y="17259"/>
                </a:lnTo>
                <a:lnTo>
                  <a:pt x="15095" y="17935"/>
                </a:lnTo>
                <a:lnTo>
                  <a:pt x="17494" y="19950"/>
                </a:lnTo>
                <a:lnTo>
                  <a:pt x="18299" y="19274"/>
                </a:lnTo>
                <a:lnTo>
                  <a:pt x="18282" y="19260"/>
                </a:lnTo>
                <a:lnTo>
                  <a:pt x="20807" y="17140"/>
                </a:lnTo>
                <a:close/>
                <a:moveTo>
                  <a:pt x="17971" y="14926"/>
                </a:moveTo>
                <a:cubicBezTo>
                  <a:pt x="19975" y="14926"/>
                  <a:pt x="21600" y="16291"/>
                  <a:pt x="21600" y="17974"/>
                </a:cubicBezTo>
                <a:cubicBezTo>
                  <a:pt x="21600" y="19658"/>
                  <a:pt x="19975" y="21022"/>
                  <a:pt x="17971" y="21022"/>
                </a:cubicBezTo>
                <a:cubicBezTo>
                  <a:pt x="15966" y="21022"/>
                  <a:pt x="14341" y="19658"/>
                  <a:pt x="14341" y="17974"/>
                </a:cubicBezTo>
                <a:cubicBezTo>
                  <a:pt x="14341" y="16291"/>
                  <a:pt x="15966" y="14926"/>
                  <a:pt x="17971" y="14926"/>
                </a:cubicBezTo>
                <a:close/>
                <a:moveTo>
                  <a:pt x="12511" y="113"/>
                </a:moveTo>
                <a:lnTo>
                  <a:pt x="18072" y="113"/>
                </a:lnTo>
                <a:lnTo>
                  <a:pt x="12511" y="113"/>
                </a:lnTo>
                <a:close/>
                <a:moveTo>
                  <a:pt x="0" y="113"/>
                </a:moveTo>
                <a:lnTo>
                  <a:pt x="10493" y="113"/>
                </a:lnTo>
                <a:lnTo>
                  <a:pt x="10493" y="6641"/>
                </a:lnTo>
                <a:lnTo>
                  <a:pt x="18072" y="6641"/>
                </a:lnTo>
                <a:lnTo>
                  <a:pt x="18072" y="14401"/>
                </a:lnTo>
                <a:cubicBezTo>
                  <a:pt x="15712" y="14407"/>
                  <a:pt x="13801" y="16016"/>
                  <a:pt x="13801" y="18000"/>
                </a:cubicBezTo>
                <a:cubicBezTo>
                  <a:pt x="13801" y="19984"/>
                  <a:pt x="15712" y="21593"/>
                  <a:pt x="18072" y="21599"/>
                </a:cubicBezTo>
                <a:lnTo>
                  <a:pt x="18072" y="21600"/>
                </a:lnTo>
                <a:lnTo>
                  <a:pt x="0" y="21600"/>
                </a:lnTo>
                <a:close/>
                <a:moveTo>
                  <a:pt x="11399" y="0"/>
                </a:moveTo>
                <a:lnTo>
                  <a:pt x="18159" y="5925"/>
                </a:lnTo>
                <a:lnTo>
                  <a:pt x="11399" y="592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Shape 888"/>
          <p:cNvSpPr txBox="1">
            <a:spLocks noGrp="1"/>
          </p:cNvSpPr>
          <p:nvPr>
            <p:ph type="body" sz="quarter" idx="4294967295"/>
          </p:nvPr>
        </p:nvSpPr>
        <p:spPr>
          <a:xfrm>
            <a:off x="0" y="123477"/>
            <a:ext cx="9144000" cy="576066"/>
          </a:xfrm>
          <a:prstGeom prst="rect">
            <a:avLst/>
          </a:prstGeom>
        </p:spPr>
        <p:txBody>
          <a:bodyPr lIns="45699" tIns="45699" rIns="45699" bIns="45699">
            <a:normAutofit lnSpcReduction="10000"/>
          </a:bodyPr>
          <a:lstStyle>
            <a:lvl1pPr algn="ctr"/>
          </a:lstStyle>
          <a:p>
            <a:r>
              <a:t>Fully Editable Icon Sets : B</a:t>
            </a:r>
          </a:p>
        </p:txBody>
      </p:sp>
      <p:sp>
        <p:nvSpPr>
          <p:cNvPr id="948" name="Shape 889"/>
          <p:cNvSpPr/>
          <p:nvPr/>
        </p:nvSpPr>
        <p:spPr>
          <a:xfrm rot="10800000">
            <a:off x="6076601" y="3430120"/>
            <a:ext cx="154975" cy="4826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58" y="6271"/>
                </a:moveTo>
                <a:lnTo>
                  <a:pt x="26" y="4356"/>
                </a:lnTo>
                <a:lnTo>
                  <a:pt x="0" y="4356"/>
                </a:lnTo>
                <a:lnTo>
                  <a:pt x="22" y="4347"/>
                </a:lnTo>
                <a:lnTo>
                  <a:pt x="9" y="4318"/>
                </a:lnTo>
                <a:lnTo>
                  <a:pt x="94" y="4318"/>
                </a:lnTo>
                <a:lnTo>
                  <a:pt x="10800" y="0"/>
                </a:lnTo>
                <a:lnTo>
                  <a:pt x="13684" y="1163"/>
                </a:lnTo>
                <a:close/>
                <a:moveTo>
                  <a:pt x="2110" y="9150"/>
                </a:moveTo>
                <a:lnTo>
                  <a:pt x="1283" y="7249"/>
                </a:lnTo>
                <a:lnTo>
                  <a:pt x="15115" y="1740"/>
                </a:lnTo>
                <a:lnTo>
                  <a:pt x="18073" y="2933"/>
                </a:lnTo>
                <a:lnTo>
                  <a:pt x="17858" y="2878"/>
                </a:lnTo>
                <a:close/>
                <a:moveTo>
                  <a:pt x="3350" y="12003"/>
                </a:moveTo>
                <a:lnTo>
                  <a:pt x="2535" y="10127"/>
                </a:lnTo>
                <a:lnTo>
                  <a:pt x="19328" y="3439"/>
                </a:lnTo>
                <a:lnTo>
                  <a:pt x="21506" y="4318"/>
                </a:lnTo>
                <a:lnTo>
                  <a:pt x="21591" y="4318"/>
                </a:lnTo>
                <a:lnTo>
                  <a:pt x="21578" y="4347"/>
                </a:lnTo>
                <a:lnTo>
                  <a:pt x="21600" y="4356"/>
                </a:lnTo>
                <a:lnTo>
                  <a:pt x="21574" y="4356"/>
                </a:lnTo>
                <a:lnTo>
                  <a:pt x="21370" y="4826"/>
                </a:lnTo>
                <a:close/>
                <a:moveTo>
                  <a:pt x="4524" y="14702"/>
                </a:moveTo>
                <a:lnTo>
                  <a:pt x="3775" y="12980"/>
                </a:lnTo>
                <a:lnTo>
                  <a:pt x="20767" y="6213"/>
                </a:lnTo>
                <a:lnTo>
                  <a:pt x="19705" y="8656"/>
                </a:lnTo>
                <a:close/>
                <a:moveTo>
                  <a:pt x="6855" y="17095"/>
                </a:moveTo>
                <a:lnTo>
                  <a:pt x="5564" y="17095"/>
                </a:lnTo>
                <a:lnTo>
                  <a:pt x="4922" y="15619"/>
                </a:lnTo>
                <a:lnTo>
                  <a:pt x="5030" y="15647"/>
                </a:lnTo>
                <a:lnTo>
                  <a:pt x="19102" y="10043"/>
                </a:lnTo>
                <a:lnTo>
                  <a:pt x="17958" y="12673"/>
                </a:lnTo>
                <a:close/>
                <a:moveTo>
                  <a:pt x="16036" y="17095"/>
                </a:moveTo>
                <a:lnTo>
                  <a:pt x="9735" y="17095"/>
                </a:lnTo>
                <a:lnTo>
                  <a:pt x="17355" y="14060"/>
                </a:lnTo>
                <a:close/>
                <a:moveTo>
                  <a:pt x="18520" y="21600"/>
                </a:moveTo>
                <a:lnTo>
                  <a:pt x="3080" y="21600"/>
                </a:lnTo>
                <a:lnTo>
                  <a:pt x="5733" y="17760"/>
                </a:lnTo>
                <a:lnTo>
                  <a:pt x="15867" y="1776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49" name="Shape 890"/>
          <p:cNvSpPr/>
          <p:nvPr/>
        </p:nvSpPr>
        <p:spPr>
          <a:xfrm>
            <a:off x="6472356" y="3485841"/>
            <a:ext cx="371782" cy="371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39" y="4306"/>
                </a:moveTo>
                <a:lnTo>
                  <a:pt x="17826" y="11303"/>
                </a:lnTo>
                <a:lnTo>
                  <a:pt x="17826" y="21600"/>
                </a:lnTo>
                <a:lnTo>
                  <a:pt x="13482" y="21600"/>
                </a:lnTo>
                <a:lnTo>
                  <a:pt x="13482" y="16832"/>
                </a:lnTo>
                <a:cubicBezTo>
                  <a:pt x="13482" y="16081"/>
                  <a:pt x="12875" y="15472"/>
                  <a:pt x="12125" y="15472"/>
                </a:cubicBezTo>
                <a:lnTo>
                  <a:pt x="9554" y="15472"/>
                </a:lnTo>
                <a:cubicBezTo>
                  <a:pt x="8804" y="15472"/>
                  <a:pt x="8196" y="16081"/>
                  <a:pt x="8196" y="16832"/>
                </a:cubicBezTo>
                <a:lnTo>
                  <a:pt x="8196" y="21600"/>
                </a:lnTo>
                <a:lnTo>
                  <a:pt x="3853" y="21600"/>
                </a:lnTo>
                <a:lnTo>
                  <a:pt x="3853" y="11303"/>
                </a:lnTo>
                <a:close/>
                <a:moveTo>
                  <a:pt x="3412" y="822"/>
                </a:moveTo>
                <a:lnTo>
                  <a:pt x="6303" y="822"/>
                </a:lnTo>
                <a:lnTo>
                  <a:pt x="6303" y="3636"/>
                </a:lnTo>
                <a:lnTo>
                  <a:pt x="3412" y="6532"/>
                </a:lnTo>
                <a:close/>
                <a:moveTo>
                  <a:pt x="10839" y="48"/>
                </a:moveTo>
                <a:lnTo>
                  <a:pt x="21600" y="11303"/>
                </a:lnTo>
                <a:lnTo>
                  <a:pt x="19407" y="11303"/>
                </a:lnTo>
                <a:lnTo>
                  <a:pt x="10839" y="2341"/>
                </a:lnTo>
                <a:close/>
                <a:moveTo>
                  <a:pt x="10839" y="0"/>
                </a:moveTo>
                <a:lnTo>
                  <a:pt x="10839" y="2294"/>
                </a:lnTo>
                <a:lnTo>
                  <a:pt x="2209" y="11256"/>
                </a:lnTo>
                <a:lnTo>
                  <a:pt x="0" y="11256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0" name="Shape 891"/>
          <p:cNvSpPr/>
          <p:nvPr/>
        </p:nvSpPr>
        <p:spPr>
          <a:xfrm rot="16200000">
            <a:off x="3610094" y="2744880"/>
            <a:ext cx="311875" cy="371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79" extrusionOk="0">
                <a:moveTo>
                  <a:pt x="15116" y="13277"/>
                </a:moveTo>
                <a:cubicBezTo>
                  <a:pt x="14111" y="14543"/>
                  <a:pt x="12440" y="15336"/>
                  <a:pt x="10616" y="15413"/>
                </a:cubicBezTo>
                <a:cubicBezTo>
                  <a:pt x="8793" y="15491"/>
                  <a:pt x="7033" y="14844"/>
                  <a:pt x="5877" y="13671"/>
                </a:cubicBezTo>
                <a:lnTo>
                  <a:pt x="7066" y="12863"/>
                </a:lnTo>
                <a:cubicBezTo>
                  <a:pt x="7913" y="13723"/>
                  <a:pt x="9202" y="14197"/>
                  <a:pt x="10538" y="14140"/>
                </a:cubicBezTo>
                <a:cubicBezTo>
                  <a:pt x="11874" y="14083"/>
                  <a:pt x="13097" y="13502"/>
                  <a:pt x="13834" y="12575"/>
                </a:cubicBezTo>
                <a:close/>
                <a:moveTo>
                  <a:pt x="18467" y="14433"/>
                </a:moveTo>
                <a:cubicBezTo>
                  <a:pt x="16950" y="16687"/>
                  <a:pt x="14180" y="18164"/>
                  <a:pt x="11080" y="18374"/>
                </a:cubicBezTo>
                <a:cubicBezTo>
                  <a:pt x="7981" y="18584"/>
                  <a:pt x="4960" y="17498"/>
                  <a:pt x="3022" y="15479"/>
                </a:cubicBezTo>
                <a:lnTo>
                  <a:pt x="4144" y="14737"/>
                </a:lnTo>
                <a:cubicBezTo>
                  <a:pt x="5783" y="16447"/>
                  <a:pt x="8341" y="17365"/>
                  <a:pt x="10964" y="17188"/>
                </a:cubicBezTo>
                <a:cubicBezTo>
                  <a:pt x="13587" y="17010"/>
                  <a:pt x="15931" y="15760"/>
                  <a:pt x="17216" y="13853"/>
                </a:cubicBezTo>
                <a:close/>
                <a:moveTo>
                  <a:pt x="18473" y="10694"/>
                </a:moveTo>
                <a:lnTo>
                  <a:pt x="2171" y="10694"/>
                </a:lnTo>
                <a:lnTo>
                  <a:pt x="6960" y="4411"/>
                </a:lnTo>
                <a:lnTo>
                  <a:pt x="6960" y="1456"/>
                </a:lnTo>
                <a:cubicBezTo>
                  <a:pt x="6960" y="653"/>
                  <a:pt x="7744" y="2"/>
                  <a:pt x="8711" y="2"/>
                </a:cubicBezTo>
                <a:lnTo>
                  <a:pt x="10320" y="2"/>
                </a:lnTo>
                <a:lnTo>
                  <a:pt x="10322" y="0"/>
                </a:lnTo>
                <a:lnTo>
                  <a:pt x="10324" y="2"/>
                </a:lnTo>
                <a:lnTo>
                  <a:pt x="11727" y="2"/>
                </a:lnTo>
                <a:cubicBezTo>
                  <a:pt x="12694" y="2"/>
                  <a:pt x="13478" y="653"/>
                  <a:pt x="13478" y="1456"/>
                </a:cubicBezTo>
                <a:lnTo>
                  <a:pt x="13478" y="4141"/>
                </a:lnTo>
                <a:close/>
                <a:moveTo>
                  <a:pt x="21600" y="15888"/>
                </a:moveTo>
                <a:cubicBezTo>
                  <a:pt x="19468" y="19052"/>
                  <a:pt x="15555" y="21109"/>
                  <a:pt x="11197" y="21354"/>
                </a:cubicBezTo>
                <a:cubicBezTo>
                  <a:pt x="6839" y="21600"/>
                  <a:pt x="2627" y="20002"/>
                  <a:pt x="0" y="17105"/>
                </a:cubicBezTo>
                <a:lnTo>
                  <a:pt x="1142" y="16391"/>
                </a:lnTo>
                <a:cubicBezTo>
                  <a:pt x="3479" y="18967"/>
                  <a:pt x="7225" y="20389"/>
                  <a:pt x="11100" y="20171"/>
                </a:cubicBezTo>
                <a:cubicBezTo>
                  <a:pt x="14976" y="19952"/>
                  <a:pt x="18456" y="18123"/>
                  <a:pt x="20352" y="15309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1" name="Shape 892"/>
          <p:cNvSpPr/>
          <p:nvPr/>
        </p:nvSpPr>
        <p:spPr>
          <a:xfrm>
            <a:off x="7202343" y="2726749"/>
            <a:ext cx="341413" cy="408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486" y="3743"/>
                </a:moveTo>
                <a:lnTo>
                  <a:pt x="8486" y="6093"/>
                </a:lnTo>
                <a:cubicBezTo>
                  <a:pt x="5153" y="6923"/>
                  <a:pt x="2724" y="9507"/>
                  <a:pt x="2724" y="12565"/>
                </a:cubicBezTo>
                <a:cubicBezTo>
                  <a:pt x="2724" y="16296"/>
                  <a:pt x="6340" y="19321"/>
                  <a:pt x="10800" y="19321"/>
                </a:cubicBezTo>
                <a:cubicBezTo>
                  <a:pt x="15260" y="19321"/>
                  <a:pt x="18876" y="16296"/>
                  <a:pt x="18876" y="12565"/>
                </a:cubicBezTo>
                <a:cubicBezTo>
                  <a:pt x="18876" y="9507"/>
                  <a:pt x="16447" y="6923"/>
                  <a:pt x="13114" y="6093"/>
                </a:cubicBezTo>
                <a:lnTo>
                  <a:pt x="13114" y="3743"/>
                </a:lnTo>
                <a:cubicBezTo>
                  <a:pt x="17967" y="4624"/>
                  <a:pt x="21600" y="8240"/>
                  <a:pt x="21600" y="12565"/>
                </a:cubicBezTo>
                <a:cubicBezTo>
                  <a:pt x="21600" y="17555"/>
                  <a:pt x="16765" y="21600"/>
                  <a:pt x="10800" y="21600"/>
                </a:cubicBezTo>
                <a:cubicBezTo>
                  <a:pt x="4835" y="21600"/>
                  <a:pt x="0" y="17555"/>
                  <a:pt x="0" y="12565"/>
                </a:cubicBezTo>
                <a:cubicBezTo>
                  <a:pt x="0" y="8240"/>
                  <a:pt x="3632" y="4624"/>
                  <a:pt x="8486" y="3743"/>
                </a:cubicBezTo>
                <a:close/>
                <a:moveTo>
                  <a:pt x="10800" y="0"/>
                </a:moveTo>
                <a:cubicBezTo>
                  <a:pt x="11599" y="0"/>
                  <a:pt x="12246" y="542"/>
                  <a:pt x="12246" y="1210"/>
                </a:cubicBezTo>
                <a:lnTo>
                  <a:pt x="12246" y="9499"/>
                </a:lnTo>
                <a:cubicBezTo>
                  <a:pt x="12246" y="10168"/>
                  <a:pt x="11599" y="10709"/>
                  <a:pt x="10800" y="10709"/>
                </a:cubicBezTo>
                <a:cubicBezTo>
                  <a:pt x="10001" y="10709"/>
                  <a:pt x="9353" y="10168"/>
                  <a:pt x="9353" y="9499"/>
                </a:cubicBezTo>
                <a:lnTo>
                  <a:pt x="9353" y="1210"/>
                </a:lnTo>
                <a:cubicBezTo>
                  <a:pt x="9353" y="542"/>
                  <a:pt x="10001" y="0"/>
                  <a:pt x="1080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2" name="Shape 893"/>
          <p:cNvSpPr/>
          <p:nvPr/>
        </p:nvSpPr>
        <p:spPr>
          <a:xfrm>
            <a:off x="7644582" y="3526542"/>
            <a:ext cx="359042" cy="289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244" y="11962"/>
                </a:moveTo>
                <a:cubicBezTo>
                  <a:pt x="18108" y="13232"/>
                  <a:pt x="17747" y="14439"/>
                  <a:pt x="17194" y="15502"/>
                </a:cubicBezTo>
                <a:cubicBezTo>
                  <a:pt x="17601" y="15792"/>
                  <a:pt x="18106" y="15823"/>
                  <a:pt x="18556" y="15569"/>
                </a:cubicBezTo>
                <a:cubicBezTo>
                  <a:pt x="19221" y="15192"/>
                  <a:pt x="19584" y="14292"/>
                  <a:pt x="19428" y="13406"/>
                </a:cubicBezTo>
                <a:cubicBezTo>
                  <a:pt x="19297" y="12662"/>
                  <a:pt x="18829" y="12097"/>
                  <a:pt x="18244" y="11962"/>
                </a:cubicBezTo>
                <a:close/>
                <a:moveTo>
                  <a:pt x="18334" y="10095"/>
                </a:moveTo>
                <a:lnTo>
                  <a:pt x="18333" y="10163"/>
                </a:lnTo>
                <a:cubicBezTo>
                  <a:pt x="19552" y="10371"/>
                  <a:pt x="20558" y="11503"/>
                  <a:pt x="20826" y="13029"/>
                </a:cubicBezTo>
                <a:cubicBezTo>
                  <a:pt x="21125" y="14729"/>
                  <a:pt x="20428" y="16457"/>
                  <a:pt x="19151" y="17180"/>
                </a:cubicBezTo>
                <a:cubicBezTo>
                  <a:pt x="18214" y="17711"/>
                  <a:pt x="17151" y="17596"/>
                  <a:pt x="16322" y="16943"/>
                </a:cubicBezTo>
                <a:cubicBezTo>
                  <a:pt x="15850" y="17579"/>
                  <a:pt x="15300" y="18135"/>
                  <a:pt x="14685" y="18593"/>
                </a:cubicBezTo>
                <a:cubicBezTo>
                  <a:pt x="14225" y="18936"/>
                  <a:pt x="13742" y="19212"/>
                  <a:pt x="13240" y="19403"/>
                </a:cubicBezTo>
                <a:lnTo>
                  <a:pt x="21600" y="19399"/>
                </a:lnTo>
                <a:cubicBezTo>
                  <a:pt x="21323" y="20631"/>
                  <a:pt x="16570" y="21600"/>
                  <a:pt x="10800" y="21600"/>
                </a:cubicBezTo>
                <a:cubicBezTo>
                  <a:pt x="5048" y="21600"/>
                  <a:pt x="303" y="20638"/>
                  <a:pt x="0" y="19410"/>
                </a:cubicBezTo>
                <a:lnTo>
                  <a:pt x="8363" y="19406"/>
                </a:lnTo>
                <a:cubicBezTo>
                  <a:pt x="7861" y="19215"/>
                  <a:pt x="7378" y="18939"/>
                  <a:pt x="6917" y="18596"/>
                </a:cubicBezTo>
                <a:cubicBezTo>
                  <a:pt x="4526" y="16818"/>
                  <a:pt x="3121" y="13552"/>
                  <a:pt x="3263" y="10101"/>
                </a:cubicBezTo>
                <a:close/>
                <a:moveTo>
                  <a:pt x="8696" y="1632"/>
                </a:moveTo>
                <a:cubicBezTo>
                  <a:pt x="7877" y="2354"/>
                  <a:pt x="7345" y="2495"/>
                  <a:pt x="7394" y="3527"/>
                </a:cubicBezTo>
                <a:cubicBezTo>
                  <a:pt x="7581" y="5182"/>
                  <a:pt x="9978" y="4998"/>
                  <a:pt x="9787" y="6799"/>
                </a:cubicBezTo>
                <a:cubicBezTo>
                  <a:pt x="9502" y="7775"/>
                  <a:pt x="9114" y="7987"/>
                  <a:pt x="7927" y="8515"/>
                </a:cubicBezTo>
                <a:cubicBezTo>
                  <a:pt x="8692" y="7865"/>
                  <a:pt x="8908" y="7455"/>
                  <a:pt x="8886" y="6549"/>
                </a:cubicBezTo>
                <a:cubicBezTo>
                  <a:pt x="8886" y="5234"/>
                  <a:pt x="7257" y="5069"/>
                  <a:pt x="6664" y="4008"/>
                </a:cubicBezTo>
                <a:cubicBezTo>
                  <a:pt x="6146" y="3028"/>
                  <a:pt x="6930" y="2273"/>
                  <a:pt x="8696" y="1632"/>
                </a:cubicBezTo>
                <a:close/>
                <a:moveTo>
                  <a:pt x="14133" y="649"/>
                </a:moveTo>
                <a:cubicBezTo>
                  <a:pt x="13198" y="1473"/>
                  <a:pt x="12590" y="1635"/>
                  <a:pt x="12646" y="2815"/>
                </a:cubicBezTo>
                <a:cubicBezTo>
                  <a:pt x="12859" y="4706"/>
                  <a:pt x="15599" y="4496"/>
                  <a:pt x="15381" y="6554"/>
                </a:cubicBezTo>
                <a:cubicBezTo>
                  <a:pt x="15055" y="7669"/>
                  <a:pt x="14612" y="7912"/>
                  <a:pt x="13255" y="8515"/>
                </a:cubicBezTo>
                <a:cubicBezTo>
                  <a:pt x="14129" y="7772"/>
                  <a:pt x="14377" y="7303"/>
                  <a:pt x="14351" y="6269"/>
                </a:cubicBezTo>
                <a:cubicBezTo>
                  <a:pt x="14351" y="4765"/>
                  <a:pt x="12490" y="4577"/>
                  <a:pt x="11811" y="3365"/>
                </a:cubicBezTo>
                <a:cubicBezTo>
                  <a:pt x="11220" y="2244"/>
                  <a:pt x="12116" y="1382"/>
                  <a:pt x="14133" y="649"/>
                </a:cubicBezTo>
                <a:close/>
                <a:moveTo>
                  <a:pt x="11455" y="0"/>
                </a:moveTo>
                <a:cubicBezTo>
                  <a:pt x="10340" y="982"/>
                  <a:pt x="9615" y="1175"/>
                  <a:pt x="9682" y="2582"/>
                </a:cubicBezTo>
                <a:cubicBezTo>
                  <a:pt x="9936" y="4836"/>
                  <a:pt x="13201" y="4585"/>
                  <a:pt x="12942" y="7039"/>
                </a:cubicBezTo>
                <a:cubicBezTo>
                  <a:pt x="12554" y="8368"/>
                  <a:pt x="12025" y="8657"/>
                  <a:pt x="10408" y="9376"/>
                </a:cubicBezTo>
                <a:cubicBezTo>
                  <a:pt x="11450" y="8490"/>
                  <a:pt x="11745" y="7931"/>
                  <a:pt x="11714" y="6698"/>
                </a:cubicBezTo>
                <a:cubicBezTo>
                  <a:pt x="11714" y="4906"/>
                  <a:pt x="9496" y="4682"/>
                  <a:pt x="8687" y="3237"/>
                </a:cubicBezTo>
                <a:cubicBezTo>
                  <a:pt x="7982" y="1901"/>
                  <a:pt x="9050" y="873"/>
                  <a:pt x="1145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3" name="Shape 894"/>
          <p:cNvSpPr/>
          <p:nvPr/>
        </p:nvSpPr>
        <p:spPr>
          <a:xfrm>
            <a:off x="7748034" y="2750159"/>
            <a:ext cx="361277" cy="3612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35" y="12984"/>
                </a:moveTo>
                <a:lnTo>
                  <a:pt x="5587" y="19146"/>
                </a:lnTo>
                <a:cubicBezTo>
                  <a:pt x="8751" y="21122"/>
                  <a:pt x="12759" y="21139"/>
                  <a:pt x="15940" y="19191"/>
                </a:cubicBezTo>
                <a:lnTo>
                  <a:pt x="12145" y="12995"/>
                </a:lnTo>
                <a:cubicBezTo>
                  <a:pt x="11757" y="13243"/>
                  <a:pt x="11294" y="13382"/>
                  <a:pt x="10800" y="13382"/>
                </a:cubicBezTo>
                <a:cubicBezTo>
                  <a:pt x="10297" y="13382"/>
                  <a:pt x="9828" y="13239"/>
                  <a:pt x="9435" y="12984"/>
                </a:cubicBezTo>
                <a:close/>
                <a:moveTo>
                  <a:pt x="10800" y="9006"/>
                </a:moveTo>
                <a:cubicBezTo>
                  <a:pt x="9809" y="9006"/>
                  <a:pt x="9006" y="9809"/>
                  <a:pt x="9006" y="10800"/>
                </a:cubicBezTo>
                <a:cubicBezTo>
                  <a:pt x="9006" y="11791"/>
                  <a:pt x="9809" y="12594"/>
                  <a:pt x="10800" y="12594"/>
                </a:cubicBezTo>
                <a:cubicBezTo>
                  <a:pt x="11791" y="12594"/>
                  <a:pt x="12594" y="11791"/>
                  <a:pt x="12594" y="10800"/>
                </a:cubicBezTo>
                <a:cubicBezTo>
                  <a:pt x="12594" y="9809"/>
                  <a:pt x="11791" y="9006"/>
                  <a:pt x="10800" y="9006"/>
                </a:cubicBezTo>
                <a:close/>
                <a:moveTo>
                  <a:pt x="15496" y="2153"/>
                </a:moveTo>
                <a:lnTo>
                  <a:pt x="12027" y="8541"/>
                </a:lnTo>
                <a:cubicBezTo>
                  <a:pt x="12837" y="8968"/>
                  <a:pt x="13382" y="9820"/>
                  <a:pt x="13382" y="10800"/>
                </a:cubicBezTo>
                <a:lnTo>
                  <a:pt x="13373" y="10889"/>
                </a:lnTo>
                <a:lnTo>
                  <a:pt x="20634" y="11142"/>
                </a:lnTo>
                <a:cubicBezTo>
                  <a:pt x="20764" y="7414"/>
                  <a:pt x="18774" y="3933"/>
                  <a:pt x="15496" y="2153"/>
                </a:cubicBezTo>
                <a:close/>
                <a:moveTo>
                  <a:pt x="6179" y="2112"/>
                </a:moveTo>
                <a:cubicBezTo>
                  <a:pt x="2886" y="3864"/>
                  <a:pt x="866" y="7327"/>
                  <a:pt x="963" y="11056"/>
                </a:cubicBezTo>
                <a:lnTo>
                  <a:pt x="8224" y="10867"/>
                </a:lnTo>
                <a:cubicBezTo>
                  <a:pt x="8218" y="10845"/>
                  <a:pt x="8218" y="10822"/>
                  <a:pt x="8218" y="10800"/>
                </a:cubicBezTo>
                <a:cubicBezTo>
                  <a:pt x="8218" y="9812"/>
                  <a:pt x="8772" y="8954"/>
                  <a:pt x="9593" y="8530"/>
                </a:cubicBezTo>
                <a:close/>
                <a:moveTo>
                  <a:pt x="10800" y="0"/>
                </a:move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4" name="Shape 895"/>
          <p:cNvSpPr/>
          <p:nvPr/>
        </p:nvSpPr>
        <p:spPr>
          <a:xfrm>
            <a:off x="8271826" y="4162168"/>
            <a:ext cx="376670" cy="4025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88" h="21600" extrusionOk="0">
                <a:moveTo>
                  <a:pt x="6340" y="21569"/>
                </a:moveTo>
                <a:cubicBezTo>
                  <a:pt x="-379" y="20372"/>
                  <a:pt x="1597" y="16155"/>
                  <a:pt x="0" y="11907"/>
                </a:cubicBezTo>
                <a:cubicBezTo>
                  <a:pt x="1168" y="11656"/>
                  <a:pt x="2861" y="15504"/>
                  <a:pt x="2481" y="13682"/>
                </a:cubicBezTo>
                <a:cubicBezTo>
                  <a:pt x="484" y="6481"/>
                  <a:pt x="6457" y="6276"/>
                  <a:pt x="4560" y="0"/>
                </a:cubicBezTo>
                <a:cubicBezTo>
                  <a:pt x="10456" y="411"/>
                  <a:pt x="8732" y="7170"/>
                  <a:pt x="11505" y="8813"/>
                </a:cubicBezTo>
                <a:cubicBezTo>
                  <a:pt x="12257" y="8979"/>
                  <a:pt x="13160" y="8221"/>
                  <a:pt x="11489" y="4843"/>
                </a:cubicBezTo>
                <a:cubicBezTo>
                  <a:pt x="21221" y="13787"/>
                  <a:pt x="14388" y="21099"/>
                  <a:pt x="8729" y="21600"/>
                </a:cubicBezTo>
                <a:cubicBezTo>
                  <a:pt x="11310" y="19860"/>
                  <a:pt x="12168" y="12420"/>
                  <a:pt x="6829" y="7784"/>
                </a:cubicBezTo>
                <a:cubicBezTo>
                  <a:pt x="8165" y="12102"/>
                  <a:pt x="7277" y="14232"/>
                  <a:pt x="6414" y="16393"/>
                </a:cubicBezTo>
                <a:cubicBezTo>
                  <a:pt x="6400" y="15295"/>
                  <a:pt x="7310" y="12933"/>
                  <a:pt x="5072" y="11557"/>
                </a:cubicBezTo>
                <a:cubicBezTo>
                  <a:pt x="6119" y="15695"/>
                  <a:pt x="1695" y="16999"/>
                  <a:pt x="6340" y="2156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5" name="Shape 896"/>
          <p:cNvSpPr/>
          <p:nvPr/>
        </p:nvSpPr>
        <p:spPr>
          <a:xfrm>
            <a:off x="8254078" y="2047225"/>
            <a:ext cx="412168" cy="302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943" y="13357"/>
                </a:moveTo>
                <a:cubicBezTo>
                  <a:pt x="7646" y="13357"/>
                  <a:pt x="7404" y="13686"/>
                  <a:pt x="7404" y="14092"/>
                </a:cubicBezTo>
                <a:lnTo>
                  <a:pt x="7404" y="14523"/>
                </a:lnTo>
                <a:cubicBezTo>
                  <a:pt x="7404" y="14930"/>
                  <a:pt x="7646" y="15259"/>
                  <a:pt x="7943" y="15259"/>
                </a:cubicBezTo>
                <a:lnTo>
                  <a:pt x="13744" y="15259"/>
                </a:lnTo>
                <a:cubicBezTo>
                  <a:pt x="14041" y="15259"/>
                  <a:pt x="14283" y="14930"/>
                  <a:pt x="14283" y="14523"/>
                </a:cubicBezTo>
                <a:lnTo>
                  <a:pt x="14283" y="14092"/>
                </a:lnTo>
                <a:cubicBezTo>
                  <a:pt x="14283" y="13686"/>
                  <a:pt x="14041" y="13357"/>
                  <a:pt x="13744" y="13357"/>
                </a:cubicBezTo>
                <a:close/>
                <a:moveTo>
                  <a:pt x="17169" y="8949"/>
                </a:moveTo>
                <a:cubicBezTo>
                  <a:pt x="16470" y="8949"/>
                  <a:pt x="15903" y="9723"/>
                  <a:pt x="15903" y="10677"/>
                </a:cubicBezTo>
                <a:cubicBezTo>
                  <a:pt x="15903" y="11631"/>
                  <a:pt x="16470" y="12404"/>
                  <a:pt x="17169" y="12404"/>
                </a:cubicBezTo>
                <a:cubicBezTo>
                  <a:pt x="17868" y="12404"/>
                  <a:pt x="18435" y="11631"/>
                  <a:pt x="18435" y="10677"/>
                </a:cubicBezTo>
                <a:cubicBezTo>
                  <a:pt x="18435" y="9723"/>
                  <a:pt x="17868" y="8949"/>
                  <a:pt x="17169" y="8949"/>
                </a:cubicBezTo>
                <a:close/>
                <a:moveTo>
                  <a:pt x="4518" y="8949"/>
                </a:moveTo>
                <a:cubicBezTo>
                  <a:pt x="3819" y="8949"/>
                  <a:pt x="3252" y="9723"/>
                  <a:pt x="3252" y="10677"/>
                </a:cubicBezTo>
                <a:cubicBezTo>
                  <a:pt x="3252" y="11631"/>
                  <a:pt x="3819" y="12404"/>
                  <a:pt x="4518" y="12404"/>
                </a:cubicBezTo>
                <a:cubicBezTo>
                  <a:pt x="5217" y="12404"/>
                  <a:pt x="5784" y="11631"/>
                  <a:pt x="5784" y="10677"/>
                </a:cubicBezTo>
                <a:cubicBezTo>
                  <a:pt x="5784" y="9723"/>
                  <a:pt x="5217" y="8949"/>
                  <a:pt x="4518" y="8949"/>
                </a:cubicBezTo>
                <a:close/>
                <a:moveTo>
                  <a:pt x="5770" y="1413"/>
                </a:moveTo>
                <a:lnTo>
                  <a:pt x="4832" y="7789"/>
                </a:lnTo>
                <a:lnTo>
                  <a:pt x="16855" y="7789"/>
                </a:lnTo>
                <a:lnTo>
                  <a:pt x="15917" y="1413"/>
                </a:lnTo>
                <a:close/>
                <a:moveTo>
                  <a:pt x="4503" y="0"/>
                </a:moveTo>
                <a:lnTo>
                  <a:pt x="17184" y="0"/>
                </a:lnTo>
                <a:lnTo>
                  <a:pt x="18195" y="5514"/>
                </a:lnTo>
                <a:cubicBezTo>
                  <a:pt x="18392" y="5261"/>
                  <a:pt x="18658" y="5118"/>
                  <a:pt x="18950" y="5118"/>
                </a:cubicBezTo>
                <a:lnTo>
                  <a:pt x="20410" y="5118"/>
                </a:lnTo>
                <a:cubicBezTo>
                  <a:pt x="21067" y="5118"/>
                  <a:pt x="21600" y="5845"/>
                  <a:pt x="21600" y="6741"/>
                </a:cubicBezTo>
                <a:lnTo>
                  <a:pt x="21600" y="7192"/>
                </a:lnTo>
                <a:cubicBezTo>
                  <a:pt x="21600" y="8088"/>
                  <a:pt x="21067" y="8815"/>
                  <a:pt x="20410" y="8815"/>
                </a:cubicBezTo>
                <a:lnTo>
                  <a:pt x="20308" y="8815"/>
                </a:lnTo>
                <a:cubicBezTo>
                  <a:pt x="20349" y="8973"/>
                  <a:pt x="20367" y="9143"/>
                  <a:pt x="20367" y="9318"/>
                </a:cubicBezTo>
                <a:lnTo>
                  <a:pt x="20367" y="18289"/>
                </a:lnTo>
                <a:lnTo>
                  <a:pt x="19208" y="18289"/>
                </a:lnTo>
                <a:lnTo>
                  <a:pt x="19208" y="20506"/>
                </a:lnTo>
                <a:cubicBezTo>
                  <a:pt x="19208" y="21110"/>
                  <a:pt x="18849" y="21600"/>
                  <a:pt x="18406" y="21600"/>
                </a:cubicBezTo>
                <a:lnTo>
                  <a:pt x="15200" y="21600"/>
                </a:lnTo>
                <a:cubicBezTo>
                  <a:pt x="14758" y="21600"/>
                  <a:pt x="14399" y="21110"/>
                  <a:pt x="14399" y="20506"/>
                </a:cubicBezTo>
                <a:lnTo>
                  <a:pt x="14399" y="18289"/>
                </a:lnTo>
                <a:lnTo>
                  <a:pt x="7288" y="18289"/>
                </a:lnTo>
                <a:lnTo>
                  <a:pt x="7288" y="20506"/>
                </a:lnTo>
                <a:cubicBezTo>
                  <a:pt x="7288" y="21110"/>
                  <a:pt x="6929" y="21600"/>
                  <a:pt x="6487" y="21600"/>
                </a:cubicBezTo>
                <a:lnTo>
                  <a:pt x="3281" y="21600"/>
                </a:lnTo>
                <a:cubicBezTo>
                  <a:pt x="2838" y="21600"/>
                  <a:pt x="2479" y="21110"/>
                  <a:pt x="2479" y="20506"/>
                </a:cubicBezTo>
                <a:lnTo>
                  <a:pt x="2479" y="18289"/>
                </a:lnTo>
                <a:lnTo>
                  <a:pt x="1320" y="18289"/>
                </a:lnTo>
                <a:lnTo>
                  <a:pt x="1320" y="9318"/>
                </a:lnTo>
                <a:cubicBezTo>
                  <a:pt x="1320" y="9143"/>
                  <a:pt x="1338" y="8973"/>
                  <a:pt x="1379" y="8815"/>
                </a:cubicBezTo>
                <a:lnTo>
                  <a:pt x="1189" y="8815"/>
                </a:lnTo>
                <a:cubicBezTo>
                  <a:pt x="532" y="8815"/>
                  <a:pt x="0" y="8088"/>
                  <a:pt x="0" y="7192"/>
                </a:cubicBezTo>
                <a:lnTo>
                  <a:pt x="0" y="6741"/>
                </a:lnTo>
                <a:cubicBezTo>
                  <a:pt x="0" y="5845"/>
                  <a:pt x="532" y="5118"/>
                  <a:pt x="1189" y="5118"/>
                </a:cubicBezTo>
                <a:lnTo>
                  <a:pt x="2650" y="5118"/>
                </a:lnTo>
                <a:cubicBezTo>
                  <a:pt x="2974" y="5118"/>
                  <a:pt x="3267" y="5294"/>
                  <a:pt x="3480" y="5583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6" name="Shape 897"/>
          <p:cNvSpPr/>
          <p:nvPr/>
        </p:nvSpPr>
        <p:spPr>
          <a:xfrm>
            <a:off x="7187564" y="4163162"/>
            <a:ext cx="395557" cy="4005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44" extrusionOk="0">
                <a:moveTo>
                  <a:pt x="18152" y="10871"/>
                </a:moveTo>
                <a:lnTo>
                  <a:pt x="21600" y="11079"/>
                </a:lnTo>
                <a:cubicBezTo>
                  <a:pt x="21301" y="15593"/>
                  <a:pt x="17980" y="19408"/>
                  <a:pt x="13379" y="20522"/>
                </a:cubicBezTo>
                <a:cubicBezTo>
                  <a:pt x="9049" y="21571"/>
                  <a:pt x="4516" y="20001"/>
                  <a:pt x="1921" y="16600"/>
                </a:cubicBezTo>
                <a:lnTo>
                  <a:pt x="782" y="17226"/>
                </a:lnTo>
                <a:lnTo>
                  <a:pt x="794" y="11606"/>
                </a:lnTo>
                <a:lnTo>
                  <a:pt x="5907" y="14407"/>
                </a:lnTo>
                <a:lnTo>
                  <a:pt x="4924" y="14948"/>
                </a:lnTo>
                <a:cubicBezTo>
                  <a:pt x="6735" y="17066"/>
                  <a:pt x="9695" y="18018"/>
                  <a:pt x="12528" y="17332"/>
                </a:cubicBezTo>
                <a:cubicBezTo>
                  <a:pt x="15676" y="16570"/>
                  <a:pt x="17948" y="13960"/>
                  <a:pt x="18152" y="10871"/>
                </a:cubicBezTo>
                <a:close/>
                <a:moveTo>
                  <a:pt x="10816" y="1"/>
                </a:moveTo>
                <a:cubicBezTo>
                  <a:pt x="14281" y="-29"/>
                  <a:pt x="17607" y="1517"/>
                  <a:pt x="19679" y="4245"/>
                </a:cubicBezTo>
                <a:lnTo>
                  <a:pt x="20818" y="3618"/>
                </a:lnTo>
                <a:lnTo>
                  <a:pt x="20806" y="9238"/>
                </a:lnTo>
                <a:lnTo>
                  <a:pt x="15693" y="6438"/>
                </a:lnTo>
                <a:lnTo>
                  <a:pt x="16676" y="5897"/>
                </a:lnTo>
                <a:cubicBezTo>
                  <a:pt x="14865" y="3779"/>
                  <a:pt x="11905" y="2826"/>
                  <a:pt x="9072" y="3513"/>
                </a:cubicBezTo>
                <a:cubicBezTo>
                  <a:pt x="5924" y="4275"/>
                  <a:pt x="3652" y="6885"/>
                  <a:pt x="3448" y="9973"/>
                </a:cubicBezTo>
                <a:lnTo>
                  <a:pt x="0" y="9766"/>
                </a:lnTo>
                <a:cubicBezTo>
                  <a:pt x="299" y="5251"/>
                  <a:pt x="3620" y="1436"/>
                  <a:pt x="8221" y="322"/>
                </a:cubicBezTo>
                <a:cubicBezTo>
                  <a:pt x="9084" y="113"/>
                  <a:pt x="9954" y="8"/>
                  <a:pt x="108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7" name="Shape 898"/>
          <p:cNvSpPr/>
          <p:nvPr/>
        </p:nvSpPr>
        <p:spPr>
          <a:xfrm rot="9900000">
            <a:off x="7717590" y="1270729"/>
            <a:ext cx="407172" cy="345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9" h="21479" extrusionOk="0">
                <a:moveTo>
                  <a:pt x="16202" y="11600"/>
                </a:moveTo>
                <a:lnTo>
                  <a:pt x="16202" y="10621"/>
                </a:lnTo>
                <a:cubicBezTo>
                  <a:pt x="16202" y="10225"/>
                  <a:pt x="16365" y="9874"/>
                  <a:pt x="16626" y="9675"/>
                </a:cubicBezTo>
                <a:lnTo>
                  <a:pt x="16626" y="1197"/>
                </a:lnTo>
                <a:cubicBezTo>
                  <a:pt x="16626" y="536"/>
                  <a:pt x="17076" y="0"/>
                  <a:pt x="17632" y="0"/>
                </a:cubicBezTo>
                <a:lnTo>
                  <a:pt x="18579" y="0"/>
                </a:lnTo>
                <a:cubicBezTo>
                  <a:pt x="19134" y="0"/>
                  <a:pt x="19585" y="536"/>
                  <a:pt x="19585" y="1197"/>
                </a:cubicBezTo>
                <a:lnTo>
                  <a:pt x="19585" y="9548"/>
                </a:lnTo>
                <a:cubicBezTo>
                  <a:pt x="19929" y="9730"/>
                  <a:pt x="20166" y="10143"/>
                  <a:pt x="20166" y="10621"/>
                </a:cubicBezTo>
                <a:lnTo>
                  <a:pt x="20166" y="12865"/>
                </a:lnTo>
                <a:close/>
                <a:moveTo>
                  <a:pt x="1766" y="14563"/>
                </a:moveTo>
                <a:cubicBezTo>
                  <a:pt x="506" y="14170"/>
                  <a:pt x="-249" y="12640"/>
                  <a:pt x="75" y="11139"/>
                </a:cubicBezTo>
                <a:cubicBezTo>
                  <a:pt x="400" y="9638"/>
                  <a:pt x="1682" y="8732"/>
                  <a:pt x="2945" y="9111"/>
                </a:cubicBezTo>
                <a:cubicBezTo>
                  <a:pt x="2552" y="10928"/>
                  <a:pt x="2159" y="12746"/>
                  <a:pt x="1766" y="14563"/>
                </a:cubicBezTo>
                <a:close/>
                <a:moveTo>
                  <a:pt x="18825" y="21440"/>
                </a:moveTo>
                <a:lnTo>
                  <a:pt x="14289" y="19994"/>
                </a:lnTo>
                <a:lnTo>
                  <a:pt x="16017" y="12321"/>
                </a:lnTo>
                <a:lnTo>
                  <a:pt x="20553" y="13767"/>
                </a:lnTo>
                <a:cubicBezTo>
                  <a:pt x="21054" y="13927"/>
                  <a:pt x="21351" y="14540"/>
                  <a:pt x="21217" y="15136"/>
                </a:cubicBezTo>
                <a:lnTo>
                  <a:pt x="19975" y="20650"/>
                </a:lnTo>
                <a:cubicBezTo>
                  <a:pt x="19841" y="21246"/>
                  <a:pt x="19326" y="21600"/>
                  <a:pt x="18825" y="21440"/>
                </a:cubicBezTo>
                <a:close/>
                <a:moveTo>
                  <a:pt x="4455" y="19869"/>
                </a:moveTo>
                <a:lnTo>
                  <a:pt x="7448" y="6576"/>
                </a:lnTo>
                <a:lnTo>
                  <a:pt x="15383" y="12151"/>
                </a:lnTo>
                <a:lnTo>
                  <a:pt x="13669" y="19763"/>
                </a:lnTo>
                <a:close/>
                <a:moveTo>
                  <a:pt x="3110" y="20412"/>
                </a:moveTo>
                <a:lnTo>
                  <a:pt x="1781" y="19988"/>
                </a:lnTo>
                <a:cubicBezTo>
                  <a:pt x="1497" y="19898"/>
                  <a:pt x="1329" y="19551"/>
                  <a:pt x="1405" y="19213"/>
                </a:cubicBezTo>
                <a:lnTo>
                  <a:pt x="4531" y="5329"/>
                </a:lnTo>
                <a:cubicBezTo>
                  <a:pt x="4607" y="4992"/>
                  <a:pt x="4898" y="4791"/>
                  <a:pt x="5182" y="4882"/>
                </a:cubicBezTo>
                <a:lnTo>
                  <a:pt x="6511" y="5306"/>
                </a:lnTo>
                <a:cubicBezTo>
                  <a:pt x="6794" y="5396"/>
                  <a:pt x="6963" y="5743"/>
                  <a:pt x="6887" y="6081"/>
                </a:cubicBezTo>
                <a:lnTo>
                  <a:pt x="3761" y="19964"/>
                </a:lnTo>
                <a:cubicBezTo>
                  <a:pt x="3685" y="20302"/>
                  <a:pt x="3393" y="20502"/>
                  <a:pt x="3110" y="2041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8" name="Shape 899"/>
          <p:cNvSpPr/>
          <p:nvPr/>
        </p:nvSpPr>
        <p:spPr>
          <a:xfrm>
            <a:off x="3530744" y="3469363"/>
            <a:ext cx="404133" cy="404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682" y="6152"/>
                </a:moveTo>
                <a:lnTo>
                  <a:pt x="15696" y="10800"/>
                </a:lnTo>
                <a:lnTo>
                  <a:pt x="7682" y="15448"/>
                </a:lnTo>
                <a:close/>
                <a:moveTo>
                  <a:pt x="10800" y="2283"/>
                </a:moveTo>
                <a:cubicBezTo>
                  <a:pt x="6096" y="2283"/>
                  <a:pt x="2283" y="6096"/>
                  <a:pt x="2283" y="10800"/>
                </a:cubicBezTo>
                <a:cubicBezTo>
                  <a:pt x="2283" y="15504"/>
                  <a:pt x="6096" y="19317"/>
                  <a:pt x="10800" y="19317"/>
                </a:cubicBezTo>
                <a:cubicBezTo>
                  <a:pt x="15504" y="19317"/>
                  <a:pt x="19317" y="15504"/>
                  <a:pt x="19317" y="10800"/>
                </a:cubicBezTo>
                <a:cubicBezTo>
                  <a:pt x="19317" y="6096"/>
                  <a:pt x="15504" y="2283"/>
                  <a:pt x="10800" y="2283"/>
                </a:cubicBezTo>
                <a:close/>
                <a:moveTo>
                  <a:pt x="10800" y="0"/>
                </a:move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59" name="Shape 900"/>
          <p:cNvSpPr/>
          <p:nvPr/>
        </p:nvSpPr>
        <p:spPr>
          <a:xfrm>
            <a:off x="6704651" y="2749257"/>
            <a:ext cx="293413" cy="3630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00" h="21092" extrusionOk="0">
                <a:moveTo>
                  <a:pt x="4296" y="2"/>
                </a:moveTo>
                <a:cubicBezTo>
                  <a:pt x="6204" y="-132"/>
                  <a:pt x="9189" y="6000"/>
                  <a:pt x="6871" y="6457"/>
                </a:cubicBezTo>
                <a:lnTo>
                  <a:pt x="4442" y="7028"/>
                </a:lnTo>
                <a:cubicBezTo>
                  <a:pt x="6137" y="12669"/>
                  <a:pt x="8912" y="14164"/>
                  <a:pt x="12282" y="16539"/>
                </a:cubicBezTo>
                <a:cubicBezTo>
                  <a:pt x="12944" y="15205"/>
                  <a:pt x="13446" y="14058"/>
                  <a:pt x="14677" y="14172"/>
                </a:cubicBezTo>
                <a:cubicBezTo>
                  <a:pt x="16478" y="14147"/>
                  <a:pt x="21115" y="17032"/>
                  <a:pt x="20040" y="18400"/>
                </a:cubicBezTo>
                <a:cubicBezTo>
                  <a:pt x="17933" y="21143"/>
                  <a:pt x="14784" y="21468"/>
                  <a:pt x="12938" y="20788"/>
                </a:cubicBezTo>
                <a:cubicBezTo>
                  <a:pt x="7045" y="18402"/>
                  <a:pt x="-485" y="12089"/>
                  <a:pt x="24" y="4144"/>
                </a:cubicBezTo>
                <a:cubicBezTo>
                  <a:pt x="468" y="1621"/>
                  <a:pt x="1722" y="254"/>
                  <a:pt x="4296" y="2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0" name="Shape 901"/>
          <p:cNvSpPr/>
          <p:nvPr/>
        </p:nvSpPr>
        <p:spPr>
          <a:xfrm>
            <a:off x="4175657" y="3499406"/>
            <a:ext cx="411576" cy="344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88" y="19266"/>
                </a:moveTo>
                <a:lnTo>
                  <a:pt x="17788" y="20434"/>
                </a:lnTo>
                <a:lnTo>
                  <a:pt x="20012" y="20434"/>
                </a:lnTo>
                <a:lnTo>
                  <a:pt x="20012" y="19266"/>
                </a:lnTo>
                <a:close/>
                <a:moveTo>
                  <a:pt x="1429" y="19266"/>
                </a:moveTo>
                <a:lnTo>
                  <a:pt x="1429" y="20434"/>
                </a:lnTo>
                <a:lnTo>
                  <a:pt x="3653" y="20434"/>
                </a:lnTo>
                <a:lnTo>
                  <a:pt x="3653" y="19266"/>
                </a:lnTo>
                <a:close/>
                <a:moveTo>
                  <a:pt x="17788" y="16989"/>
                </a:moveTo>
                <a:lnTo>
                  <a:pt x="17788" y="18157"/>
                </a:lnTo>
                <a:lnTo>
                  <a:pt x="20012" y="18157"/>
                </a:lnTo>
                <a:lnTo>
                  <a:pt x="20012" y="16989"/>
                </a:lnTo>
                <a:close/>
                <a:moveTo>
                  <a:pt x="1429" y="16989"/>
                </a:moveTo>
                <a:lnTo>
                  <a:pt x="1429" y="18157"/>
                </a:lnTo>
                <a:lnTo>
                  <a:pt x="3653" y="18157"/>
                </a:lnTo>
                <a:lnTo>
                  <a:pt x="3653" y="16989"/>
                </a:lnTo>
                <a:close/>
                <a:moveTo>
                  <a:pt x="17788" y="14712"/>
                </a:moveTo>
                <a:lnTo>
                  <a:pt x="17788" y="15879"/>
                </a:lnTo>
                <a:lnTo>
                  <a:pt x="20012" y="15879"/>
                </a:lnTo>
                <a:lnTo>
                  <a:pt x="20012" y="14712"/>
                </a:lnTo>
                <a:close/>
                <a:moveTo>
                  <a:pt x="1429" y="14712"/>
                </a:moveTo>
                <a:lnTo>
                  <a:pt x="1429" y="15879"/>
                </a:lnTo>
                <a:lnTo>
                  <a:pt x="3653" y="15879"/>
                </a:lnTo>
                <a:lnTo>
                  <a:pt x="3653" y="14712"/>
                </a:lnTo>
                <a:close/>
                <a:moveTo>
                  <a:pt x="17788" y="12435"/>
                </a:moveTo>
                <a:lnTo>
                  <a:pt x="17788" y="13602"/>
                </a:lnTo>
                <a:lnTo>
                  <a:pt x="20012" y="13602"/>
                </a:lnTo>
                <a:lnTo>
                  <a:pt x="20012" y="12435"/>
                </a:lnTo>
                <a:close/>
                <a:moveTo>
                  <a:pt x="1429" y="12435"/>
                </a:moveTo>
                <a:lnTo>
                  <a:pt x="1429" y="13602"/>
                </a:lnTo>
                <a:lnTo>
                  <a:pt x="3653" y="13602"/>
                </a:lnTo>
                <a:lnTo>
                  <a:pt x="3653" y="12435"/>
                </a:lnTo>
                <a:close/>
                <a:moveTo>
                  <a:pt x="17788" y="10158"/>
                </a:moveTo>
                <a:lnTo>
                  <a:pt x="17788" y="11325"/>
                </a:lnTo>
                <a:lnTo>
                  <a:pt x="20012" y="11325"/>
                </a:lnTo>
                <a:lnTo>
                  <a:pt x="20012" y="10158"/>
                </a:lnTo>
                <a:close/>
                <a:moveTo>
                  <a:pt x="1429" y="10158"/>
                </a:moveTo>
                <a:lnTo>
                  <a:pt x="1429" y="11325"/>
                </a:lnTo>
                <a:lnTo>
                  <a:pt x="3653" y="11325"/>
                </a:lnTo>
                <a:lnTo>
                  <a:pt x="3653" y="10158"/>
                </a:lnTo>
                <a:close/>
                <a:moveTo>
                  <a:pt x="17788" y="7881"/>
                </a:moveTo>
                <a:lnTo>
                  <a:pt x="17788" y="9048"/>
                </a:lnTo>
                <a:lnTo>
                  <a:pt x="20012" y="9048"/>
                </a:lnTo>
                <a:lnTo>
                  <a:pt x="20012" y="7881"/>
                </a:lnTo>
                <a:close/>
                <a:moveTo>
                  <a:pt x="1429" y="7881"/>
                </a:moveTo>
                <a:lnTo>
                  <a:pt x="1429" y="9048"/>
                </a:lnTo>
                <a:lnTo>
                  <a:pt x="3653" y="9048"/>
                </a:lnTo>
                <a:lnTo>
                  <a:pt x="3653" y="7881"/>
                </a:lnTo>
                <a:close/>
                <a:moveTo>
                  <a:pt x="17788" y="5604"/>
                </a:moveTo>
                <a:lnTo>
                  <a:pt x="17788" y="6771"/>
                </a:lnTo>
                <a:lnTo>
                  <a:pt x="20012" y="6771"/>
                </a:lnTo>
                <a:lnTo>
                  <a:pt x="20012" y="5604"/>
                </a:lnTo>
                <a:close/>
                <a:moveTo>
                  <a:pt x="1429" y="5604"/>
                </a:moveTo>
                <a:lnTo>
                  <a:pt x="1429" y="6771"/>
                </a:lnTo>
                <a:lnTo>
                  <a:pt x="3653" y="6771"/>
                </a:lnTo>
                <a:lnTo>
                  <a:pt x="3653" y="5604"/>
                </a:lnTo>
                <a:close/>
                <a:moveTo>
                  <a:pt x="6697" y="4479"/>
                </a:moveTo>
                <a:lnTo>
                  <a:pt x="6697" y="17121"/>
                </a:lnTo>
                <a:lnTo>
                  <a:pt x="15807" y="10800"/>
                </a:lnTo>
                <a:close/>
                <a:moveTo>
                  <a:pt x="17788" y="3327"/>
                </a:moveTo>
                <a:lnTo>
                  <a:pt x="17788" y="4494"/>
                </a:lnTo>
                <a:lnTo>
                  <a:pt x="20012" y="4494"/>
                </a:lnTo>
                <a:lnTo>
                  <a:pt x="20012" y="3327"/>
                </a:lnTo>
                <a:close/>
                <a:moveTo>
                  <a:pt x="1429" y="3327"/>
                </a:moveTo>
                <a:lnTo>
                  <a:pt x="1429" y="4494"/>
                </a:lnTo>
                <a:lnTo>
                  <a:pt x="3653" y="4494"/>
                </a:lnTo>
                <a:lnTo>
                  <a:pt x="3653" y="3327"/>
                </a:lnTo>
                <a:close/>
                <a:moveTo>
                  <a:pt x="17788" y="1049"/>
                </a:moveTo>
                <a:lnTo>
                  <a:pt x="17788" y="2217"/>
                </a:lnTo>
                <a:lnTo>
                  <a:pt x="20012" y="2217"/>
                </a:lnTo>
                <a:lnTo>
                  <a:pt x="20012" y="1049"/>
                </a:lnTo>
                <a:close/>
                <a:moveTo>
                  <a:pt x="1429" y="1049"/>
                </a:moveTo>
                <a:lnTo>
                  <a:pt x="1429" y="2217"/>
                </a:lnTo>
                <a:lnTo>
                  <a:pt x="3653" y="2217"/>
                </a:lnTo>
                <a:lnTo>
                  <a:pt x="3653" y="1049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1" name="Shape 902"/>
          <p:cNvSpPr/>
          <p:nvPr/>
        </p:nvSpPr>
        <p:spPr>
          <a:xfrm>
            <a:off x="6388737" y="1280389"/>
            <a:ext cx="425043" cy="3264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9015"/>
                </a:moveTo>
                <a:cubicBezTo>
                  <a:pt x="14834" y="9015"/>
                  <a:pt x="16322" y="10952"/>
                  <a:pt x="16322" y="13342"/>
                </a:cubicBezTo>
                <a:cubicBezTo>
                  <a:pt x="16322" y="15731"/>
                  <a:pt x="14834" y="17668"/>
                  <a:pt x="12998" y="17668"/>
                </a:cubicBezTo>
                <a:cubicBezTo>
                  <a:pt x="11163" y="17668"/>
                  <a:pt x="9675" y="15731"/>
                  <a:pt x="9675" y="13342"/>
                </a:cubicBezTo>
                <a:cubicBezTo>
                  <a:pt x="9675" y="10952"/>
                  <a:pt x="11163" y="9015"/>
                  <a:pt x="12998" y="9015"/>
                </a:cubicBezTo>
                <a:close/>
                <a:moveTo>
                  <a:pt x="12998" y="7305"/>
                </a:moveTo>
                <a:cubicBezTo>
                  <a:pt x="10437" y="7305"/>
                  <a:pt x="8362" y="10008"/>
                  <a:pt x="8362" y="13342"/>
                </a:cubicBezTo>
                <a:cubicBezTo>
                  <a:pt x="8362" y="16675"/>
                  <a:pt x="10437" y="19378"/>
                  <a:pt x="12998" y="19378"/>
                </a:cubicBezTo>
                <a:cubicBezTo>
                  <a:pt x="15559" y="19378"/>
                  <a:pt x="17635" y="16675"/>
                  <a:pt x="17635" y="13342"/>
                </a:cubicBezTo>
                <a:cubicBezTo>
                  <a:pt x="17635" y="10008"/>
                  <a:pt x="15559" y="7305"/>
                  <a:pt x="12998" y="7305"/>
                </a:cubicBezTo>
                <a:close/>
                <a:moveTo>
                  <a:pt x="7539" y="5964"/>
                </a:moveTo>
                <a:lnTo>
                  <a:pt x="7539" y="7325"/>
                </a:lnTo>
                <a:lnTo>
                  <a:pt x="9003" y="7325"/>
                </a:lnTo>
                <a:lnTo>
                  <a:pt x="9003" y="5964"/>
                </a:lnTo>
                <a:close/>
                <a:moveTo>
                  <a:pt x="17528" y="5527"/>
                </a:moveTo>
                <a:lnTo>
                  <a:pt x="17528" y="7325"/>
                </a:lnTo>
                <a:lnTo>
                  <a:pt x="20343" y="7325"/>
                </a:lnTo>
                <a:lnTo>
                  <a:pt x="20343" y="5527"/>
                </a:lnTo>
                <a:close/>
                <a:moveTo>
                  <a:pt x="10802" y="955"/>
                </a:moveTo>
                <a:lnTo>
                  <a:pt x="10802" y="3820"/>
                </a:lnTo>
                <a:lnTo>
                  <a:pt x="15195" y="3820"/>
                </a:lnTo>
                <a:lnTo>
                  <a:pt x="15195" y="955"/>
                </a:lnTo>
                <a:close/>
                <a:moveTo>
                  <a:pt x="9845" y="0"/>
                </a:moveTo>
                <a:lnTo>
                  <a:pt x="16151" y="0"/>
                </a:lnTo>
                <a:cubicBezTo>
                  <a:pt x="16493" y="0"/>
                  <a:pt x="16769" y="360"/>
                  <a:pt x="16769" y="804"/>
                </a:cubicBezTo>
                <a:lnTo>
                  <a:pt x="16769" y="3820"/>
                </a:lnTo>
                <a:lnTo>
                  <a:pt x="19880" y="3820"/>
                </a:lnTo>
                <a:cubicBezTo>
                  <a:pt x="20830" y="3820"/>
                  <a:pt x="21600" y="4823"/>
                  <a:pt x="21600" y="6059"/>
                </a:cubicBezTo>
                <a:lnTo>
                  <a:pt x="21600" y="19360"/>
                </a:lnTo>
                <a:cubicBezTo>
                  <a:pt x="21600" y="20597"/>
                  <a:pt x="20830" y="21600"/>
                  <a:pt x="19880" y="21600"/>
                </a:cubicBezTo>
                <a:lnTo>
                  <a:pt x="1720" y="21600"/>
                </a:lnTo>
                <a:cubicBezTo>
                  <a:pt x="770" y="21600"/>
                  <a:pt x="0" y="20597"/>
                  <a:pt x="0" y="19360"/>
                </a:cubicBezTo>
                <a:lnTo>
                  <a:pt x="0" y="6059"/>
                </a:lnTo>
                <a:cubicBezTo>
                  <a:pt x="0" y="4823"/>
                  <a:pt x="770" y="3820"/>
                  <a:pt x="1720" y="3820"/>
                </a:cubicBezTo>
                <a:lnTo>
                  <a:pt x="2081" y="3820"/>
                </a:lnTo>
                <a:lnTo>
                  <a:pt x="2081" y="2763"/>
                </a:lnTo>
                <a:cubicBezTo>
                  <a:pt x="2081" y="2541"/>
                  <a:pt x="2220" y="2361"/>
                  <a:pt x="2390" y="2361"/>
                </a:cubicBezTo>
                <a:lnTo>
                  <a:pt x="5543" y="2361"/>
                </a:lnTo>
                <a:cubicBezTo>
                  <a:pt x="5714" y="2361"/>
                  <a:pt x="5853" y="2541"/>
                  <a:pt x="5853" y="2763"/>
                </a:cubicBezTo>
                <a:lnTo>
                  <a:pt x="5853" y="3820"/>
                </a:lnTo>
                <a:lnTo>
                  <a:pt x="9227" y="3820"/>
                </a:lnTo>
                <a:lnTo>
                  <a:pt x="9227" y="804"/>
                </a:lnTo>
                <a:cubicBezTo>
                  <a:pt x="9227" y="360"/>
                  <a:pt x="9504" y="0"/>
                  <a:pt x="9845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2" name="Shape 903"/>
          <p:cNvSpPr/>
          <p:nvPr/>
        </p:nvSpPr>
        <p:spPr>
          <a:xfrm>
            <a:off x="7049616" y="1257169"/>
            <a:ext cx="432135" cy="3729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79" y="4730"/>
                </a:moveTo>
                <a:cubicBezTo>
                  <a:pt x="4075" y="4730"/>
                  <a:pt x="3667" y="5203"/>
                  <a:pt x="3667" y="5787"/>
                </a:cubicBezTo>
                <a:cubicBezTo>
                  <a:pt x="3667" y="6371"/>
                  <a:pt x="4075" y="6845"/>
                  <a:pt x="4579" y="6845"/>
                </a:cubicBezTo>
                <a:cubicBezTo>
                  <a:pt x="5083" y="6845"/>
                  <a:pt x="5491" y="6371"/>
                  <a:pt x="5491" y="5787"/>
                </a:cubicBezTo>
                <a:cubicBezTo>
                  <a:pt x="5491" y="5203"/>
                  <a:pt x="5083" y="4730"/>
                  <a:pt x="4579" y="4730"/>
                </a:cubicBezTo>
                <a:close/>
                <a:moveTo>
                  <a:pt x="10583" y="2174"/>
                </a:moveTo>
                <a:cubicBezTo>
                  <a:pt x="9547" y="2174"/>
                  <a:pt x="8707" y="3147"/>
                  <a:pt x="8707" y="4348"/>
                </a:cubicBezTo>
                <a:cubicBezTo>
                  <a:pt x="8707" y="5549"/>
                  <a:pt x="9547" y="6522"/>
                  <a:pt x="10583" y="6522"/>
                </a:cubicBezTo>
                <a:cubicBezTo>
                  <a:pt x="11620" y="6522"/>
                  <a:pt x="12460" y="5549"/>
                  <a:pt x="12460" y="4348"/>
                </a:cubicBezTo>
                <a:cubicBezTo>
                  <a:pt x="12460" y="3147"/>
                  <a:pt x="11620" y="2174"/>
                  <a:pt x="10583" y="2174"/>
                </a:cubicBezTo>
                <a:close/>
                <a:moveTo>
                  <a:pt x="10583" y="0"/>
                </a:moveTo>
                <a:cubicBezTo>
                  <a:pt x="12656" y="0"/>
                  <a:pt x="14336" y="1947"/>
                  <a:pt x="14336" y="4348"/>
                </a:cubicBezTo>
                <a:cubicBezTo>
                  <a:pt x="14336" y="6073"/>
                  <a:pt x="13469" y="7563"/>
                  <a:pt x="12207" y="8252"/>
                </a:cubicBezTo>
                <a:lnTo>
                  <a:pt x="14771" y="8252"/>
                </a:lnTo>
                <a:cubicBezTo>
                  <a:pt x="15832" y="8252"/>
                  <a:pt x="16691" y="9248"/>
                  <a:pt x="16691" y="10477"/>
                </a:cubicBezTo>
                <a:lnTo>
                  <a:pt x="16691" y="11394"/>
                </a:lnTo>
                <a:lnTo>
                  <a:pt x="17707" y="11394"/>
                </a:lnTo>
                <a:cubicBezTo>
                  <a:pt x="17949" y="11394"/>
                  <a:pt x="18152" y="11591"/>
                  <a:pt x="18193" y="11856"/>
                </a:cubicBezTo>
                <a:lnTo>
                  <a:pt x="21600" y="8573"/>
                </a:lnTo>
                <a:lnTo>
                  <a:pt x="21600" y="21279"/>
                </a:lnTo>
                <a:lnTo>
                  <a:pt x="18193" y="17996"/>
                </a:lnTo>
                <a:cubicBezTo>
                  <a:pt x="18152" y="18262"/>
                  <a:pt x="17949" y="18458"/>
                  <a:pt x="17707" y="18458"/>
                </a:cubicBezTo>
                <a:lnTo>
                  <a:pt x="16691" y="18458"/>
                </a:lnTo>
                <a:lnTo>
                  <a:pt x="16691" y="19375"/>
                </a:lnTo>
                <a:cubicBezTo>
                  <a:pt x="16691" y="20604"/>
                  <a:pt x="15832" y="21600"/>
                  <a:pt x="14771" y="21600"/>
                </a:cubicBezTo>
                <a:lnTo>
                  <a:pt x="1920" y="21600"/>
                </a:lnTo>
                <a:cubicBezTo>
                  <a:pt x="860" y="21600"/>
                  <a:pt x="0" y="20604"/>
                  <a:pt x="0" y="19375"/>
                </a:cubicBezTo>
                <a:lnTo>
                  <a:pt x="0" y="10477"/>
                </a:lnTo>
                <a:cubicBezTo>
                  <a:pt x="0" y="9248"/>
                  <a:pt x="860" y="8252"/>
                  <a:pt x="1920" y="8252"/>
                </a:cubicBezTo>
                <a:lnTo>
                  <a:pt x="3630" y="8252"/>
                </a:lnTo>
                <a:cubicBezTo>
                  <a:pt x="2814" y="7835"/>
                  <a:pt x="2246" y="6888"/>
                  <a:pt x="2246" y="5787"/>
                </a:cubicBezTo>
                <a:cubicBezTo>
                  <a:pt x="2246" y="4294"/>
                  <a:pt x="3291" y="3084"/>
                  <a:pt x="4579" y="3084"/>
                </a:cubicBezTo>
                <a:cubicBezTo>
                  <a:pt x="5867" y="3084"/>
                  <a:pt x="6912" y="4294"/>
                  <a:pt x="6912" y="5787"/>
                </a:cubicBezTo>
                <a:cubicBezTo>
                  <a:pt x="6912" y="6888"/>
                  <a:pt x="6344" y="7835"/>
                  <a:pt x="5528" y="8252"/>
                </a:cubicBezTo>
                <a:lnTo>
                  <a:pt x="8959" y="8252"/>
                </a:lnTo>
                <a:cubicBezTo>
                  <a:pt x="7697" y="7563"/>
                  <a:pt x="6831" y="6073"/>
                  <a:pt x="6831" y="4348"/>
                </a:cubicBezTo>
                <a:cubicBezTo>
                  <a:pt x="6831" y="1947"/>
                  <a:pt x="8511" y="0"/>
                  <a:pt x="10583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3" name="Shape 904"/>
          <p:cNvSpPr/>
          <p:nvPr/>
        </p:nvSpPr>
        <p:spPr>
          <a:xfrm>
            <a:off x="8360599" y="1226561"/>
            <a:ext cx="199126" cy="4341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416"/>
                </a:moveTo>
                <a:cubicBezTo>
                  <a:pt x="21600" y="12987"/>
                  <a:pt x="17328" y="15115"/>
                  <a:pt x="11810" y="15335"/>
                </a:cubicBezTo>
                <a:lnTo>
                  <a:pt x="11810" y="18494"/>
                </a:lnTo>
                <a:cubicBezTo>
                  <a:pt x="12644" y="18509"/>
                  <a:pt x="13470" y="18567"/>
                  <a:pt x="14266" y="18658"/>
                </a:cubicBezTo>
                <a:cubicBezTo>
                  <a:pt x="18127" y="19097"/>
                  <a:pt x="20701" y="20215"/>
                  <a:pt x="20741" y="21470"/>
                </a:cubicBezTo>
                <a:lnTo>
                  <a:pt x="832" y="21600"/>
                </a:lnTo>
                <a:cubicBezTo>
                  <a:pt x="693" y="20322"/>
                  <a:pt x="3199" y="19155"/>
                  <a:pt x="7097" y="18681"/>
                </a:cubicBezTo>
                <a:cubicBezTo>
                  <a:pt x="7956" y="18577"/>
                  <a:pt x="8851" y="18511"/>
                  <a:pt x="9758" y="18495"/>
                </a:cubicBezTo>
                <a:lnTo>
                  <a:pt x="9758" y="15334"/>
                </a:lnTo>
                <a:cubicBezTo>
                  <a:pt x="4593" y="15131"/>
                  <a:pt x="411" y="13232"/>
                  <a:pt x="0" y="10799"/>
                </a:cubicBezTo>
                <a:lnTo>
                  <a:pt x="2057" y="10726"/>
                </a:lnTo>
                <a:cubicBezTo>
                  <a:pt x="2420" y="12876"/>
                  <a:pt x="6423" y="14511"/>
                  <a:pt x="11122" y="14428"/>
                </a:cubicBezTo>
                <a:cubicBezTo>
                  <a:pt x="15821" y="14344"/>
                  <a:pt x="19536" y="12573"/>
                  <a:pt x="19536" y="10416"/>
                </a:cubicBezTo>
                <a:close/>
                <a:moveTo>
                  <a:pt x="10784" y="0"/>
                </a:moveTo>
                <a:cubicBezTo>
                  <a:pt x="14311" y="0"/>
                  <a:pt x="17169" y="1311"/>
                  <a:pt x="17169" y="2929"/>
                </a:cubicBezTo>
                <a:lnTo>
                  <a:pt x="17169" y="10454"/>
                </a:lnTo>
                <a:cubicBezTo>
                  <a:pt x="17169" y="12071"/>
                  <a:pt x="14311" y="13382"/>
                  <a:pt x="10784" y="13382"/>
                </a:cubicBezTo>
                <a:cubicBezTo>
                  <a:pt x="7257" y="13382"/>
                  <a:pt x="4398" y="12071"/>
                  <a:pt x="4398" y="10454"/>
                </a:cubicBezTo>
                <a:lnTo>
                  <a:pt x="4398" y="2929"/>
                </a:lnTo>
                <a:cubicBezTo>
                  <a:pt x="4398" y="1311"/>
                  <a:pt x="7257" y="0"/>
                  <a:pt x="10784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4" name="Shape 905"/>
          <p:cNvSpPr/>
          <p:nvPr/>
        </p:nvSpPr>
        <p:spPr>
          <a:xfrm>
            <a:off x="4828011" y="3529427"/>
            <a:ext cx="432135" cy="284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79" y="4611"/>
                </a:moveTo>
                <a:cubicBezTo>
                  <a:pt x="13456" y="4611"/>
                  <a:pt x="14005" y="5446"/>
                  <a:pt x="14005" y="6477"/>
                </a:cubicBezTo>
                <a:cubicBezTo>
                  <a:pt x="14005" y="7507"/>
                  <a:pt x="13456" y="8342"/>
                  <a:pt x="12779" y="8342"/>
                </a:cubicBezTo>
                <a:cubicBezTo>
                  <a:pt x="12102" y="8342"/>
                  <a:pt x="11553" y="7507"/>
                  <a:pt x="11553" y="6477"/>
                </a:cubicBezTo>
                <a:cubicBezTo>
                  <a:pt x="11553" y="5446"/>
                  <a:pt x="12102" y="4611"/>
                  <a:pt x="12779" y="4611"/>
                </a:cubicBezTo>
                <a:close/>
                <a:moveTo>
                  <a:pt x="7984" y="2766"/>
                </a:moveTo>
                <a:lnTo>
                  <a:pt x="12413" y="14795"/>
                </a:lnTo>
                <a:lnTo>
                  <a:pt x="15087" y="8610"/>
                </a:lnTo>
                <a:lnTo>
                  <a:pt x="19464" y="18732"/>
                </a:lnTo>
                <a:lnTo>
                  <a:pt x="2104" y="18732"/>
                </a:lnTo>
                <a:close/>
                <a:moveTo>
                  <a:pt x="1200" y="1670"/>
                </a:moveTo>
                <a:lnTo>
                  <a:pt x="1200" y="19929"/>
                </a:lnTo>
                <a:lnTo>
                  <a:pt x="20400" y="19929"/>
                </a:lnTo>
                <a:lnTo>
                  <a:pt x="20400" y="1670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5" name="Shape 906"/>
          <p:cNvSpPr/>
          <p:nvPr/>
        </p:nvSpPr>
        <p:spPr>
          <a:xfrm>
            <a:off x="4156228" y="2826558"/>
            <a:ext cx="432823" cy="2084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32" y="5779"/>
                </a:moveTo>
                <a:lnTo>
                  <a:pt x="20966" y="5779"/>
                </a:lnTo>
                <a:cubicBezTo>
                  <a:pt x="21316" y="5779"/>
                  <a:pt x="21600" y="6368"/>
                  <a:pt x="21600" y="7095"/>
                </a:cubicBezTo>
                <a:lnTo>
                  <a:pt x="21600" y="14505"/>
                </a:lnTo>
                <a:cubicBezTo>
                  <a:pt x="21600" y="15232"/>
                  <a:pt x="21316" y="15821"/>
                  <a:pt x="20966" y="15821"/>
                </a:cubicBezTo>
                <a:cubicBezTo>
                  <a:pt x="20755" y="15821"/>
                  <a:pt x="20543" y="15821"/>
                  <a:pt x="20332" y="15821"/>
                </a:cubicBezTo>
                <a:close/>
                <a:moveTo>
                  <a:pt x="1835" y="3269"/>
                </a:moveTo>
                <a:lnTo>
                  <a:pt x="5221" y="3269"/>
                </a:lnTo>
                <a:lnTo>
                  <a:pt x="5221" y="18331"/>
                </a:lnTo>
                <a:lnTo>
                  <a:pt x="1835" y="18331"/>
                </a:lnTo>
                <a:close/>
                <a:moveTo>
                  <a:pt x="1735" y="1762"/>
                </a:moveTo>
                <a:cubicBezTo>
                  <a:pt x="1229" y="1762"/>
                  <a:pt x="819" y="2614"/>
                  <a:pt x="819" y="3663"/>
                </a:cubicBezTo>
                <a:lnTo>
                  <a:pt x="819" y="17936"/>
                </a:lnTo>
                <a:cubicBezTo>
                  <a:pt x="819" y="18986"/>
                  <a:pt x="1229" y="19837"/>
                  <a:pt x="1735" y="19837"/>
                </a:cubicBezTo>
                <a:lnTo>
                  <a:pt x="18597" y="19837"/>
                </a:lnTo>
                <a:cubicBezTo>
                  <a:pt x="19103" y="19837"/>
                  <a:pt x="19513" y="18986"/>
                  <a:pt x="19513" y="17936"/>
                </a:cubicBezTo>
                <a:lnTo>
                  <a:pt x="19513" y="3663"/>
                </a:lnTo>
                <a:cubicBezTo>
                  <a:pt x="19513" y="2614"/>
                  <a:pt x="19103" y="1762"/>
                  <a:pt x="18597" y="1762"/>
                </a:cubicBezTo>
                <a:close/>
                <a:moveTo>
                  <a:pt x="1094" y="0"/>
                </a:moveTo>
                <a:lnTo>
                  <a:pt x="19238" y="0"/>
                </a:lnTo>
                <a:cubicBezTo>
                  <a:pt x="19842" y="0"/>
                  <a:pt x="20332" y="1017"/>
                  <a:pt x="20332" y="2272"/>
                </a:cubicBezTo>
                <a:lnTo>
                  <a:pt x="20332" y="19328"/>
                </a:lnTo>
                <a:cubicBezTo>
                  <a:pt x="20332" y="20583"/>
                  <a:pt x="19842" y="21600"/>
                  <a:pt x="19238" y="21600"/>
                </a:cubicBezTo>
                <a:lnTo>
                  <a:pt x="1094" y="21600"/>
                </a:lnTo>
                <a:cubicBezTo>
                  <a:pt x="490" y="21600"/>
                  <a:pt x="0" y="20583"/>
                  <a:pt x="0" y="19328"/>
                </a:cubicBezTo>
                <a:lnTo>
                  <a:pt x="0" y="2272"/>
                </a:lnTo>
                <a:cubicBezTo>
                  <a:pt x="0" y="1017"/>
                  <a:pt x="490" y="0"/>
                  <a:pt x="1094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6" name="Shape 907"/>
          <p:cNvSpPr/>
          <p:nvPr/>
        </p:nvSpPr>
        <p:spPr>
          <a:xfrm>
            <a:off x="4793334" y="2826558"/>
            <a:ext cx="432824" cy="2084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32" y="5779"/>
                </a:moveTo>
                <a:lnTo>
                  <a:pt x="20966" y="5779"/>
                </a:lnTo>
                <a:cubicBezTo>
                  <a:pt x="21316" y="5779"/>
                  <a:pt x="21600" y="6368"/>
                  <a:pt x="21600" y="7095"/>
                </a:cubicBezTo>
                <a:lnTo>
                  <a:pt x="21600" y="14505"/>
                </a:lnTo>
                <a:cubicBezTo>
                  <a:pt x="21600" y="15232"/>
                  <a:pt x="21316" y="15821"/>
                  <a:pt x="20966" y="15821"/>
                </a:cubicBezTo>
                <a:cubicBezTo>
                  <a:pt x="20755" y="15821"/>
                  <a:pt x="20543" y="15821"/>
                  <a:pt x="20332" y="15821"/>
                </a:cubicBezTo>
                <a:close/>
                <a:moveTo>
                  <a:pt x="6240" y="3269"/>
                </a:moveTo>
                <a:lnTo>
                  <a:pt x="9626" y="3269"/>
                </a:lnTo>
                <a:lnTo>
                  <a:pt x="9626" y="18331"/>
                </a:lnTo>
                <a:lnTo>
                  <a:pt x="6240" y="18331"/>
                </a:lnTo>
                <a:close/>
                <a:moveTo>
                  <a:pt x="1835" y="3269"/>
                </a:moveTo>
                <a:lnTo>
                  <a:pt x="5221" y="3269"/>
                </a:lnTo>
                <a:lnTo>
                  <a:pt x="5221" y="18331"/>
                </a:lnTo>
                <a:lnTo>
                  <a:pt x="1835" y="18331"/>
                </a:lnTo>
                <a:close/>
                <a:moveTo>
                  <a:pt x="1735" y="1762"/>
                </a:moveTo>
                <a:cubicBezTo>
                  <a:pt x="1229" y="1762"/>
                  <a:pt x="819" y="2614"/>
                  <a:pt x="819" y="3663"/>
                </a:cubicBezTo>
                <a:lnTo>
                  <a:pt x="819" y="17936"/>
                </a:lnTo>
                <a:cubicBezTo>
                  <a:pt x="819" y="18986"/>
                  <a:pt x="1229" y="19837"/>
                  <a:pt x="1735" y="19837"/>
                </a:cubicBezTo>
                <a:lnTo>
                  <a:pt x="18597" y="19837"/>
                </a:lnTo>
                <a:cubicBezTo>
                  <a:pt x="19103" y="19837"/>
                  <a:pt x="19513" y="18986"/>
                  <a:pt x="19513" y="17936"/>
                </a:cubicBezTo>
                <a:lnTo>
                  <a:pt x="19513" y="3663"/>
                </a:lnTo>
                <a:cubicBezTo>
                  <a:pt x="19513" y="2614"/>
                  <a:pt x="19103" y="1762"/>
                  <a:pt x="18597" y="1762"/>
                </a:cubicBezTo>
                <a:close/>
                <a:moveTo>
                  <a:pt x="1094" y="0"/>
                </a:moveTo>
                <a:lnTo>
                  <a:pt x="19238" y="0"/>
                </a:lnTo>
                <a:cubicBezTo>
                  <a:pt x="19842" y="0"/>
                  <a:pt x="20332" y="1017"/>
                  <a:pt x="20332" y="2272"/>
                </a:cubicBezTo>
                <a:lnTo>
                  <a:pt x="20332" y="19328"/>
                </a:lnTo>
                <a:cubicBezTo>
                  <a:pt x="20332" y="20583"/>
                  <a:pt x="19842" y="21600"/>
                  <a:pt x="19238" y="21600"/>
                </a:cubicBezTo>
                <a:lnTo>
                  <a:pt x="1094" y="21600"/>
                </a:lnTo>
                <a:cubicBezTo>
                  <a:pt x="490" y="21600"/>
                  <a:pt x="0" y="20583"/>
                  <a:pt x="0" y="19328"/>
                </a:cubicBezTo>
                <a:lnTo>
                  <a:pt x="0" y="2272"/>
                </a:lnTo>
                <a:cubicBezTo>
                  <a:pt x="0" y="1017"/>
                  <a:pt x="490" y="0"/>
                  <a:pt x="1094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7" name="Shape 908"/>
          <p:cNvSpPr/>
          <p:nvPr/>
        </p:nvSpPr>
        <p:spPr>
          <a:xfrm>
            <a:off x="5430441" y="2826558"/>
            <a:ext cx="432823" cy="2084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32" y="5779"/>
                </a:moveTo>
                <a:lnTo>
                  <a:pt x="20966" y="5779"/>
                </a:lnTo>
                <a:cubicBezTo>
                  <a:pt x="21316" y="5779"/>
                  <a:pt x="21600" y="6368"/>
                  <a:pt x="21600" y="7095"/>
                </a:cubicBezTo>
                <a:lnTo>
                  <a:pt x="21600" y="14505"/>
                </a:lnTo>
                <a:cubicBezTo>
                  <a:pt x="21600" y="15232"/>
                  <a:pt x="21316" y="15821"/>
                  <a:pt x="20966" y="15821"/>
                </a:cubicBezTo>
                <a:cubicBezTo>
                  <a:pt x="20755" y="15821"/>
                  <a:pt x="20543" y="15821"/>
                  <a:pt x="20332" y="15821"/>
                </a:cubicBezTo>
                <a:close/>
                <a:moveTo>
                  <a:pt x="10645" y="3269"/>
                </a:moveTo>
                <a:lnTo>
                  <a:pt x="14031" y="3269"/>
                </a:lnTo>
                <a:lnTo>
                  <a:pt x="14031" y="18331"/>
                </a:lnTo>
                <a:lnTo>
                  <a:pt x="10645" y="18331"/>
                </a:lnTo>
                <a:close/>
                <a:moveTo>
                  <a:pt x="6240" y="3269"/>
                </a:moveTo>
                <a:lnTo>
                  <a:pt x="9626" y="3269"/>
                </a:lnTo>
                <a:lnTo>
                  <a:pt x="9626" y="18331"/>
                </a:lnTo>
                <a:lnTo>
                  <a:pt x="6240" y="18331"/>
                </a:lnTo>
                <a:close/>
                <a:moveTo>
                  <a:pt x="1835" y="3269"/>
                </a:moveTo>
                <a:lnTo>
                  <a:pt x="5221" y="3269"/>
                </a:lnTo>
                <a:lnTo>
                  <a:pt x="5221" y="18331"/>
                </a:lnTo>
                <a:lnTo>
                  <a:pt x="1835" y="18331"/>
                </a:lnTo>
                <a:close/>
                <a:moveTo>
                  <a:pt x="1735" y="1762"/>
                </a:moveTo>
                <a:cubicBezTo>
                  <a:pt x="1229" y="1762"/>
                  <a:pt x="819" y="2614"/>
                  <a:pt x="819" y="3663"/>
                </a:cubicBezTo>
                <a:lnTo>
                  <a:pt x="819" y="17936"/>
                </a:lnTo>
                <a:cubicBezTo>
                  <a:pt x="819" y="18986"/>
                  <a:pt x="1229" y="19837"/>
                  <a:pt x="1735" y="19837"/>
                </a:cubicBezTo>
                <a:lnTo>
                  <a:pt x="18597" y="19837"/>
                </a:lnTo>
                <a:cubicBezTo>
                  <a:pt x="19103" y="19837"/>
                  <a:pt x="19513" y="18986"/>
                  <a:pt x="19513" y="17936"/>
                </a:cubicBezTo>
                <a:lnTo>
                  <a:pt x="19513" y="3663"/>
                </a:lnTo>
                <a:cubicBezTo>
                  <a:pt x="19513" y="2614"/>
                  <a:pt x="19103" y="1762"/>
                  <a:pt x="18597" y="1762"/>
                </a:cubicBezTo>
                <a:close/>
                <a:moveTo>
                  <a:pt x="1094" y="0"/>
                </a:moveTo>
                <a:lnTo>
                  <a:pt x="19238" y="0"/>
                </a:lnTo>
                <a:cubicBezTo>
                  <a:pt x="19842" y="0"/>
                  <a:pt x="20332" y="1017"/>
                  <a:pt x="20332" y="2272"/>
                </a:cubicBezTo>
                <a:lnTo>
                  <a:pt x="20332" y="19328"/>
                </a:lnTo>
                <a:cubicBezTo>
                  <a:pt x="20332" y="20583"/>
                  <a:pt x="19842" y="21600"/>
                  <a:pt x="19238" y="21600"/>
                </a:cubicBezTo>
                <a:lnTo>
                  <a:pt x="1094" y="21600"/>
                </a:lnTo>
                <a:cubicBezTo>
                  <a:pt x="490" y="21600"/>
                  <a:pt x="0" y="20583"/>
                  <a:pt x="0" y="19328"/>
                </a:cubicBezTo>
                <a:lnTo>
                  <a:pt x="0" y="2272"/>
                </a:lnTo>
                <a:cubicBezTo>
                  <a:pt x="0" y="1017"/>
                  <a:pt x="490" y="0"/>
                  <a:pt x="1094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8" name="Shape 909"/>
          <p:cNvSpPr/>
          <p:nvPr/>
        </p:nvSpPr>
        <p:spPr>
          <a:xfrm>
            <a:off x="6067545" y="2826558"/>
            <a:ext cx="432824" cy="2084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32" y="5779"/>
                </a:moveTo>
                <a:lnTo>
                  <a:pt x="20966" y="5779"/>
                </a:lnTo>
                <a:cubicBezTo>
                  <a:pt x="21316" y="5779"/>
                  <a:pt x="21600" y="6368"/>
                  <a:pt x="21600" y="7095"/>
                </a:cubicBezTo>
                <a:lnTo>
                  <a:pt x="21600" y="14505"/>
                </a:lnTo>
                <a:cubicBezTo>
                  <a:pt x="21600" y="15232"/>
                  <a:pt x="21316" y="15821"/>
                  <a:pt x="20966" y="15821"/>
                </a:cubicBezTo>
                <a:cubicBezTo>
                  <a:pt x="20755" y="15821"/>
                  <a:pt x="20543" y="15821"/>
                  <a:pt x="20332" y="15821"/>
                </a:cubicBezTo>
                <a:close/>
                <a:moveTo>
                  <a:pt x="15050" y="3269"/>
                </a:moveTo>
                <a:lnTo>
                  <a:pt x="18436" y="3269"/>
                </a:lnTo>
                <a:lnTo>
                  <a:pt x="18436" y="18331"/>
                </a:lnTo>
                <a:lnTo>
                  <a:pt x="15050" y="18331"/>
                </a:lnTo>
                <a:close/>
                <a:moveTo>
                  <a:pt x="10645" y="3269"/>
                </a:moveTo>
                <a:lnTo>
                  <a:pt x="14031" y="3269"/>
                </a:lnTo>
                <a:lnTo>
                  <a:pt x="14031" y="18331"/>
                </a:lnTo>
                <a:lnTo>
                  <a:pt x="10645" y="18331"/>
                </a:lnTo>
                <a:close/>
                <a:moveTo>
                  <a:pt x="6240" y="3269"/>
                </a:moveTo>
                <a:lnTo>
                  <a:pt x="9626" y="3269"/>
                </a:lnTo>
                <a:lnTo>
                  <a:pt x="9626" y="18331"/>
                </a:lnTo>
                <a:lnTo>
                  <a:pt x="6240" y="18331"/>
                </a:lnTo>
                <a:close/>
                <a:moveTo>
                  <a:pt x="1835" y="3269"/>
                </a:moveTo>
                <a:lnTo>
                  <a:pt x="5221" y="3269"/>
                </a:lnTo>
                <a:lnTo>
                  <a:pt x="5221" y="18331"/>
                </a:lnTo>
                <a:lnTo>
                  <a:pt x="1835" y="18331"/>
                </a:lnTo>
                <a:close/>
                <a:moveTo>
                  <a:pt x="1735" y="1762"/>
                </a:moveTo>
                <a:cubicBezTo>
                  <a:pt x="1229" y="1762"/>
                  <a:pt x="819" y="2614"/>
                  <a:pt x="819" y="3663"/>
                </a:cubicBezTo>
                <a:lnTo>
                  <a:pt x="819" y="17936"/>
                </a:lnTo>
                <a:cubicBezTo>
                  <a:pt x="819" y="18986"/>
                  <a:pt x="1229" y="19837"/>
                  <a:pt x="1735" y="19837"/>
                </a:cubicBezTo>
                <a:lnTo>
                  <a:pt x="18597" y="19837"/>
                </a:lnTo>
                <a:cubicBezTo>
                  <a:pt x="19103" y="19837"/>
                  <a:pt x="19513" y="18986"/>
                  <a:pt x="19513" y="17936"/>
                </a:cubicBezTo>
                <a:lnTo>
                  <a:pt x="19513" y="3663"/>
                </a:lnTo>
                <a:cubicBezTo>
                  <a:pt x="19513" y="2614"/>
                  <a:pt x="19103" y="1762"/>
                  <a:pt x="18597" y="1762"/>
                </a:cubicBezTo>
                <a:close/>
                <a:moveTo>
                  <a:pt x="1094" y="0"/>
                </a:moveTo>
                <a:lnTo>
                  <a:pt x="19238" y="0"/>
                </a:lnTo>
                <a:cubicBezTo>
                  <a:pt x="19842" y="0"/>
                  <a:pt x="20332" y="1017"/>
                  <a:pt x="20332" y="2272"/>
                </a:cubicBezTo>
                <a:lnTo>
                  <a:pt x="20332" y="19328"/>
                </a:lnTo>
                <a:cubicBezTo>
                  <a:pt x="20332" y="20583"/>
                  <a:pt x="19842" y="21600"/>
                  <a:pt x="19238" y="21600"/>
                </a:cubicBezTo>
                <a:lnTo>
                  <a:pt x="1094" y="21600"/>
                </a:lnTo>
                <a:cubicBezTo>
                  <a:pt x="490" y="21600"/>
                  <a:pt x="0" y="20583"/>
                  <a:pt x="0" y="19328"/>
                </a:cubicBezTo>
                <a:lnTo>
                  <a:pt x="0" y="2272"/>
                </a:lnTo>
                <a:cubicBezTo>
                  <a:pt x="0" y="1017"/>
                  <a:pt x="490" y="0"/>
                  <a:pt x="1094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69" name="Shape 910"/>
          <p:cNvSpPr/>
          <p:nvPr/>
        </p:nvSpPr>
        <p:spPr>
          <a:xfrm rot="8100000">
            <a:off x="8313588" y="2784225"/>
            <a:ext cx="293144" cy="293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719" y="15881"/>
                </a:moveTo>
                <a:cubicBezTo>
                  <a:pt x="7014" y="17176"/>
                  <a:pt x="9113" y="17176"/>
                  <a:pt x="10408" y="15881"/>
                </a:cubicBezTo>
                <a:cubicBezTo>
                  <a:pt x="11703" y="14586"/>
                  <a:pt x="11703" y="12487"/>
                  <a:pt x="10408" y="11192"/>
                </a:cubicBezTo>
                <a:cubicBezTo>
                  <a:pt x="9113" y="9897"/>
                  <a:pt x="7014" y="9897"/>
                  <a:pt x="5719" y="11192"/>
                </a:cubicBezTo>
                <a:cubicBezTo>
                  <a:pt x="4424" y="12487"/>
                  <a:pt x="4424" y="14586"/>
                  <a:pt x="5719" y="15881"/>
                </a:cubicBezTo>
                <a:close/>
                <a:moveTo>
                  <a:pt x="2551" y="19049"/>
                </a:moveTo>
                <a:cubicBezTo>
                  <a:pt x="975" y="17473"/>
                  <a:pt x="0" y="15296"/>
                  <a:pt x="0" y="12891"/>
                </a:cubicBezTo>
                <a:cubicBezTo>
                  <a:pt x="0" y="8081"/>
                  <a:pt x="3994" y="5131"/>
                  <a:pt x="8709" y="4181"/>
                </a:cubicBezTo>
                <a:cubicBezTo>
                  <a:pt x="13650" y="3185"/>
                  <a:pt x="16190" y="2260"/>
                  <a:pt x="21600" y="0"/>
                </a:cubicBezTo>
                <a:cubicBezTo>
                  <a:pt x="19398" y="5937"/>
                  <a:pt x="18532" y="7598"/>
                  <a:pt x="17419" y="12891"/>
                </a:cubicBezTo>
                <a:cubicBezTo>
                  <a:pt x="16540" y="17759"/>
                  <a:pt x="13519" y="21600"/>
                  <a:pt x="8709" y="21600"/>
                </a:cubicBezTo>
                <a:cubicBezTo>
                  <a:pt x="6304" y="21600"/>
                  <a:pt x="4127" y="20625"/>
                  <a:pt x="2551" y="19049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0" name="Shape 911"/>
          <p:cNvSpPr/>
          <p:nvPr/>
        </p:nvSpPr>
        <p:spPr>
          <a:xfrm>
            <a:off x="4603191" y="1979684"/>
            <a:ext cx="433604" cy="43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512" y="7118"/>
                </a:moveTo>
                <a:cubicBezTo>
                  <a:pt x="11142" y="7118"/>
                  <a:pt x="11738" y="7259"/>
                  <a:pt x="12265" y="7524"/>
                </a:cubicBezTo>
                <a:lnTo>
                  <a:pt x="10848" y="8929"/>
                </a:lnTo>
                <a:cubicBezTo>
                  <a:pt x="10739" y="8904"/>
                  <a:pt x="10627" y="8896"/>
                  <a:pt x="10512" y="8896"/>
                </a:cubicBezTo>
                <a:cubicBezTo>
                  <a:pt x="9244" y="8896"/>
                  <a:pt x="8217" y="9915"/>
                  <a:pt x="8217" y="11173"/>
                </a:cubicBezTo>
                <a:cubicBezTo>
                  <a:pt x="8217" y="12430"/>
                  <a:pt x="9244" y="13449"/>
                  <a:pt x="10512" y="13449"/>
                </a:cubicBezTo>
                <a:cubicBezTo>
                  <a:pt x="11780" y="13449"/>
                  <a:pt x="12807" y="12430"/>
                  <a:pt x="12807" y="11173"/>
                </a:cubicBezTo>
                <a:cubicBezTo>
                  <a:pt x="12807" y="10976"/>
                  <a:pt x="12782" y="10786"/>
                  <a:pt x="12727" y="10606"/>
                </a:cubicBezTo>
                <a:lnTo>
                  <a:pt x="14092" y="9252"/>
                </a:lnTo>
                <a:cubicBezTo>
                  <a:pt x="14422" y="9817"/>
                  <a:pt x="14600" y="10474"/>
                  <a:pt x="14600" y="11173"/>
                </a:cubicBezTo>
                <a:cubicBezTo>
                  <a:pt x="14600" y="13412"/>
                  <a:pt x="12770" y="15228"/>
                  <a:pt x="10512" y="15228"/>
                </a:cubicBezTo>
                <a:cubicBezTo>
                  <a:pt x="8254" y="15228"/>
                  <a:pt x="6424" y="13412"/>
                  <a:pt x="6424" y="11173"/>
                </a:cubicBezTo>
                <a:cubicBezTo>
                  <a:pt x="6424" y="8933"/>
                  <a:pt x="8254" y="7118"/>
                  <a:pt x="10512" y="7118"/>
                </a:cubicBezTo>
                <a:close/>
                <a:moveTo>
                  <a:pt x="10512" y="3874"/>
                </a:moveTo>
                <a:cubicBezTo>
                  <a:pt x="12052" y="3874"/>
                  <a:pt x="13481" y="4343"/>
                  <a:pt x="14662" y="5147"/>
                </a:cubicBezTo>
                <a:lnTo>
                  <a:pt x="13249" y="6548"/>
                </a:lnTo>
                <a:cubicBezTo>
                  <a:pt x="12454" y="6058"/>
                  <a:pt x="11515" y="5788"/>
                  <a:pt x="10512" y="5788"/>
                </a:cubicBezTo>
                <a:cubicBezTo>
                  <a:pt x="7514" y="5788"/>
                  <a:pt x="5084" y="8199"/>
                  <a:pt x="5084" y="11173"/>
                </a:cubicBezTo>
                <a:cubicBezTo>
                  <a:pt x="5084" y="14146"/>
                  <a:pt x="7514" y="16557"/>
                  <a:pt x="10512" y="16557"/>
                </a:cubicBezTo>
                <a:cubicBezTo>
                  <a:pt x="13510" y="16557"/>
                  <a:pt x="15940" y="14146"/>
                  <a:pt x="15940" y="11173"/>
                </a:cubicBezTo>
                <a:cubicBezTo>
                  <a:pt x="15940" y="10104"/>
                  <a:pt x="15626" y="9108"/>
                  <a:pt x="15076" y="8276"/>
                </a:cubicBezTo>
                <a:lnTo>
                  <a:pt x="16467" y="6897"/>
                </a:lnTo>
                <a:cubicBezTo>
                  <a:pt x="17352" y="8095"/>
                  <a:pt x="17871" y="9573"/>
                  <a:pt x="17871" y="11173"/>
                </a:cubicBezTo>
                <a:cubicBezTo>
                  <a:pt x="17871" y="15204"/>
                  <a:pt x="14576" y="18472"/>
                  <a:pt x="10512" y="18472"/>
                </a:cubicBezTo>
                <a:cubicBezTo>
                  <a:pt x="6448" y="18472"/>
                  <a:pt x="3154" y="15204"/>
                  <a:pt x="3154" y="11173"/>
                </a:cubicBezTo>
                <a:cubicBezTo>
                  <a:pt x="3154" y="7141"/>
                  <a:pt x="6448" y="3874"/>
                  <a:pt x="10512" y="3874"/>
                </a:cubicBezTo>
                <a:close/>
                <a:moveTo>
                  <a:pt x="10512" y="745"/>
                </a:moveTo>
                <a:cubicBezTo>
                  <a:pt x="12727" y="745"/>
                  <a:pt x="14782" y="1425"/>
                  <a:pt x="16474" y="2589"/>
                </a:cubicBezTo>
                <a:lnTo>
                  <a:pt x="16519" y="3304"/>
                </a:lnTo>
                <a:lnTo>
                  <a:pt x="15548" y="4268"/>
                </a:lnTo>
                <a:cubicBezTo>
                  <a:pt x="14137" y="3242"/>
                  <a:pt x="12395" y="2642"/>
                  <a:pt x="10512" y="2642"/>
                </a:cubicBezTo>
                <a:cubicBezTo>
                  <a:pt x="5762" y="2642"/>
                  <a:pt x="1912" y="6461"/>
                  <a:pt x="1912" y="11173"/>
                </a:cubicBezTo>
                <a:cubicBezTo>
                  <a:pt x="1912" y="15884"/>
                  <a:pt x="5762" y="19703"/>
                  <a:pt x="10512" y="19703"/>
                </a:cubicBezTo>
                <a:cubicBezTo>
                  <a:pt x="15262" y="19703"/>
                  <a:pt x="19112" y="15884"/>
                  <a:pt x="19112" y="11173"/>
                </a:cubicBezTo>
                <a:cubicBezTo>
                  <a:pt x="19112" y="9233"/>
                  <a:pt x="18460" y="7445"/>
                  <a:pt x="17353" y="6018"/>
                </a:cubicBezTo>
                <a:lnTo>
                  <a:pt x="18222" y="5155"/>
                </a:lnTo>
                <a:lnTo>
                  <a:pt x="19130" y="5212"/>
                </a:lnTo>
                <a:cubicBezTo>
                  <a:pt x="20326" y="6898"/>
                  <a:pt x="21024" y="8954"/>
                  <a:pt x="21024" y="11173"/>
                </a:cubicBezTo>
                <a:cubicBezTo>
                  <a:pt x="21024" y="16932"/>
                  <a:pt x="16318" y="21600"/>
                  <a:pt x="10512" y="21600"/>
                </a:cubicBezTo>
                <a:cubicBezTo>
                  <a:pt x="4706" y="21600"/>
                  <a:pt x="0" y="16932"/>
                  <a:pt x="0" y="11173"/>
                </a:cubicBezTo>
                <a:cubicBezTo>
                  <a:pt x="0" y="5414"/>
                  <a:pt x="4706" y="745"/>
                  <a:pt x="10512" y="745"/>
                </a:cubicBezTo>
                <a:close/>
                <a:moveTo>
                  <a:pt x="19585" y="0"/>
                </a:moveTo>
                <a:lnTo>
                  <a:pt x="19704" y="1881"/>
                </a:lnTo>
                <a:lnTo>
                  <a:pt x="21600" y="1999"/>
                </a:lnTo>
                <a:lnTo>
                  <a:pt x="19276" y="4304"/>
                </a:lnTo>
                <a:lnTo>
                  <a:pt x="18080" y="4229"/>
                </a:lnTo>
                <a:lnTo>
                  <a:pt x="11567" y="10690"/>
                </a:lnTo>
                <a:cubicBezTo>
                  <a:pt x="11642" y="10835"/>
                  <a:pt x="11680" y="10999"/>
                  <a:pt x="11680" y="11173"/>
                </a:cubicBezTo>
                <a:cubicBezTo>
                  <a:pt x="11680" y="11813"/>
                  <a:pt x="11157" y="12331"/>
                  <a:pt x="10512" y="12331"/>
                </a:cubicBezTo>
                <a:cubicBezTo>
                  <a:pt x="9867" y="12331"/>
                  <a:pt x="9344" y="11813"/>
                  <a:pt x="9344" y="11173"/>
                </a:cubicBezTo>
                <a:cubicBezTo>
                  <a:pt x="9344" y="10533"/>
                  <a:pt x="9867" y="10014"/>
                  <a:pt x="10512" y="10014"/>
                </a:cubicBezTo>
                <a:lnTo>
                  <a:pt x="10711" y="10054"/>
                </a:lnTo>
                <a:lnTo>
                  <a:pt x="17335" y="3483"/>
                </a:lnTo>
                <a:lnTo>
                  <a:pt x="17261" y="2305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1" name="Shape 912"/>
          <p:cNvSpPr/>
          <p:nvPr/>
        </p:nvSpPr>
        <p:spPr>
          <a:xfrm>
            <a:off x="5277175" y="1979316"/>
            <a:ext cx="340507" cy="4378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2" h="21600" extrusionOk="0">
                <a:moveTo>
                  <a:pt x="10786" y="0"/>
                </a:moveTo>
                <a:cubicBezTo>
                  <a:pt x="11126" y="0"/>
                  <a:pt x="11402" y="215"/>
                  <a:pt x="11402" y="480"/>
                </a:cubicBezTo>
                <a:lnTo>
                  <a:pt x="11402" y="1951"/>
                </a:lnTo>
                <a:cubicBezTo>
                  <a:pt x="13073" y="2009"/>
                  <a:pt x="14724" y="2385"/>
                  <a:pt x="16219" y="3064"/>
                </a:cubicBezTo>
                <a:cubicBezTo>
                  <a:pt x="19558" y="4580"/>
                  <a:pt x="21600" y="7372"/>
                  <a:pt x="21572" y="10382"/>
                </a:cubicBezTo>
                <a:lnTo>
                  <a:pt x="21489" y="10382"/>
                </a:lnTo>
                <a:cubicBezTo>
                  <a:pt x="20666" y="9570"/>
                  <a:pt x="19388" y="9057"/>
                  <a:pt x="17957" y="9057"/>
                </a:cubicBezTo>
                <a:cubicBezTo>
                  <a:pt x="16538" y="9057"/>
                  <a:pt x="15270" y="9561"/>
                  <a:pt x="14456" y="10366"/>
                </a:cubicBezTo>
                <a:lnTo>
                  <a:pt x="14195" y="10365"/>
                </a:lnTo>
                <a:cubicBezTo>
                  <a:pt x="13520" y="9698"/>
                  <a:pt x="12533" y="9238"/>
                  <a:pt x="11402" y="9120"/>
                </a:cubicBezTo>
                <a:lnTo>
                  <a:pt x="11402" y="16719"/>
                </a:lnTo>
                <a:lnTo>
                  <a:pt x="11611" y="16719"/>
                </a:lnTo>
                <a:lnTo>
                  <a:pt x="11611" y="19121"/>
                </a:lnTo>
                <a:lnTo>
                  <a:pt x="11589" y="19121"/>
                </a:lnTo>
                <a:cubicBezTo>
                  <a:pt x="11537" y="20498"/>
                  <a:pt x="10084" y="21600"/>
                  <a:pt x="8301" y="21600"/>
                </a:cubicBezTo>
                <a:cubicBezTo>
                  <a:pt x="6503" y="21600"/>
                  <a:pt x="5041" y="20480"/>
                  <a:pt x="5009" y="19087"/>
                </a:cubicBezTo>
                <a:cubicBezTo>
                  <a:pt x="5002" y="19076"/>
                  <a:pt x="5002" y="19066"/>
                  <a:pt x="5002" y="19055"/>
                </a:cubicBezTo>
                <a:lnTo>
                  <a:pt x="5004" y="19047"/>
                </a:lnTo>
                <a:cubicBezTo>
                  <a:pt x="5002" y="19041"/>
                  <a:pt x="5002" y="19036"/>
                  <a:pt x="5002" y="19031"/>
                </a:cubicBezTo>
                <a:lnTo>
                  <a:pt x="5007" y="19031"/>
                </a:lnTo>
                <a:cubicBezTo>
                  <a:pt x="5017" y="18647"/>
                  <a:pt x="5378" y="18340"/>
                  <a:pt x="5821" y="18340"/>
                </a:cubicBezTo>
                <a:cubicBezTo>
                  <a:pt x="6263" y="18340"/>
                  <a:pt x="6624" y="18647"/>
                  <a:pt x="6634" y="19031"/>
                </a:cubicBezTo>
                <a:lnTo>
                  <a:pt x="6651" y="19031"/>
                </a:lnTo>
                <a:cubicBezTo>
                  <a:pt x="6651" y="19740"/>
                  <a:pt x="7390" y="20315"/>
                  <a:pt x="8301" y="20315"/>
                </a:cubicBezTo>
                <a:cubicBezTo>
                  <a:pt x="9212" y="20315"/>
                  <a:pt x="9951" y="19740"/>
                  <a:pt x="9951" y="19031"/>
                </a:cubicBezTo>
                <a:lnTo>
                  <a:pt x="9961" y="19031"/>
                </a:lnTo>
                <a:lnTo>
                  <a:pt x="9961" y="16719"/>
                </a:lnTo>
                <a:lnTo>
                  <a:pt x="10169" y="16719"/>
                </a:lnTo>
                <a:lnTo>
                  <a:pt x="10169" y="9104"/>
                </a:lnTo>
                <a:cubicBezTo>
                  <a:pt x="8973" y="9188"/>
                  <a:pt x="7923" y="9654"/>
                  <a:pt x="7214" y="10350"/>
                </a:cubicBezTo>
                <a:lnTo>
                  <a:pt x="6913" y="10349"/>
                </a:lnTo>
                <a:cubicBezTo>
                  <a:pt x="6101" y="9553"/>
                  <a:pt x="4841" y="9057"/>
                  <a:pt x="3433" y="9057"/>
                </a:cubicBezTo>
                <a:cubicBezTo>
                  <a:pt x="2058" y="9057"/>
                  <a:pt x="824" y="9530"/>
                  <a:pt x="0" y="10288"/>
                </a:cubicBezTo>
                <a:cubicBezTo>
                  <a:pt x="11" y="7296"/>
                  <a:pt x="2069" y="4534"/>
                  <a:pt x="5403" y="3040"/>
                </a:cubicBezTo>
                <a:cubicBezTo>
                  <a:pt x="6885" y="2376"/>
                  <a:pt x="8518" y="2007"/>
                  <a:pt x="10169" y="1951"/>
                </a:cubicBezTo>
                <a:lnTo>
                  <a:pt x="10169" y="480"/>
                </a:lnTo>
                <a:cubicBezTo>
                  <a:pt x="10169" y="215"/>
                  <a:pt x="10446" y="0"/>
                  <a:pt x="10786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2" name="Shape 913"/>
          <p:cNvSpPr/>
          <p:nvPr/>
        </p:nvSpPr>
        <p:spPr>
          <a:xfrm>
            <a:off x="5769325" y="1257279"/>
            <a:ext cx="384968" cy="3774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0657" h="15999" extrusionOk="0">
                <a:moveTo>
                  <a:pt x="5328" y="3849"/>
                </a:moveTo>
                <a:cubicBezTo>
                  <a:pt x="7532" y="-5601"/>
                  <a:pt x="16128" y="3849"/>
                  <a:pt x="5328" y="15999"/>
                </a:cubicBezTo>
                <a:cubicBezTo>
                  <a:pt x="-5472" y="3849"/>
                  <a:pt x="3124" y="-5601"/>
                  <a:pt x="5328" y="3849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3" name="Shape 914"/>
          <p:cNvSpPr/>
          <p:nvPr/>
        </p:nvSpPr>
        <p:spPr>
          <a:xfrm>
            <a:off x="7782928" y="4184856"/>
            <a:ext cx="289094" cy="357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32" y="0"/>
                </a:moveTo>
                <a:cubicBezTo>
                  <a:pt x="11657" y="0"/>
                  <a:pt x="12326" y="542"/>
                  <a:pt x="12326" y="1210"/>
                </a:cubicBezTo>
                <a:lnTo>
                  <a:pt x="12326" y="2770"/>
                </a:lnTo>
                <a:lnTo>
                  <a:pt x="19358" y="2770"/>
                </a:lnTo>
                <a:lnTo>
                  <a:pt x="21600" y="4584"/>
                </a:lnTo>
                <a:lnTo>
                  <a:pt x="19358" y="6399"/>
                </a:lnTo>
                <a:lnTo>
                  <a:pt x="12326" y="6399"/>
                </a:lnTo>
                <a:lnTo>
                  <a:pt x="12326" y="7462"/>
                </a:lnTo>
                <a:lnTo>
                  <a:pt x="19729" y="7462"/>
                </a:lnTo>
                <a:lnTo>
                  <a:pt x="19729" y="11092"/>
                </a:lnTo>
                <a:lnTo>
                  <a:pt x="12326" y="11092"/>
                </a:lnTo>
                <a:lnTo>
                  <a:pt x="12326" y="21600"/>
                </a:lnTo>
                <a:lnTo>
                  <a:pt x="9337" y="21600"/>
                </a:lnTo>
                <a:lnTo>
                  <a:pt x="9337" y="11092"/>
                </a:lnTo>
                <a:lnTo>
                  <a:pt x="2242" y="11092"/>
                </a:lnTo>
                <a:lnTo>
                  <a:pt x="0" y="9277"/>
                </a:lnTo>
                <a:lnTo>
                  <a:pt x="2242" y="7462"/>
                </a:lnTo>
                <a:lnTo>
                  <a:pt x="9337" y="7462"/>
                </a:lnTo>
                <a:lnTo>
                  <a:pt x="9337" y="6399"/>
                </a:lnTo>
                <a:lnTo>
                  <a:pt x="1868" y="6399"/>
                </a:lnTo>
                <a:lnTo>
                  <a:pt x="1868" y="2770"/>
                </a:lnTo>
                <a:lnTo>
                  <a:pt x="9337" y="2770"/>
                </a:lnTo>
                <a:lnTo>
                  <a:pt x="9337" y="1210"/>
                </a:lnTo>
                <a:cubicBezTo>
                  <a:pt x="9337" y="542"/>
                  <a:pt x="10006" y="0"/>
                  <a:pt x="10832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4" name="Shape 915"/>
          <p:cNvSpPr/>
          <p:nvPr/>
        </p:nvSpPr>
        <p:spPr>
          <a:xfrm>
            <a:off x="3527954" y="4223406"/>
            <a:ext cx="476153" cy="280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79" y="0"/>
                </a:moveTo>
                <a:cubicBezTo>
                  <a:pt x="10381" y="0"/>
                  <a:pt x="11710" y="1263"/>
                  <a:pt x="12452" y="3279"/>
                </a:cubicBezTo>
                <a:cubicBezTo>
                  <a:pt x="12920" y="2554"/>
                  <a:pt x="13545" y="2158"/>
                  <a:pt x="14226" y="2158"/>
                </a:cubicBezTo>
                <a:cubicBezTo>
                  <a:pt x="15703" y="2158"/>
                  <a:pt x="16923" y="4026"/>
                  <a:pt x="17062" y="6461"/>
                </a:cubicBezTo>
                <a:cubicBezTo>
                  <a:pt x="17088" y="6435"/>
                  <a:pt x="17114" y="6434"/>
                  <a:pt x="17140" y="6434"/>
                </a:cubicBezTo>
                <a:cubicBezTo>
                  <a:pt x="19603" y="6434"/>
                  <a:pt x="21600" y="9829"/>
                  <a:pt x="21600" y="14017"/>
                </a:cubicBezTo>
                <a:cubicBezTo>
                  <a:pt x="21600" y="17971"/>
                  <a:pt x="19820" y="21218"/>
                  <a:pt x="17547" y="21565"/>
                </a:cubicBezTo>
                <a:lnTo>
                  <a:pt x="17547" y="21600"/>
                </a:lnTo>
                <a:lnTo>
                  <a:pt x="4978" y="21600"/>
                </a:lnTo>
                <a:lnTo>
                  <a:pt x="4978" y="21543"/>
                </a:lnTo>
                <a:cubicBezTo>
                  <a:pt x="4808" y="21583"/>
                  <a:pt x="4635" y="21600"/>
                  <a:pt x="4460" y="21600"/>
                </a:cubicBezTo>
                <a:cubicBezTo>
                  <a:pt x="1997" y="21600"/>
                  <a:pt x="0" y="18205"/>
                  <a:pt x="0" y="14017"/>
                </a:cubicBezTo>
                <a:cubicBezTo>
                  <a:pt x="0" y="9829"/>
                  <a:pt x="1997" y="6434"/>
                  <a:pt x="4460" y="6434"/>
                </a:cubicBezTo>
                <a:lnTo>
                  <a:pt x="4551" y="6466"/>
                </a:lnTo>
                <a:cubicBezTo>
                  <a:pt x="4791" y="2797"/>
                  <a:pt x="6643" y="0"/>
                  <a:pt x="8879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5" name="Shape 916"/>
          <p:cNvSpPr/>
          <p:nvPr/>
        </p:nvSpPr>
        <p:spPr>
          <a:xfrm>
            <a:off x="6633501" y="4184653"/>
            <a:ext cx="354254" cy="357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1" h="21564" extrusionOk="0">
                <a:moveTo>
                  <a:pt x="14441" y="17891"/>
                </a:moveTo>
                <a:cubicBezTo>
                  <a:pt x="14560" y="17848"/>
                  <a:pt x="14692" y="17909"/>
                  <a:pt x="14736" y="18028"/>
                </a:cubicBezTo>
                <a:lnTo>
                  <a:pt x="15806" y="20945"/>
                </a:lnTo>
                <a:cubicBezTo>
                  <a:pt x="15850" y="21064"/>
                  <a:pt x="15788" y="21195"/>
                  <a:pt x="15669" y="21238"/>
                </a:cubicBezTo>
                <a:lnTo>
                  <a:pt x="14803" y="21550"/>
                </a:lnTo>
                <a:cubicBezTo>
                  <a:pt x="14684" y="21593"/>
                  <a:pt x="14552" y="21532"/>
                  <a:pt x="14509" y="21413"/>
                </a:cubicBezTo>
                <a:lnTo>
                  <a:pt x="13438" y="18496"/>
                </a:lnTo>
                <a:cubicBezTo>
                  <a:pt x="13394" y="18378"/>
                  <a:pt x="13456" y="18247"/>
                  <a:pt x="13575" y="18204"/>
                </a:cubicBezTo>
                <a:close/>
                <a:moveTo>
                  <a:pt x="7101" y="17891"/>
                </a:moveTo>
                <a:lnTo>
                  <a:pt x="7966" y="18204"/>
                </a:lnTo>
                <a:cubicBezTo>
                  <a:pt x="8086" y="18247"/>
                  <a:pt x="8147" y="18378"/>
                  <a:pt x="8104" y="18496"/>
                </a:cubicBezTo>
                <a:lnTo>
                  <a:pt x="7033" y="21413"/>
                </a:lnTo>
                <a:cubicBezTo>
                  <a:pt x="6990" y="21532"/>
                  <a:pt x="6858" y="21593"/>
                  <a:pt x="6738" y="21550"/>
                </a:cubicBezTo>
                <a:lnTo>
                  <a:pt x="5873" y="21238"/>
                </a:lnTo>
                <a:cubicBezTo>
                  <a:pt x="5754" y="21195"/>
                  <a:pt x="5692" y="21064"/>
                  <a:pt x="5735" y="20945"/>
                </a:cubicBezTo>
                <a:lnTo>
                  <a:pt x="6806" y="18028"/>
                </a:lnTo>
                <a:cubicBezTo>
                  <a:pt x="6850" y="17909"/>
                  <a:pt x="6982" y="17848"/>
                  <a:pt x="7101" y="17891"/>
                </a:cubicBezTo>
                <a:close/>
                <a:moveTo>
                  <a:pt x="17897" y="13606"/>
                </a:moveTo>
                <a:cubicBezTo>
                  <a:pt x="17954" y="13591"/>
                  <a:pt x="18016" y="13597"/>
                  <a:pt x="18071" y="13628"/>
                </a:cubicBezTo>
                <a:lnTo>
                  <a:pt x="20782" y="15181"/>
                </a:lnTo>
                <a:cubicBezTo>
                  <a:pt x="20892" y="15244"/>
                  <a:pt x="20930" y="15383"/>
                  <a:pt x="20867" y="15493"/>
                </a:cubicBezTo>
                <a:lnTo>
                  <a:pt x="20406" y="16283"/>
                </a:lnTo>
                <a:cubicBezTo>
                  <a:pt x="20343" y="16393"/>
                  <a:pt x="20202" y="16430"/>
                  <a:pt x="20092" y="16367"/>
                </a:cubicBezTo>
                <a:lnTo>
                  <a:pt x="17381" y="14815"/>
                </a:lnTo>
                <a:cubicBezTo>
                  <a:pt x="17271" y="14752"/>
                  <a:pt x="17233" y="14612"/>
                  <a:pt x="17297" y="14503"/>
                </a:cubicBezTo>
                <a:lnTo>
                  <a:pt x="17757" y="13712"/>
                </a:lnTo>
                <a:cubicBezTo>
                  <a:pt x="17789" y="13657"/>
                  <a:pt x="17840" y="13621"/>
                  <a:pt x="17897" y="13606"/>
                </a:cubicBezTo>
                <a:close/>
                <a:moveTo>
                  <a:pt x="3645" y="13606"/>
                </a:moveTo>
                <a:cubicBezTo>
                  <a:pt x="3702" y="13621"/>
                  <a:pt x="3753" y="13657"/>
                  <a:pt x="3785" y="13712"/>
                </a:cubicBezTo>
                <a:lnTo>
                  <a:pt x="4245" y="14503"/>
                </a:lnTo>
                <a:cubicBezTo>
                  <a:pt x="4309" y="14612"/>
                  <a:pt x="4271" y="14752"/>
                  <a:pt x="4161" y="14815"/>
                </a:cubicBezTo>
                <a:lnTo>
                  <a:pt x="1450" y="16367"/>
                </a:lnTo>
                <a:cubicBezTo>
                  <a:pt x="1340" y="16430"/>
                  <a:pt x="1199" y="16393"/>
                  <a:pt x="1135" y="16283"/>
                </a:cubicBezTo>
                <a:lnTo>
                  <a:pt x="675" y="15493"/>
                </a:lnTo>
                <a:cubicBezTo>
                  <a:pt x="612" y="15383"/>
                  <a:pt x="649" y="15244"/>
                  <a:pt x="759" y="15181"/>
                </a:cubicBezTo>
                <a:lnTo>
                  <a:pt x="3471" y="13628"/>
                </a:lnTo>
                <a:cubicBezTo>
                  <a:pt x="3525" y="13597"/>
                  <a:pt x="3588" y="13591"/>
                  <a:pt x="3645" y="13606"/>
                </a:cubicBezTo>
                <a:close/>
                <a:moveTo>
                  <a:pt x="20918" y="6155"/>
                </a:moveTo>
                <a:cubicBezTo>
                  <a:pt x="21037" y="6112"/>
                  <a:pt x="21169" y="6173"/>
                  <a:pt x="21213" y="6292"/>
                </a:cubicBezTo>
                <a:lnTo>
                  <a:pt x="21528" y="7149"/>
                </a:lnTo>
                <a:cubicBezTo>
                  <a:pt x="21571" y="7268"/>
                  <a:pt x="21509" y="7399"/>
                  <a:pt x="21390" y="7442"/>
                </a:cubicBezTo>
                <a:lnTo>
                  <a:pt x="18448" y="8504"/>
                </a:lnTo>
                <a:cubicBezTo>
                  <a:pt x="18329" y="8547"/>
                  <a:pt x="18197" y="8486"/>
                  <a:pt x="18153" y="8367"/>
                </a:cubicBezTo>
                <a:lnTo>
                  <a:pt x="17838" y="7509"/>
                </a:lnTo>
                <a:cubicBezTo>
                  <a:pt x="17795" y="7391"/>
                  <a:pt x="17856" y="7260"/>
                  <a:pt x="17976" y="7217"/>
                </a:cubicBezTo>
                <a:close/>
                <a:moveTo>
                  <a:pt x="624" y="6155"/>
                </a:moveTo>
                <a:lnTo>
                  <a:pt x="3566" y="7217"/>
                </a:lnTo>
                <a:cubicBezTo>
                  <a:pt x="3685" y="7260"/>
                  <a:pt x="3747" y="7391"/>
                  <a:pt x="3704" y="7509"/>
                </a:cubicBezTo>
                <a:lnTo>
                  <a:pt x="3388" y="8367"/>
                </a:lnTo>
                <a:cubicBezTo>
                  <a:pt x="3345" y="8486"/>
                  <a:pt x="3213" y="8547"/>
                  <a:pt x="3094" y="8504"/>
                </a:cubicBezTo>
                <a:lnTo>
                  <a:pt x="152" y="7442"/>
                </a:lnTo>
                <a:cubicBezTo>
                  <a:pt x="32" y="7399"/>
                  <a:pt x="-29" y="7268"/>
                  <a:pt x="14" y="7149"/>
                </a:cubicBezTo>
                <a:lnTo>
                  <a:pt x="329" y="6292"/>
                </a:lnTo>
                <a:cubicBezTo>
                  <a:pt x="373" y="6173"/>
                  <a:pt x="505" y="6112"/>
                  <a:pt x="624" y="6155"/>
                </a:cubicBezTo>
                <a:close/>
                <a:moveTo>
                  <a:pt x="10771" y="4415"/>
                </a:moveTo>
                <a:cubicBezTo>
                  <a:pt x="14305" y="4415"/>
                  <a:pt x="17170" y="7256"/>
                  <a:pt x="17170" y="10761"/>
                </a:cubicBezTo>
                <a:cubicBezTo>
                  <a:pt x="17170" y="14266"/>
                  <a:pt x="14305" y="17107"/>
                  <a:pt x="10771" y="17107"/>
                </a:cubicBezTo>
                <a:cubicBezTo>
                  <a:pt x="7237" y="17107"/>
                  <a:pt x="4372" y="14266"/>
                  <a:pt x="4372" y="10761"/>
                </a:cubicBezTo>
                <a:cubicBezTo>
                  <a:pt x="4372" y="7256"/>
                  <a:pt x="7237" y="4415"/>
                  <a:pt x="10771" y="4415"/>
                </a:cubicBezTo>
                <a:close/>
                <a:moveTo>
                  <a:pt x="15181" y="8"/>
                </a:moveTo>
                <a:cubicBezTo>
                  <a:pt x="15238" y="-7"/>
                  <a:pt x="15301" y="-1"/>
                  <a:pt x="15356" y="31"/>
                </a:cubicBezTo>
                <a:lnTo>
                  <a:pt x="16153" y="487"/>
                </a:lnTo>
                <a:cubicBezTo>
                  <a:pt x="16263" y="550"/>
                  <a:pt x="16301" y="690"/>
                  <a:pt x="16237" y="799"/>
                </a:cubicBezTo>
                <a:lnTo>
                  <a:pt x="14672" y="3488"/>
                </a:lnTo>
                <a:cubicBezTo>
                  <a:pt x="14609" y="3597"/>
                  <a:pt x="14468" y="3634"/>
                  <a:pt x="14358" y="3571"/>
                </a:cubicBezTo>
                <a:lnTo>
                  <a:pt x="13560" y="3115"/>
                </a:lnTo>
                <a:cubicBezTo>
                  <a:pt x="13450" y="3052"/>
                  <a:pt x="13412" y="2912"/>
                  <a:pt x="13476" y="2803"/>
                </a:cubicBezTo>
                <a:lnTo>
                  <a:pt x="15041" y="114"/>
                </a:lnTo>
                <a:cubicBezTo>
                  <a:pt x="15073" y="60"/>
                  <a:pt x="15124" y="23"/>
                  <a:pt x="15181" y="8"/>
                </a:cubicBezTo>
                <a:close/>
                <a:moveTo>
                  <a:pt x="6361" y="8"/>
                </a:moveTo>
                <a:cubicBezTo>
                  <a:pt x="6418" y="23"/>
                  <a:pt x="6469" y="60"/>
                  <a:pt x="6500" y="114"/>
                </a:cubicBezTo>
                <a:lnTo>
                  <a:pt x="8066" y="2803"/>
                </a:lnTo>
                <a:cubicBezTo>
                  <a:pt x="8129" y="2912"/>
                  <a:pt x="8092" y="3052"/>
                  <a:pt x="7981" y="3115"/>
                </a:cubicBezTo>
                <a:lnTo>
                  <a:pt x="7184" y="3571"/>
                </a:lnTo>
                <a:cubicBezTo>
                  <a:pt x="7074" y="3634"/>
                  <a:pt x="6933" y="3597"/>
                  <a:pt x="6870" y="3488"/>
                </a:cubicBezTo>
                <a:lnTo>
                  <a:pt x="5304" y="799"/>
                </a:lnTo>
                <a:cubicBezTo>
                  <a:pt x="5241" y="690"/>
                  <a:pt x="5279" y="550"/>
                  <a:pt x="5389" y="487"/>
                </a:cubicBezTo>
                <a:lnTo>
                  <a:pt x="6186" y="31"/>
                </a:lnTo>
                <a:cubicBezTo>
                  <a:pt x="6241" y="-1"/>
                  <a:pt x="6304" y="-7"/>
                  <a:pt x="6361" y="8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6" name="Shape 917"/>
          <p:cNvSpPr/>
          <p:nvPr/>
        </p:nvSpPr>
        <p:spPr>
          <a:xfrm>
            <a:off x="4736303" y="4206900"/>
            <a:ext cx="485828" cy="3130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724" y="4448"/>
                </a:moveTo>
                <a:cubicBezTo>
                  <a:pt x="9032" y="4448"/>
                  <a:pt x="10188" y="5451"/>
                  <a:pt x="10833" y="7052"/>
                </a:cubicBezTo>
                <a:cubicBezTo>
                  <a:pt x="11240" y="6476"/>
                  <a:pt x="11784" y="6161"/>
                  <a:pt x="12376" y="6161"/>
                </a:cubicBezTo>
                <a:cubicBezTo>
                  <a:pt x="13661" y="6161"/>
                  <a:pt x="14723" y="7645"/>
                  <a:pt x="14844" y="9578"/>
                </a:cubicBezTo>
                <a:cubicBezTo>
                  <a:pt x="14866" y="9558"/>
                  <a:pt x="14889" y="9557"/>
                  <a:pt x="14911" y="9557"/>
                </a:cubicBezTo>
                <a:cubicBezTo>
                  <a:pt x="17055" y="9557"/>
                  <a:pt x="18792" y="12253"/>
                  <a:pt x="18792" y="15579"/>
                </a:cubicBezTo>
                <a:cubicBezTo>
                  <a:pt x="18792" y="18718"/>
                  <a:pt x="17243" y="21297"/>
                  <a:pt x="15266" y="21572"/>
                </a:cubicBezTo>
                <a:lnTo>
                  <a:pt x="15266" y="21600"/>
                </a:lnTo>
                <a:lnTo>
                  <a:pt x="4331" y="21600"/>
                </a:lnTo>
                <a:lnTo>
                  <a:pt x="4331" y="21555"/>
                </a:lnTo>
                <a:cubicBezTo>
                  <a:pt x="4183" y="21586"/>
                  <a:pt x="4033" y="21600"/>
                  <a:pt x="3880" y="21600"/>
                </a:cubicBezTo>
                <a:cubicBezTo>
                  <a:pt x="1737" y="21600"/>
                  <a:pt x="0" y="18904"/>
                  <a:pt x="0" y="15579"/>
                </a:cubicBezTo>
                <a:cubicBezTo>
                  <a:pt x="0" y="12253"/>
                  <a:pt x="1737" y="9557"/>
                  <a:pt x="3880" y="9557"/>
                </a:cubicBezTo>
                <a:lnTo>
                  <a:pt x="3959" y="9582"/>
                </a:lnTo>
                <a:cubicBezTo>
                  <a:pt x="4168" y="6668"/>
                  <a:pt x="5779" y="4448"/>
                  <a:pt x="7724" y="4448"/>
                </a:cubicBezTo>
                <a:close/>
                <a:moveTo>
                  <a:pt x="12356" y="0"/>
                </a:moveTo>
                <a:cubicBezTo>
                  <a:pt x="13448" y="0"/>
                  <a:pt x="14414" y="838"/>
                  <a:pt x="14952" y="2175"/>
                </a:cubicBezTo>
                <a:cubicBezTo>
                  <a:pt x="15292" y="1694"/>
                  <a:pt x="15747" y="1431"/>
                  <a:pt x="16241" y="1431"/>
                </a:cubicBezTo>
                <a:cubicBezTo>
                  <a:pt x="17315" y="1431"/>
                  <a:pt x="18202" y="2671"/>
                  <a:pt x="18303" y="4285"/>
                </a:cubicBezTo>
                <a:cubicBezTo>
                  <a:pt x="18321" y="4268"/>
                  <a:pt x="18340" y="4268"/>
                  <a:pt x="18359" y="4268"/>
                </a:cubicBezTo>
                <a:cubicBezTo>
                  <a:pt x="20149" y="4268"/>
                  <a:pt x="21600" y="6520"/>
                  <a:pt x="21600" y="9297"/>
                </a:cubicBezTo>
                <a:cubicBezTo>
                  <a:pt x="21600" y="11401"/>
                  <a:pt x="20767" y="13203"/>
                  <a:pt x="19580" y="13933"/>
                </a:cubicBezTo>
                <a:cubicBezTo>
                  <a:pt x="19199" y="10905"/>
                  <a:pt x="17479" y="8621"/>
                  <a:pt x="15414" y="8621"/>
                </a:cubicBezTo>
                <a:cubicBezTo>
                  <a:pt x="15390" y="8621"/>
                  <a:pt x="15365" y="8622"/>
                  <a:pt x="15341" y="8644"/>
                </a:cubicBezTo>
                <a:cubicBezTo>
                  <a:pt x="15209" y="6528"/>
                  <a:pt x="14046" y="4903"/>
                  <a:pt x="12639" y="4903"/>
                </a:cubicBezTo>
                <a:cubicBezTo>
                  <a:pt x="11991" y="4903"/>
                  <a:pt x="11395" y="5247"/>
                  <a:pt x="10949" y="5878"/>
                </a:cubicBezTo>
                <a:cubicBezTo>
                  <a:pt x="10553" y="4895"/>
                  <a:pt x="9981" y="4117"/>
                  <a:pt x="9298" y="3635"/>
                </a:cubicBezTo>
                <a:cubicBezTo>
                  <a:pt x="9636" y="1529"/>
                  <a:pt x="10880" y="0"/>
                  <a:pt x="12356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7" name="Shape 918"/>
          <p:cNvSpPr/>
          <p:nvPr/>
        </p:nvSpPr>
        <p:spPr>
          <a:xfrm>
            <a:off x="5421936" y="4162595"/>
            <a:ext cx="407176" cy="4017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94" extrusionOk="0">
                <a:moveTo>
                  <a:pt x="18715" y="10928"/>
                </a:moveTo>
                <a:cubicBezTo>
                  <a:pt x="18760" y="10916"/>
                  <a:pt x="18809" y="10921"/>
                  <a:pt x="18852" y="10946"/>
                </a:cubicBezTo>
                <a:lnTo>
                  <a:pt x="20981" y="12193"/>
                </a:lnTo>
                <a:cubicBezTo>
                  <a:pt x="21067" y="12244"/>
                  <a:pt x="21097" y="12356"/>
                  <a:pt x="21047" y="12444"/>
                </a:cubicBezTo>
                <a:lnTo>
                  <a:pt x="20685" y="13079"/>
                </a:lnTo>
                <a:cubicBezTo>
                  <a:pt x="20636" y="13166"/>
                  <a:pt x="20525" y="13197"/>
                  <a:pt x="20439" y="13146"/>
                </a:cubicBezTo>
                <a:lnTo>
                  <a:pt x="18310" y="11899"/>
                </a:lnTo>
                <a:cubicBezTo>
                  <a:pt x="18223" y="11849"/>
                  <a:pt x="18194" y="11736"/>
                  <a:pt x="18244" y="11649"/>
                </a:cubicBezTo>
                <a:lnTo>
                  <a:pt x="18605" y="11014"/>
                </a:lnTo>
                <a:cubicBezTo>
                  <a:pt x="18630" y="10970"/>
                  <a:pt x="18670" y="10940"/>
                  <a:pt x="18715" y="10928"/>
                </a:cubicBezTo>
                <a:close/>
                <a:moveTo>
                  <a:pt x="8712" y="8946"/>
                </a:moveTo>
                <a:cubicBezTo>
                  <a:pt x="10187" y="8946"/>
                  <a:pt x="11491" y="9686"/>
                  <a:pt x="12219" y="10867"/>
                </a:cubicBezTo>
                <a:cubicBezTo>
                  <a:pt x="12678" y="10442"/>
                  <a:pt x="13292" y="10210"/>
                  <a:pt x="13959" y="10210"/>
                </a:cubicBezTo>
                <a:cubicBezTo>
                  <a:pt x="15409" y="10210"/>
                  <a:pt x="16607" y="11304"/>
                  <a:pt x="16743" y="12730"/>
                </a:cubicBezTo>
                <a:cubicBezTo>
                  <a:pt x="16768" y="12714"/>
                  <a:pt x="16793" y="12714"/>
                  <a:pt x="16819" y="12714"/>
                </a:cubicBezTo>
                <a:cubicBezTo>
                  <a:pt x="19236" y="12714"/>
                  <a:pt x="21195" y="14702"/>
                  <a:pt x="21195" y="17154"/>
                </a:cubicBezTo>
                <a:cubicBezTo>
                  <a:pt x="21195" y="19469"/>
                  <a:pt x="19449" y="21370"/>
                  <a:pt x="17219" y="21573"/>
                </a:cubicBezTo>
                <a:lnTo>
                  <a:pt x="17219" y="21594"/>
                </a:lnTo>
                <a:lnTo>
                  <a:pt x="4884" y="21594"/>
                </a:lnTo>
                <a:lnTo>
                  <a:pt x="4884" y="21561"/>
                </a:lnTo>
                <a:cubicBezTo>
                  <a:pt x="4718" y="21584"/>
                  <a:pt x="4549" y="21594"/>
                  <a:pt x="4377" y="21594"/>
                </a:cubicBezTo>
                <a:cubicBezTo>
                  <a:pt x="1960" y="21594"/>
                  <a:pt x="0" y="19606"/>
                  <a:pt x="0" y="17154"/>
                </a:cubicBezTo>
                <a:cubicBezTo>
                  <a:pt x="0" y="14702"/>
                  <a:pt x="1960" y="12714"/>
                  <a:pt x="4377" y="12714"/>
                </a:cubicBezTo>
                <a:lnTo>
                  <a:pt x="4466" y="12732"/>
                </a:lnTo>
                <a:cubicBezTo>
                  <a:pt x="4701" y="10584"/>
                  <a:pt x="6518" y="8946"/>
                  <a:pt x="8712" y="8946"/>
                </a:cubicBezTo>
                <a:close/>
                <a:moveTo>
                  <a:pt x="21087" y="4944"/>
                </a:moveTo>
                <a:cubicBezTo>
                  <a:pt x="21181" y="4909"/>
                  <a:pt x="21284" y="4958"/>
                  <a:pt x="21319" y="5053"/>
                </a:cubicBezTo>
                <a:lnTo>
                  <a:pt x="21566" y="5742"/>
                </a:lnTo>
                <a:cubicBezTo>
                  <a:pt x="21600" y="5837"/>
                  <a:pt x="21552" y="5943"/>
                  <a:pt x="21458" y="5977"/>
                </a:cubicBezTo>
                <a:lnTo>
                  <a:pt x="19148" y="6830"/>
                </a:lnTo>
                <a:cubicBezTo>
                  <a:pt x="19054" y="6865"/>
                  <a:pt x="18951" y="6816"/>
                  <a:pt x="18916" y="6721"/>
                </a:cubicBezTo>
                <a:lnTo>
                  <a:pt x="18669" y="6031"/>
                </a:lnTo>
                <a:cubicBezTo>
                  <a:pt x="18635" y="5936"/>
                  <a:pt x="18683" y="5831"/>
                  <a:pt x="18777" y="5796"/>
                </a:cubicBezTo>
                <a:close/>
                <a:moveTo>
                  <a:pt x="5152" y="4944"/>
                </a:moveTo>
                <a:lnTo>
                  <a:pt x="7462" y="5796"/>
                </a:lnTo>
                <a:cubicBezTo>
                  <a:pt x="7556" y="5831"/>
                  <a:pt x="7604" y="5936"/>
                  <a:pt x="7570" y="6031"/>
                </a:cubicBezTo>
                <a:lnTo>
                  <a:pt x="7323" y="6721"/>
                </a:lnTo>
                <a:cubicBezTo>
                  <a:pt x="7288" y="6816"/>
                  <a:pt x="7185" y="6865"/>
                  <a:pt x="7091" y="6830"/>
                </a:cubicBezTo>
                <a:lnTo>
                  <a:pt x="4781" y="5977"/>
                </a:lnTo>
                <a:cubicBezTo>
                  <a:pt x="4687" y="5943"/>
                  <a:pt x="4639" y="5837"/>
                  <a:pt x="4673" y="5742"/>
                </a:cubicBezTo>
                <a:lnTo>
                  <a:pt x="4920" y="5053"/>
                </a:lnTo>
                <a:cubicBezTo>
                  <a:pt x="4954" y="4958"/>
                  <a:pt x="5058" y="4909"/>
                  <a:pt x="5152" y="4944"/>
                </a:cubicBezTo>
                <a:close/>
                <a:moveTo>
                  <a:pt x="13119" y="3546"/>
                </a:moveTo>
                <a:cubicBezTo>
                  <a:pt x="15895" y="3546"/>
                  <a:pt x="18144" y="5828"/>
                  <a:pt x="18144" y="8643"/>
                </a:cubicBezTo>
                <a:cubicBezTo>
                  <a:pt x="18144" y="9818"/>
                  <a:pt x="17752" y="10900"/>
                  <a:pt x="17078" y="11749"/>
                </a:cubicBezTo>
                <a:cubicBezTo>
                  <a:pt x="16848" y="10443"/>
                  <a:pt x="15706" y="9472"/>
                  <a:pt x="14341" y="9472"/>
                </a:cubicBezTo>
                <a:cubicBezTo>
                  <a:pt x="13673" y="9472"/>
                  <a:pt x="13059" y="9704"/>
                  <a:pt x="12601" y="10129"/>
                </a:cubicBezTo>
                <a:cubicBezTo>
                  <a:pt x="11873" y="8948"/>
                  <a:pt x="10568" y="8209"/>
                  <a:pt x="9094" y="8209"/>
                </a:cubicBezTo>
                <a:cubicBezTo>
                  <a:pt x="8754" y="8209"/>
                  <a:pt x="8424" y="8248"/>
                  <a:pt x="8110" y="8335"/>
                </a:cubicBezTo>
                <a:cubicBezTo>
                  <a:pt x="8261" y="5663"/>
                  <a:pt x="10446" y="3546"/>
                  <a:pt x="13119" y="3546"/>
                </a:cubicBezTo>
                <a:close/>
                <a:moveTo>
                  <a:pt x="16582" y="6"/>
                </a:moveTo>
                <a:cubicBezTo>
                  <a:pt x="16627" y="-6"/>
                  <a:pt x="16676" y="-1"/>
                  <a:pt x="16720" y="24"/>
                </a:cubicBezTo>
                <a:lnTo>
                  <a:pt x="17346" y="391"/>
                </a:lnTo>
                <a:cubicBezTo>
                  <a:pt x="17432" y="442"/>
                  <a:pt x="17462" y="554"/>
                  <a:pt x="17412" y="641"/>
                </a:cubicBezTo>
                <a:lnTo>
                  <a:pt x="16183" y="2801"/>
                </a:lnTo>
                <a:cubicBezTo>
                  <a:pt x="16133" y="2889"/>
                  <a:pt x="16022" y="2919"/>
                  <a:pt x="15936" y="2868"/>
                </a:cubicBezTo>
                <a:lnTo>
                  <a:pt x="15310" y="2501"/>
                </a:lnTo>
                <a:cubicBezTo>
                  <a:pt x="15223" y="2451"/>
                  <a:pt x="15194" y="2339"/>
                  <a:pt x="15244" y="2251"/>
                </a:cubicBezTo>
                <a:lnTo>
                  <a:pt x="16473" y="91"/>
                </a:lnTo>
                <a:cubicBezTo>
                  <a:pt x="16498" y="47"/>
                  <a:pt x="16538" y="18"/>
                  <a:pt x="16582" y="6"/>
                </a:cubicBezTo>
                <a:close/>
                <a:moveTo>
                  <a:pt x="9656" y="6"/>
                </a:moveTo>
                <a:cubicBezTo>
                  <a:pt x="9701" y="18"/>
                  <a:pt x="9741" y="47"/>
                  <a:pt x="9766" y="91"/>
                </a:cubicBezTo>
                <a:lnTo>
                  <a:pt x="10995" y="2251"/>
                </a:lnTo>
                <a:cubicBezTo>
                  <a:pt x="11045" y="2339"/>
                  <a:pt x="11015" y="2451"/>
                  <a:pt x="10929" y="2501"/>
                </a:cubicBezTo>
                <a:lnTo>
                  <a:pt x="10303" y="2868"/>
                </a:lnTo>
                <a:cubicBezTo>
                  <a:pt x="10216" y="2919"/>
                  <a:pt x="10106" y="2889"/>
                  <a:pt x="10056" y="2801"/>
                </a:cubicBezTo>
                <a:lnTo>
                  <a:pt x="8827" y="641"/>
                </a:lnTo>
                <a:cubicBezTo>
                  <a:pt x="8777" y="554"/>
                  <a:pt x="8807" y="442"/>
                  <a:pt x="8893" y="391"/>
                </a:cubicBezTo>
                <a:lnTo>
                  <a:pt x="9519" y="24"/>
                </a:lnTo>
                <a:cubicBezTo>
                  <a:pt x="9562" y="-1"/>
                  <a:pt x="9612" y="-6"/>
                  <a:pt x="9656" y="6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8" name="Shape 919"/>
          <p:cNvSpPr/>
          <p:nvPr/>
        </p:nvSpPr>
        <p:spPr>
          <a:xfrm rot="18900000">
            <a:off x="4198900" y="4182441"/>
            <a:ext cx="346303" cy="3463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08" h="21109" extrusionOk="0">
                <a:moveTo>
                  <a:pt x="2344" y="18765"/>
                </a:moveTo>
                <a:cubicBezTo>
                  <a:pt x="2081" y="19221"/>
                  <a:pt x="1950" y="19677"/>
                  <a:pt x="1950" y="20134"/>
                </a:cubicBezTo>
                <a:cubicBezTo>
                  <a:pt x="1950" y="20672"/>
                  <a:pt x="1513" y="21109"/>
                  <a:pt x="975" y="21109"/>
                </a:cubicBezTo>
                <a:cubicBezTo>
                  <a:pt x="437" y="21109"/>
                  <a:pt x="0" y="20672"/>
                  <a:pt x="0" y="20134"/>
                </a:cubicBezTo>
                <a:cubicBezTo>
                  <a:pt x="0" y="19595"/>
                  <a:pt x="437" y="19159"/>
                  <a:pt x="975" y="19159"/>
                </a:cubicBezTo>
                <a:cubicBezTo>
                  <a:pt x="1431" y="19159"/>
                  <a:pt x="1888" y="19027"/>
                  <a:pt x="2344" y="18765"/>
                </a:cubicBezTo>
                <a:close/>
                <a:moveTo>
                  <a:pt x="6222" y="18398"/>
                </a:moveTo>
                <a:cubicBezTo>
                  <a:pt x="5959" y="18854"/>
                  <a:pt x="5828" y="19310"/>
                  <a:pt x="5828" y="19767"/>
                </a:cubicBezTo>
                <a:cubicBezTo>
                  <a:pt x="5828" y="20305"/>
                  <a:pt x="5391" y="20742"/>
                  <a:pt x="4852" y="20742"/>
                </a:cubicBezTo>
                <a:cubicBezTo>
                  <a:pt x="4314" y="20742"/>
                  <a:pt x="3877" y="20305"/>
                  <a:pt x="3877" y="19767"/>
                </a:cubicBezTo>
                <a:cubicBezTo>
                  <a:pt x="3877" y="19228"/>
                  <a:pt x="4314" y="18792"/>
                  <a:pt x="4852" y="18792"/>
                </a:cubicBezTo>
                <a:cubicBezTo>
                  <a:pt x="5309" y="18792"/>
                  <a:pt x="5765" y="18660"/>
                  <a:pt x="6222" y="18398"/>
                </a:cubicBezTo>
                <a:close/>
                <a:moveTo>
                  <a:pt x="2711" y="14887"/>
                </a:moveTo>
                <a:cubicBezTo>
                  <a:pt x="2449" y="15344"/>
                  <a:pt x="2317" y="15800"/>
                  <a:pt x="2317" y="16256"/>
                </a:cubicBezTo>
                <a:cubicBezTo>
                  <a:pt x="2317" y="16795"/>
                  <a:pt x="1881" y="17231"/>
                  <a:pt x="1342" y="17231"/>
                </a:cubicBezTo>
                <a:cubicBezTo>
                  <a:pt x="804" y="17231"/>
                  <a:pt x="367" y="16795"/>
                  <a:pt x="367" y="16256"/>
                </a:cubicBezTo>
                <a:cubicBezTo>
                  <a:pt x="367" y="15718"/>
                  <a:pt x="804" y="15281"/>
                  <a:pt x="1342" y="15281"/>
                </a:cubicBezTo>
                <a:cubicBezTo>
                  <a:pt x="1799" y="15281"/>
                  <a:pt x="2255" y="15150"/>
                  <a:pt x="2711" y="14887"/>
                </a:cubicBezTo>
                <a:close/>
                <a:moveTo>
                  <a:pt x="3078" y="11010"/>
                </a:moveTo>
                <a:cubicBezTo>
                  <a:pt x="2816" y="11466"/>
                  <a:pt x="2685" y="11922"/>
                  <a:pt x="2685" y="12379"/>
                </a:cubicBezTo>
                <a:cubicBezTo>
                  <a:pt x="2685" y="12917"/>
                  <a:pt x="2248" y="13354"/>
                  <a:pt x="1709" y="13354"/>
                </a:cubicBezTo>
                <a:cubicBezTo>
                  <a:pt x="1171" y="13354"/>
                  <a:pt x="734" y="12917"/>
                  <a:pt x="734" y="12379"/>
                </a:cubicBezTo>
                <a:cubicBezTo>
                  <a:pt x="734" y="11840"/>
                  <a:pt x="1171" y="11404"/>
                  <a:pt x="1709" y="11404"/>
                </a:cubicBezTo>
                <a:cubicBezTo>
                  <a:pt x="2166" y="11404"/>
                  <a:pt x="2622" y="11272"/>
                  <a:pt x="3078" y="11010"/>
                </a:cubicBezTo>
                <a:close/>
                <a:moveTo>
                  <a:pt x="10099" y="18030"/>
                </a:moveTo>
                <a:cubicBezTo>
                  <a:pt x="9836" y="18487"/>
                  <a:pt x="9705" y="18943"/>
                  <a:pt x="9705" y="19399"/>
                </a:cubicBezTo>
                <a:cubicBezTo>
                  <a:pt x="9705" y="19938"/>
                  <a:pt x="9268" y="20374"/>
                  <a:pt x="8730" y="20374"/>
                </a:cubicBezTo>
                <a:cubicBezTo>
                  <a:pt x="8191" y="20374"/>
                  <a:pt x="7755" y="19938"/>
                  <a:pt x="7755" y="19399"/>
                </a:cubicBezTo>
                <a:cubicBezTo>
                  <a:pt x="7755" y="18861"/>
                  <a:pt x="8191" y="18424"/>
                  <a:pt x="8730" y="18424"/>
                </a:cubicBezTo>
                <a:cubicBezTo>
                  <a:pt x="9186" y="18424"/>
                  <a:pt x="9643" y="18293"/>
                  <a:pt x="10099" y="18030"/>
                </a:cubicBezTo>
                <a:close/>
                <a:moveTo>
                  <a:pt x="6589" y="14520"/>
                </a:moveTo>
                <a:cubicBezTo>
                  <a:pt x="6326" y="14976"/>
                  <a:pt x="6195" y="15433"/>
                  <a:pt x="6195" y="15889"/>
                </a:cubicBezTo>
                <a:cubicBezTo>
                  <a:pt x="6195" y="16428"/>
                  <a:pt x="5758" y="16864"/>
                  <a:pt x="5220" y="16864"/>
                </a:cubicBezTo>
                <a:cubicBezTo>
                  <a:pt x="4681" y="16864"/>
                  <a:pt x="4245" y="16428"/>
                  <a:pt x="4245" y="15889"/>
                </a:cubicBezTo>
                <a:cubicBezTo>
                  <a:pt x="4245" y="15351"/>
                  <a:pt x="4681" y="14914"/>
                  <a:pt x="5220" y="14914"/>
                </a:cubicBezTo>
                <a:cubicBezTo>
                  <a:pt x="5676" y="14914"/>
                  <a:pt x="6133" y="14783"/>
                  <a:pt x="6589" y="14520"/>
                </a:cubicBezTo>
                <a:close/>
                <a:moveTo>
                  <a:pt x="16061" y="1980"/>
                </a:moveTo>
                <a:cubicBezTo>
                  <a:pt x="17261" y="3180"/>
                  <a:pt x="17729" y="4834"/>
                  <a:pt x="17374" y="6372"/>
                </a:cubicBezTo>
                <a:cubicBezTo>
                  <a:pt x="18088" y="6405"/>
                  <a:pt x="18773" y="6718"/>
                  <a:pt x="19316" y="7261"/>
                </a:cubicBezTo>
                <a:cubicBezTo>
                  <a:pt x="20495" y="8440"/>
                  <a:pt x="20592" y="10291"/>
                  <a:pt x="19560" y="11545"/>
                </a:cubicBezTo>
                <a:cubicBezTo>
                  <a:pt x="19593" y="11554"/>
                  <a:pt x="19613" y="11574"/>
                  <a:pt x="19634" y="11595"/>
                </a:cubicBezTo>
                <a:cubicBezTo>
                  <a:pt x="21600" y="13561"/>
                  <a:pt x="21600" y="16748"/>
                  <a:pt x="19634" y="18714"/>
                </a:cubicBezTo>
                <a:cubicBezTo>
                  <a:pt x="17778" y="20571"/>
                  <a:pt x="14832" y="20674"/>
                  <a:pt x="12856" y="19023"/>
                </a:cubicBezTo>
                <a:lnTo>
                  <a:pt x="12840" y="19040"/>
                </a:lnTo>
                <a:lnTo>
                  <a:pt x="12514" y="18714"/>
                </a:lnTo>
                <a:lnTo>
                  <a:pt x="2807" y="9008"/>
                </a:lnTo>
                <a:lnTo>
                  <a:pt x="2834" y="8981"/>
                </a:lnTo>
                <a:cubicBezTo>
                  <a:pt x="2680" y="8864"/>
                  <a:pt x="2534" y="8734"/>
                  <a:pt x="2394" y="8595"/>
                </a:cubicBezTo>
                <a:cubicBezTo>
                  <a:pt x="428" y="6629"/>
                  <a:pt x="428" y="3441"/>
                  <a:pt x="2394" y="1475"/>
                </a:cubicBezTo>
                <a:cubicBezTo>
                  <a:pt x="4361" y="-491"/>
                  <a:pt x="7548" y="-491"/>
                  <a:pt x="9514" y="1475"/>
                </a:cubicBezTo>
                <a:lnTo>
                  <a:pt x="9572" y="1562"/>
                </a:lnTo>
                <a:cubicBezTo>
                  <a:pt x="11486" y="31"/>
                  <a:pt x="14277" y="196"/>
                  <a:pt x="16061" y="198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79" name="Shape 920"/>
          <p:cNvSpPr/>
          <p:nvPr/>
        </p:nvSpPr>
        <p:spPr>
          <a:xfrm>
            <a:off x="6028921" y="4159865"/>
            <a:ext cx="404774" cy="407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73" y="9118"/>
                </a:moveTo>
                <a:cubicBezTo>
                  <a:pt x="10258" y="9118"/>
                  <a:pt x="11572" y="9849"/>
                  <a:pt x="12305" y="11014"/>
                </a:cubicBezTo>
                <a:cubicBezTo>
                  <a:pt x="12767" y="10594"/>
                  <a:pt x="13385" y="10365"/>
                  <a:pt x="14057" y="10365"/>
                </a:cubicBezTo>
                <a:cubicBezTo>
                  <a:pt x="15517" y="10365"/>
                  <a:pt x="16723" y="11445"/>
                  <a:pt x="16860" y="12852"/>
                </a:cubicBezTo>
                <a:cubicBezTo>
                  <a:pt x="16885" y="12837"/>
                  <a:pt x="16911" y="12837"/>
                  <a:pt x="16937" y="12837"/>
                </a:cubicBezTo>
                <a:cubicBezTo>
                  <a:pt x="19371" y="12837"/>
                  <a:pt x="21344" y="14799"/>
                  <a:pt x="21344" y="17218"/>
                </a:cubicBezTo>
                <a:cubicBezTo>
                  <a:pt x="21344" y="19503"/>
                  <a:pt x="19585" y="21379"/>
                  <a:pt x="17339" y="21580"/>
                </a:cubicBezTo>
                <a:lnTo>
                  <a:pt x="17339" y="21600"/>
                </a:lnTo>
                <a:lnTo>
                  <a:pt x="4919" y="21600"/>
                </a:lnTo>
                <a:lnTo>
                  <a:pt x="4919" y="21567"/>
                </a:lnTo>
                <a:cubicBezTo>
                  <a:pt x="4751" y="21590"/>
                  <a:pt x="4580" y="21600"/>
                  <a:pt x="4407" y="21600"/>
                </a:cubicBezTo>
                <a:cubicBezTo>
                  <a:pt x="1973" y="21600"/>
                  <a:pt x="0" y="19638"/>
                  <a:pt x="0" y="17218"/>
                </a:cubicBezTo>
                <a:cubicBezTo>
                  <a:pt x="0" y="14799"/>
                  <a:pt x="1973" y="12837"/>
                  <a:pt x="4407" y="12837"/>
                </a:cubicBezTo>
                <a:lnTo>
                  <a:pt x="4497" y="12855"/>
                </a:lnTo>
                <a:cubicBezTo>
                  <a:pt x="4734" y="10735"/>
                  <a:pt x="6564" y="9118"/>
                  <a:pt x="8773" y="9118"/>
                </a:cubicBezTo>
                <a:close/>
                <a:moveTo>
                  <a:pt x="10661" y="0"/>
                </a:moveTo>
                <a:cubicBezTo>
                  <a:pt x="10194" y="3022"/>
                  <a:pt x="11186" y="6086"/>
                  <a:pt x="13338" y="8271"/>
                </a:cubicBezTo>
                <a:cubicBezTo>
                  <a:pt x="15490" y="10455"/>
                  <a:pt x="18551" y="11505"/>
                  <a:pt x="21600" y="11104"/>
                </a:cubicBezTo>
                <a:cubicBezTo>
                  <a:pt x="20849" y="11835"/>
                  <a:pt x="19988" y="12385"/>
                  <a:pt x="19069" y="12752"/>
                </a:cubicBezTo>
                <a:cubicBezTo>
                  <a:pt x="18484" y="12440"/>
                  <a:pt x="17815" y="12274"/>
                  <a:pt x="17107" y="12274"/>
                </a:cubicBezTo>
                <a:cubicBezTo>
                  <a:pt x="17082" y="12274"/>
                  <a:pt x="17056" y="12275"/>
                  <a:pt x="17031" y="12290"/>
                </a:cubicBezTo>
                <a:cubicBezTo>
                  <a:pt x="16894" y="10883"/>
                  <a:pt x="15688" y="9803"/>
                  <a:pt x="14228" y="9803"/>
                </a:cubicBezTo>
                <a:cubicBezTo>
                  <a:pt x="13556" y="9803"/>
                  <a:pt x="12937" y="10032"/>
                  <a:pt x="12475" y="10451"/>
                </a:cubicBezTo>
                <a:cubicBezTo>
                  <a:pt x="11742" y="9286"/>
                  <a:pt x="10429" y="8556"/>
                  <a:pt x="8944" y="8556"/>
                </a:cubicBezTo>
                <a:lnTo>
                  <a:pt x="8927" y="8558"/>
                </a:lnTo>
                <a:cubicBezTo>
                  <a:pt x="7718" y="5709"/>
                  <a:pt x="8304" y="2295"/>
                  <a:pt x="10661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0" name="Shape 921"/>
          <p:cNvSpPr/>
          <p:nvPr/>
        </p:nvSpPr>
        <p:spPr>
          <a:xfrm>
            <a:off x="3677801" y="1211258"/>
            <a:ext cx="176461" cy="4647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63" y="4133"/>
                </a:moveTo>
                <a:lnTo>
                  <a:pt x="17537" y="4133"/>
                </a:lnTo>
                <a:cubicBezTo>
                  <a:pt x="19781" y="4133"/>
                  <a:pt x="21600" y="4823"/>
                  <a:pt x="21600" y="5675"/>
                </a:cubicBezTo>
                <a:lnTo>
                  <a:pt x="21600" y="7121"/>
                </a:lnTo>
                <a:lnTo>
                  <a:pt x="21600" y="7121"/>
                </a:lnTo>
                <a:lnTo>
                  <a:pt x="21600" y="11362"/>
                </a:lnTo>
                <a:cubicBezTo>
                  <a:pt x="21600" y="11800"/>
                  <a:pt x="20665" y="12155"/>
                  <a:pt x="19512" y="12155"/>
                </a:cubicBezTo>
                <a:cubicBezTo>
                  <a:pt x="18359" y="12155"/>
                  <a:pt x="17424" y="11800"/>
                  <a:pt x="17424" y="11362"/>
                </a:cubicBezTo>
                <a:lnTo>
                  <a:pt x="17424" y="7656"/>
                </a:lnTo>
                <a:lnTo>
                  <a:pt x="16802" y="7656"/>
                </a:lnTo>
                <a:cubicBezTo>
                  <a:pt x="16768" y="11973"/>
                  <a:pt x="16734" y="16291"/>
                  <a:pt x="16700" y="20609"/>
                </a:cubicBezTo>
                <a:cubicBezTo>
                  <a:pt x="16700" y="21156"/>
                  <a:pt x="15532" y="21600"/>
                  <a:pt x="14091" y="21600"/>
                </a:cubicBezTo>
                <a:cubicBezTo>
                  <a:pt x="12649" y="21600"/>
                  <a:pt x="11481" y="21156"/>
                  <a:pt x="11481" y="20609"/>
                </a:cubicBezTo>
                <a:lnTo>
                  <a:pt x="11481" y="12689"/>
                </a:lnTo>
                <a:lnTo>
                  <a:pt x="9915" y="12689"/>
                </a:lnTo>
                <a:lnTo>
                  <a:pt x="9915" y="20609"/>
                </a:lnTo>
                <a:cubicBezTo>
                  <a:pt x="9915" y="21156"/>
                  <a:pt x="8747" y="21600"/>
                  <a:pt x="7305" y="21600"/>
                </a:cubicBezTo>
                <a:cubicBezTo>
                  <a:pt x="5864" y="21600"/>
                  <a:pt x="4695" y="21156"/>
                  <a:pt x="4695" y="20609"/>
                </a:cubicBezTo>
                <a:cubicBezTo>
                  <a:pt x="4729" y="16291"/>
                  <a:pt x="4763" y="11973"/>
                  <a:pt x="4797" y="7656"/>
                </a:cubicBezTo>
                <a:lnTo>
                  <a:pt x="4176" y="7656"/>
                </a:lnTo>
                <a:lnTo>
                  <a:pt x="4176" y="11362"/>
                </a:lnTo>
                <a:cubicBezTo>
                  <a:pt x="4176" y="11800"/>
                  <a:pt x="3241" y="12155"/>
                  <a:pt x="2088" y="12155"/>
                </a:cubicBezTo>
                <a:cubicBezTo>
                  <a:pt x="935" y="12155"/>
                  <a:pt x="0" y="11800"/>
                  <a:pt x="0" y="11362"/>
                </a:cubicBezTo>
                <a:lnTo>
                  <a:pt x="0" y="5675"/>
                </a:lnTo>
                <a:cubicBezTo>
                  <a:pt x="0" y="4823"/>
                  <a:pt x="1819" y="4133"/>
                  <a:pt x="4063" y="4133"/>
                </a:cubicBezTo>
                <a:close/>
                <a:moveTo>
                  <a:pt x="10800" y="0"/>
                </a:moveTo>
                <a:cubicBezTo>
                  <a:pt x="13501" y="0"/>
                  <a:pt x="15691" y="831"/>
                  <a:pt x="15691" y="1857"/>
                </a:cubicBezTo>
                <a:cubicBezTo>
                  <a:pt x="15691" y="2882"/>
                  <a:pt x="13501" y="3714"/>
                  <a:pt x="10800" y="3714"/>
                </a:cubicBezTo>
                <a:cubicBezTo>
                  <a:pt x="8099" y="3714"/>
                  <a:pt x="5909" y="2882"/>
                  <a:pt x="5909" y="1857"/>
                </a:cubicBezTo>
                <a:cubicBezTo>
                  <a:pt x="5909" y="831"/>
                  <a:pt x="8099" y="0"/>
                  <a:pt x="10800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1" name="Shape 922"/>
          <p:cNvSpPr/>
          <p:nvPr/>
        </p:nvSpPr>
        <p:spPr>
          <a:xfrm rot="10800000">
            <a:off x="4090097" y="1209113"/>
            <a:ext cx="219880" cy="46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23" h="21600" extrusionOk="0">
                <a:moveTo>
                  <a:pt x="14046" y="17535"/>
                </a:moveTo>
                <a:lnTo>
                  <a:pt x="7119" y="17535"/>
                </a:lnTo>
                <a:cubicBezTo>
                  <a:pt x="5668" y="17471"/>
                  <a:pt x="5729" y="17594"/>
                  <a:pt x="5336" y="17150"/>
                </a:cubicBezTo>
                <a:lnTo>
                  <a:pt x="95" y="10593"/>
                </a:lnTo>
                <a:cubicBezTo>
                  <a:pt x="-188" y="10239"/>
                  <a:pt x="185" y="9841"/>
                  <a:pt x="928" y="9706"/>
                </a:cubicBezTo>
                <a:cubicBezTo>
                  <a:pt x="1671" y="9571"/>
                  <a:pt x="2504" y="9749"/>
                  <a:pt x="2787" y="10103"/>
                </a:cubicBezTo>
                <a:lnTo>
                  <a:pt x="5771" y="13837"/>
                </a:lnTo>
                <a:lnTo>
                  <a:pt x="6353" y="13837"/>
                </a:lnTo>
                <a:lnTo>
                  <a:pt x="2588" y="6602"/>
                </a:lnTo>
                <a:lnTo>
                  <a:pt x="6309" y="6602"/>
                </a:lnTo>
                <a:lnTo>
                  <a:pt x="6309" y="918"/>
                </a:lnTo>
                <a:cubicBezTo>
                  <a:pt x="6309" y="411"/>
                  <a:pt x="7171" y="0"/>
                  <a:pt x="8233" y="0"/>
                </a:cubicBezTo>
                <a:cubicBezTo>
                  <a:pt x="9296" y="0"/>
                  <a:pt x="10158" y="411"/>
                  <a:pt x="10158" y="918"/>
                </a:cubicBezTo>
                <a:lnTo>
                  <a:pt x="10158" y="6602"/>
                </a:lnTo>
                <a:lnTo>
                  <a:pt x="11068" y="6602"/>
                </a:lnTo>
                <a:lnTo>
                  <a:pt x="11068" y="918"/>
                </a:lnTo>
                <a:cubicBezTo>
                  <a:pt x="11068" y="411"/>
                  <a:pt x="11929" y="0"/>
                  <a:pt x="12992" y="0"/>
                </a:cubicBezTo>
                <a:cubicBezTo>
                  <a:pt x="14055" y="0"/>
                  <a:pt x="14917" y="411"/>
                  <a:pt x="14917" y="918"/>
                </a:cubicBezTo>
                <a:lnTo>
                  <a:pt x="14917" y="6602"/>
                </a:lnTo>
                <a:lnTo>
                  <a:pt x="18654" y="6602"/>
                </a:lnTo>
                <a:lnTo>
                  <a:pt x="14889" y="13837"/>
                </a:lnTo>
                <a:lnTo>
                  <a:pt x="15452" y="13837"/>
                </a:lnTo>
                <a:lnTo>
                  <a:pt x="18437" y="10103"/>
                </a:lnTo>
                <a:cubicBezTo>
                  <a:pt x="18720" y="9749"/>
                  <a:pt x="19552" y="9571"/>
                  <a:pt x="20296" y="9706"/>
                </a:cubicBezTo>
                <a:cubicBezTo>
                  <a:pt x="21039" y="9841"/>
                  <a:pt x="21412" y="10239"/>
                  <a:pt x="21128" y="10593"/>
                </a:cubicBezTo>
                <a:lnTo>
                  <a:pt x="15888" y="17150"/>
                </a:lnTo>
                <a:cubicBezTo>
                  <a:pt x="15423" y="17594"/>
                  <a:pt x="15508" y="17471"/>
                  <a:pt x="14046" y="17535"/>
                </a:cubicBezTo>
                <a:close/>
                <a:moveTo>
                  <a:pt x="10583" y="21600"/>
                </a:moveTo>
                <a:cubicBezTo>
                  <a:pt x="8537" y="21600"/>
                  <a:pt x="6879" y="20809"/>
                  <a:pt x="6879" y="19833"/>
                </a:cubicBezTo>
                <a:cubicBezTo>
                  <a:pt x="6879" y="18857"/>
                  <a:pt x="8537" y="18065"/>
                  <a:pt x="10583" y="18065"/>
                </a:cubicBezTo>
                <a:cubicBezTo>
                  <a:pt x="12629" y="18065"/>
                  <a:pt x="14287" y="18857"/>
                  <a:pt x="14287" y="19833"/>
                </a:cubicBezTo>
                <a:cubicBezTo>
                  <a:pt x="14287" y="20809"/>
                  <a:pt x="12629" y="21600"/>
                  <a:pt x="10583" y="2160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2" name="Shape 923"/>
          <p:cNvSpPr/>
          <p:nvPr/>
        </p:nvSpPr>
        <p:spPr>
          <a:xfrm>
            <a:off x="4545814" y="1274207"/>
            <a:ext cx="356471" cy="3663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727" y="7292"/>
                </a:moveTo>
                <a:cubicBezTo>
                  <a:pt x="5426" y="7292"/>
                  <a:pt x="2750" y="9896"/>
                  <a:pt x="2750" y="13108"/>
                </a:cubicBezTo>
                <a:cubicBezTo>
                  <a:pt x="2750" y="16320"/>
                  <a:pt x="5426" y="18924"/>
                  <a:pt x="8727" y="18924"/>
                </a:cubicBezTo>
                <a:cubicBezTo>
                  <a:pt x="12028" y="18924"/>
                  <a:pt x="14704" y="16320"/>
                  <a:pt x="14704" y="13108"/>
                </a:cubicBezTo>
                <a:cubicBezTo>
                  <a:pt x="14704" y="9896"/>
                  <a:pt x="12028" y="7292"/>
                  <a:pt x="8727" y="7292"/>
                </a:cubicBezTo>
                <a:close/>
                <a:moveTo>
                  <a:pt x="21499" y="0"/>
                </a:moveTo>
                <a:lnTo>
                  <a:pt x="21600" y="5029"/>
                </a:lnTo>
                <a:lnTo>
                  <a:pt x="20283" y="3796"/>
                </a:lnTo>
                <a:lnTo>
                  <a:pt x="15770" y="8362"/>
                </a:lnTo>
                <a:cubicBezTo>
                  <a:pt x="16881" y="9645"/>
                  <a:pt x="17454" y="11311"/>
                  <a:pt x="17454" y="13108"/>
                </a:cubicBezTo>
                <a:cubicBezTo>
                  <a:pt x="17454" y="17798"/>
                  <a:pt x="13547" y="21600"/>
                  <a:pt x="8727" y="21600"/>
                </a:cubicBezTo>
                <a:cubicBezTo>
                  <a:pt x="3907" y="21600"/>
                  <a:pt x="0" y="17798"/>
                  <a:pt x="0" y="13108"/>
                </a:cubicBezTo>
                <a:cubicBezTo>
                  <a:pt x="0" y="8418"/>
                  <a:pt x="3907" y="4616"/>
                  <a:pt x="8727" y="4616"/>
                </a:cubicBezTo>
                <a:cubicBezTo>
                  <a:pt x="10354" y="4616"/>
                  <a:pt x="11877" y="5049"/>
                  <a:pt x="13105" y="5927"/>
                </a:cubicBezTo>
                <a:lnTo>
                  <a:pt x="17648" y="1331"/>
                </a:lnTo>
                <a:lnTo>
                  <a:pt x="16331" y="98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3" name="Shape 924"/>
          <p:cNvSpPr/>
          <p:nvPr/>
        </p:nvSpPr>
        <p:spPr>
          <a:xfrm>
            <a:off x="5153166" y="1247478"/>
            <a:ext cx="381717" cy="3899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8" h="21451" extrusionOk="0">
                <a:moveTo>
                  <a:pt x="13356" y="2497"/>
                </a:moveTo>
                <a:cubicBezTo>
                  <a:pt x="10295" y="2497"/>
                  <a:pt x="7813" y="4926"/>
                  <a:pt x="7813" y="7923"/>
                </a:cubicBezTo>
                <a:cubicBezTo>
                  <a:pt x="7813" y="10920"/>
                  <a:pt x="10295" y="13349"/>
                  <a:pt x="13356" y="13349"/>
                </a:cubicBezTo>
                <a:cubicBezTo>
                  <a:pt x="16416" y="13349"/>
                  <a:pt x="18897" y="10920"/>
                  <a:pt x="18897" y="7923"/>
                </a:cubicBezTo>
                <a:cubicBezTo>
                  <a:pt x="18897" y="4926"/>
                  <a:pt x="16416" y="2497"/>
                  <a:pt x="13356" y="2497"/>
                </a:cubicBezTo>
                <a:close/>
                <a:moveTo>
                  <a:pt x="13356" y="0"/>
                </a:moveTo>
                <a:cubicBezTo>
                  <a:pt x="17825" y="0"/>
                  <a:pt x="21448" y="3547"/>
                  <a:pt x="21448" y="7923"/>
                </a:cubicBezTo>
                <a:cubicBezTo>
                  <a:pt x="21448" y="12299"/>
                  <a:pt x="17825" y="15846"/>
                  <a:pt x="13356" y="15846"/>
                </a:cubicBezTo>
                <a:cubicBezTo>
                  <a:pt x="11816" y="15846"/>
                  <a:pt x="10377" y="15425"/>
                  <a:pt x="9225" y="14576"/>
                </a:cubicBezTo>
                <a:lnTo>
                  <a:pt x="7704" y="16065"/>
                </a:lnTo>
                <a:lnTo>
                  <a:pt x="9459" y="17783"/>
                </a:lnTo>
                <a:cubicBezTo>
                  <a:pt x="10067" y="18379"/>
                  <a:pt x="10067" y="19345"/>
                  <a:pt x="9459" y="19940"/>
                </a:cubicBezTo>
                <a:cubicBezTo>
                  <a:pt x="8851" y="20536"/>
                  <a:pt x="7864" y="20536"/>
                  <a:pt x="7256" y="19940"/>
                </a:cubicBezTo>
                <a:lnTo>
                  <a:pt x="5501" y="18222"/>
                </a:lnTo>
                <a:lnTo>
                  <a:pt x="2659" y="21005"/>
                </a:lnTo>
                <a:cubicBezTo>
                  <a:pt x="2051" y="21600"/>
                  <a:pt x="1064" y="21600"/>
                  <a:pt x="456" y="21005"/>
                </a:cubicBezTo>
                <a:cubicBezTo>
                  <a:pt x="-152" y="20409"/>
                  <a:pt x="-152" y="19443"/>
                  <a:pt x="456" y="18848"/>
                </a:cubicBezTo>
                <a:lnTo>
                  <a:pt x="3298" y="16065"/>
                </a:lnTo>
                <a:lnTo>
                  <a:pt x="1364" y="14172"/>
                </a:lnTo>
                <a:cubicBezTo>
                  <a:pt x="756" y="13577"/>
                  <a:pt x="756" y="12611"/>
                  <a:pt x="1364" y="12015"/>
                </a:cubicBezTo>
                <a:cubicBezTo>
                  <a:pt x="1973" y="11420"/>
                  <a:pt x="2959" y="11420"/>
                  <a:pt x="3568" y="12015"/>
                </a:cubicBezTo>
                <a:lnTo>
                  <a:pt x="5501" y="13908"/>
                </a:lnTo>
                <a:lnTo>
                  <a:pt x="6932" y="12507"/>
                </a:lnTo>
                <a:cubicBezTo>
                  <a:pt x="5839" y="11281"/>
                  <a:pt x="5263" y="9668"/>
                  <a:pt x="5263" y="7923"/>
                </a:cubicBezTo>
                <a:cubicBezTo>
                  <a:pt x="5263" y="3547"/>
                  <a:pt x="8886" y="0"/>
                  <a:pt x="13356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4" name="Shape 925"/>
          <p:cNvSpPr/>
          <p:nvPr/>
        </p:nvSpPr>
        <p:spPr>
          <a:xfrm>
            <a:off x="5858066" y="2021781"/>
            <a:ext cx="356682" cy="3529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23" y="8690"/>
                </a:moveTo>
                <a:lnTo>
                  <a:pt x="1836" y="18783"/>
                </a:lnTo>
                <a:cubicBezTo>
                  <a:pt x="1698" y="18922"/>
                  <a:pt x="1698" y="19148"/>
                  <a:pt x="1836" y="19288"/>
                </a:cubicBezTo>
                <a:cubicBezTo>
                  <a:pt x="1974" y="19427"/>
                  <a:pt x="2197" y="19427"/>
                  <a:pt x="2335" y="19288"/>
                </a:cubicBezTo>
                <a:lnTo>
                  <a:pt x="12275" y="9242"/>
                </a:lnTo>
                <a:close/>
                <a:moveTo>
                  <a:pt x="18131" y="1609"/>
                </a:moveTo>
                <a:cubicBezTo>
                  <a:pt x="17597" y="1609"/>
                  <a:pt x="17165" y="2046"/>
                  <a:pt x="17165" y="2585"/>
                </a:cubicBezTo>
                <a:cubicBezTo>
                  <a:pt x="17165" y="3124"/>
                  <a:pt x="17597" y="3561"/>
                  <a:pt x="18131" y="3561"/>
                </a:cubicBezTo>
                <a:cubicBezTo>
                  <a:pt x="18664" y="3561"/>
                  <a:pt x="19097" y="3124"/>
                  <a:pt x="19097" y="2585"/>
                </a:cubicBezTo>
                <a:cubicBezTo>
                  <a:pt x="19097" y="2046"/>
                  <a:pt x="18664" y="1609"/>
                  <a:pt x="18131" y="1609"/>
                </a:cubicBezTo>
                <a:close/>
                <a:moveTo>
                  <a:pt x="16185" y="0"/>
                </a:moveTo>
                <a:cubicBezTo>
                  <a:pt x="19176" y="0"/>
                  <a:pt x="21600" y="2450"/>
                  <a:pt x="21600" y="5472"/>
                </a:cubicBezTo>
                <a:cubicBezTo>
                  <a:pt x="21600" y="8495"/>
                  <a:pt x="19176" y="10945"/>
                  <a:pt x="16185" y="10945"/>
                </a:cubicBezTo>
                <a:cubicBezTo>
                  <a:pt x="15463" y="10945"/>
                  <a:pt x="14775" y="10802"/>
                  <a:pt x="14147" y="10540"/>
                </a:cubicBezTo>
                <a:lnTo>
                  <a:pt x="14701" y="11101"/>
                </a:lnTo>
                <a:cubicBezTo>
                  <a:pt x="14936" y="11338"/>
                  <a:pt x="14936" y="11721"/>
                  <a:pt x="14701" y="11958"/>
                </a:cubicBezTo>
                <a:lnTo>
                  <a:pt x="13716" y="12954"/>
                </a:lnTo>
                <a:cubicBezTo>
                  <a:pt x="13482" y="13190"/>
                  <a:pt x="13103" y="13190"/>
                  <a:pt x="12869" y="12954"/>
                </a:cubicBezTo>
                <a:lnTo>
                  <a:pt x="12067" y="12143"/>
                </a:lnTo>
                <a:lnTo>
                  <a:pt x="11734" y="12480"/>
                </a:lnTo>
                <a:lnTo>
                  <a:pt x="12294" y="13045"/>
                </a:lnTo>
                <a:lnTo>
                  <a:pt x="11817" y="13527"/>
                </a:lnTo>
                <a:lnTo>
                  <a:pt x="11257" y="12961"/>
                </a:lnTo>
                <a:lnTo>
                  <a:pt x="11068" y="13152"/>
                </a:lnTo>
                <a:lnTo>
                  <a:pt x="11641" y="13731"/>
                </a:lnTo>
                <a:lnTo>
                  <a:pt x="10552" y="14831"/>
                </a:lnTo>
                <a:lnTo>
                  <a:pt x="9980" y="14252"/>
                </a:lnTo>
                <a:lnTo>
                  <a:pt x="9737" y="14498"/>
                </a:lnTo>
                <a:lnTo>
                  <a:pt x="10310" y="15076"/>
                </a:lnTo>
                <a:lnTo>
                  <a:pt x="9221" y="16176"/>
                </a:lnTo>
                <a:lnTo>
                  <a:pt x="8648" y="15598"/>
                </a:lnTo>
                <a:lnTo>
                  <a:pt x="8217" y="16034"/>
                </a:lnTo>
                <a:lnTo>
                  <a:pt x="8789" y="16613"/>
                </a:lnTo>
                <a:lnTo>
                  <a:pt x="8312" y="17095"/>
                </a:lnTo>
                <a:lnTo>
                  <a:pt x="7740" y="16516"/>
                </a:lnTo>
                <a:lnTo>
                  <a:pt x="7407" y="16852"/>
                </a:lnTo>
                <a:lnTo>
                  <a:pt x="7980" y="17431"/>
                </a:lnTo>
                <a:lnTo>
                  <a:pt x="6936" y="18486"/>
                </a:lnTo>
                <a:lnTo>
                  <a:pt x="6364" y="17907"/>
                </a:lnTo>
                <a:lnTo>
                  <a:pt x="6076" y="18198"/>
                </a:lnTo>
                <a:lnTo>
                  <a:pt x="6648" y="18777"/>
                </a:lnTo>
                <a:lnTo>
                  <a:pt x="5650" y="19786"/>
                </a:lnTo>
                <a:lnTo>
                  <a:pt x="5077" y="19207"/>
                </a:lnTo>
                <a:lnTo>
                  <a:pt x="4642" y="19647"/>
                </a:lnTo>
                <a:lnTo>
                  <a:pt x="5215" y="20225"/>
                </a:lnTo>
                <a:lnTo>
                  <a:pt x="4216" y="21234"/>
                </a:lnTo>
                <a:lnTo>
                  <a:pt x="4149" y="21166"/>
                </a:lnTo>
                <a:lnTo>
                  <a:pt x="4177" y="21248"/>
                </a:lnTo>
                <a:lnTo>
                  <a:pt x="2324" y="21357"/>
                </a:lnTo>
                <a:lnTo>
                  <a:pt x="0" y="21600"/>
                </a:lnTo>
                <a:lnTo>
                  <a:pt x="347" y="18643"/>
                </a:lnTo>
                <a:lnTo>
                  <a:pt x="328" y="18625"/>
                </a:lnTo>
                <a:lnTo>
                  <a:pt x="352" y="18601"/>
                </a:lnTo>
                <a:lnTo>
                  <a:pt x="355" y="18575"/>
                </a:lnTo>
                <a:lnTo>
                  <a:pt x="366" y="18587"/>
                </a:lnTo>
                <a:lnTo>
                  <a:pt x="11209" y="7629"/>
                </a:lnTo>
                <a:cubicBezTo>
                  <a:pt x="10926" y="6968"/>
                  <a:pt x="10770" y="6238"/>
                  <a:pt x="10770" y="5472"/>
                </a:cubicBezTo>
                <a:cubicBezTo>
                  <a:pt x="10770" y="2450"/>
                  <a:pt x="13194" y="0"/>
                  <a:pt x="16185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5" name="Shape 926"/>
          <p:cNvSpPr/>
          <p:nvPr/>
        </p:nvSpPr>
        <p:spPr>
          <a:xfrm>
            <a:off x="4117414" y="2020991"/>
            <a:ext cx="245395" cy="354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8" extrusionOk="0">
                <a:moveTo>
                  <a:pt x="10800" y="14129"/>
                </a:moveTo>
                <a:cubicBezTo>
                  <a:pt x="9996" y="14129"/>
                  <a:pt x="9343" y="14580"/>
                  <a:pt x="9343" y="15136"/>
                </a:cubicBezTo>
                <a:cubicBezTo>
                  <a:pt x="9343" y="15515"/>
                  <a:pt x="9647" y="15846"/>
                  <a:pt x="10105" y="16004"/>
                </a:cubicBezTo>
                <a:lnTo>
                  <a:pt x="9607" y="18091"/>
                </a:lnTo>
                <a:lnTo>
                  <a:pt x="11993" y="18091"/>
                </a:lnTo>
                <a:lnTo>
                  <a:pt x="11494" y="16004"/>
                </a:lnTo>
                <a:cubicBezTo>
                  <a:pt x="11953" y="15846"/>
                  <a:pt x="12256" y="15515"/>
                  <a:pt x="12256" y="15136"/>
                </a:cubicBezTo>
                <a:cubicBezTo>
                  <a:pt x="12256" y="14580"/>
                  <a:pt x="11604" y="14129"/>
                  <a:pt x="10800" y="14129"/>
                </a:cubicBezTo>
                <a:close/>
                <a:moveTo>
                  <a:pt x="10748" y="1798"/>
                </a:moveTo>
                <a:cubicBezTo>
                  <a:pt x="8529" y="1817"/>
                  <a:pt x="6745" y="3066"/>
                  <a:pt x="6745" y="4600"/>
                </a:cubicBezTo>
                <a:lnTo>
                  <a:pt x="6731" y="4600"/>
                </a:lnTo>
                <a:lnTo>
                  <a:pt x="6731" y="10652"/>
                </a:lnTo>
                <a:lnTo>
                  <a:pt x="14869" y="10652"/>
                </a:lnTo>
                <a:lnTo>
                  <a:pt x="14869" y="4528"/>
                </a:lnTo>
                <a:lnTo>
                  <a:pt x="14854" y="4529"/>
                </a:lnTo>
                <a:cubicBezTo>
                  <a:pt x="14797" y="2995"/>
                  <a:pt x="12967" y="1778"/>
                  <a:pt x="10748" y="1798"/>
                </a:cubicBezTo>
                <a:close/>
                <a:moveTo>
                  <a:pt x="10715" y="0"/>
                </a:moveTo>
                <a:cubicBezTo>
                  <a:pt x="14358" y="-32"/>
                  <a:pt x="17361" y="1966"/>
                  <a:pt x="17454" y="4483"/>
                </a:cubicBezTo>
                <a:lnTo>
                  <a:pt x="16991" y="4491"/>
                </a:lnTo>
                <a:lnTo>
                  <a:pt x="17456" y="4491"/>
                </a:lnTo>
                <a:lnTo>
                  <a:pt x="17456" y="10652"/>
                </a:lnTo>
                <a:lnTo>
                  <a:pt x="19901" y="10652"/>
                </a:lnTo>
                <a:cubicBezTo>
                  <a:pt x="20839" y="10652"/>
                  <a:pt x="21600" y="11178"/>
                  <a:pt x="21600" y="11827"/>
                </a:cubicBezTo>
                <a:lnTo>
                  <a:pt x="21600" y="20393"/>
                </a:lnTo>
                <a:cubicBezTo>
                  <a:pt x="21600" y="21042"/>
                  <a:pt x="20839" y="21568"/>
                  <a:pt x="19901" y="21568"/>
                </a:cubicBezTo>
                <a:lnTo>
                  <a:pt x="1699" y="21568"/>
                </a:lnTo>
                <a:cubicBezTo>
                  <a:pt x="761" y="21568"/>
                  <a:pt x="0" y="21042"/>
                  <a:pt x="0" y="20393"/>
                </a:cubicBezTo>
                <a:lnTo>
                  <a:pt x="0" y="11827"/>
                </a:lnTo>
                <a:cubicBezTo>
                  <a:pt x="0" y="11178"/>
                  <a:pt x="761" y="10652"/>
                  <a:pt x="1699" y="10652"/>
                </a:cubicBezTo>
                <a:lnTo>
                  <a:pt x="4143" y="10652"/>
                </a:lnTo>
                <a:lnTo>
                  <a:pt x="4143" y="4560"/>
                </a:lnTo>
                <a:lnTo>
                  <a:pt x="4149" y="4560"/>
                </a:lnTo>
                <a:cubicBezTo>
                  <a:pt x="4175" y="2060"/>
                  <a:pt x="7092" y="32"/>
                  <a:pt x="10715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6" name="Shape 927"/>
          <p:cNvSpPr/>
          <p:nvPr/>
        </p:nvSpPr>
        <p:spPr>
          <a:xfrm>
            <a:off x="6455130" y="2020991"/>
            <a:ext cx="320167" cy="354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8" extrusionOk="0">
                <a:moveTo>
                  <a:pt x="8278" y="14129"/>
                </a:moveTo>
                <a:cubicBezTo>
                  <a:pt x="7661" y="14129"/>
                  <a:pt x="7161" y="14580"/>
                  <a:pt x="7161" y="15136"/>
                </a:cubicBezTo>
                <a:cubicBezTo>
                  <a:pt x="7161" y="15515"/>
                  <a:pt x="7394" y="15846"/>
                  <a:pt x="7745" y="16004"/>
                </a:cubicBezTo>
                <a:lnTo>
                  <a:pt x="7363" y="18091"/>
                </a:lnTo>
                <a:lnTo>
                  <a:pt x="9192" y="18091"/>
                </a:lnTo>
                <a:lnTo>
                  <a:pt x="8810" y="16004"/>
                </a:lnTo>
                <a:cubicBezTo>
                  <a:pt x="9161" y="15846"/>
                  <a:pt x="9394" y="15515"/>
                  <a:pt x="9394" y="15136"/>
                </a:cubicBezTo>
                <a:cubicBezTo>
                  <a:pt x="9394" y="14580"/>
                  <a:pt x="8894" y="14129"/>
                  <a:pt x="8278" y="14129"/>
                </a:cubicBezTo>
                <a:close/>
                <a:moveTo>
                  <a:pt x="16433" y="0"/>
                </a:moveTo>
                <a:cubicBezTo>
                  <a:pt x="19225" y="-32"/>
                  <a:pt x="21527" y="1966"/>
                  <a:pt x="21598" y="4483"/>
                </a:cubicBezTo>
                <a:lnTo>
                  <a:pt x="21243" y="4491"/>
                </a:lnTo>
                <a:lnTo>
                  <a:pt x="21600" y="4491"/>
                </a:lnTo>
                <a:lnTo>
                  <a:pt x="21600" y="10652"/>
                </a:lnTo>
                <a:lnTo>
                  <a:pt x="19617" y="10652"/>
                </a:lnTo>
                <a:lnTo>
                  <a:pt x="19617" y="4528"/>
                </a:lnTo>
                <a:lnTo>
                  <a:pt x="19605" y="4529"/>
                </a:lnTo>
                <a:cubicBezTo>
                  <a:pt x="19562" y="2995"/>
                  <a:pt x="18159" y="1778"/>
                  <a:pt x="16458" y="1798"/>
                </a:cubicBezTo>
                <a:cubicBezTo>
                  <a:pt x="14757" y="1817"/>
                  <a:pt x="13390" y="3066"/>
                  <a:pt x="13390" y="4600"/>
                </a:cubicBezTo>
                <a:lnTo>
                  <a:pt x="13380" y="4600"/>
                </a:lnTo>
                <a:lnTo>
                  <a:pt x="13380" y="10652"/>
                </a:lnTo>
                <a:lnTo>
                  <a:pt x="15253" y="10652"/>
                </a:lnTo>
                <a:cubicBezTo>
                  <a:pt x="15972" y="10652"/>
                  <a:pt x="16555" y="11178"/>
                  <a:pt x="16555" y="11827"/>
                </a:cubicBezTo>
                <a:lnTo>
                  <a:pt x="16555" y="20393"/>
                </a:lnTo>
                <a:cubicBezTo>
                  <a:pt x="16555" y="21042"/>
                  <a:pt x="15972" y="21568"/>
                  <a:pt x="15253" y="21568"/>
                </a:cubicBezTo>
                <a:lnTo>
                  <a:pt x="1302" y="21568"/>
                </a:lnTo>
                <a:cubicBezTo>
                  <a:pt x="583" y="21568"/>
                  <a:pt x="0" y="21042"/>
                  <a:pt x="0" y="20393"/>
                </a:cubicBezTo>
                <a:lnTo>
                  <a:pt x="0" y="11827"/>
                </a:lnTo>
                <a:cubicBezTo>
                  <a:pt x="0" y="11178"/>
                  <a:pt x="583" y="10652"/>
                  <a:pt x="1302" y="10652"/>
                </a:cubicBezTo>
                <a:lnTo>
                  <a:pt x="11396" y="10652"/>
                </a:lnTo>
                <a:lnTo>
                  <a:pt x="11396" y="4560"/>
                </a:lnTo>
                <a:lnTo>
                  <a:pt x="11401" y="4560"/>
                </a:lnTo>
                <a:cubicBezTo>
                  <a:pt x="11420" y="2060"/>
                  <a:pt x="13656" y="32"/>
                  <a:pt x="16433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7" name="Shape 928"/>
          <p:cNvSpPr/>
          <p:nvPr/>
        </p:nvSpPr>
        <p:spPr>
          <a:xfrm>
            <a:off x="7662837" y="2018383"/>
            <a:ext cx="350858" cy="359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48" h="21131" extrusionOk="0">
                <a:moveTo>
                  <a:pt x="20795" y="15686"/>
                </a:moveTo>
                <a:lnTo>
                  <a:pt x="16671" y="16390"/>
                </a:lnTo>
                <a:cubicBezTo>
                  <a:pt x="17092" y="17120"/>
                  <a:pt x="18114" y="18375"/>
                  <a:pt x="17835" y="18810"/>
                </a:cubicBezTo>
                <a:cubicBezTo>
                  <a:pt x="17306" y="19199"/>
                  <a:pt x="16177" y="18012"/>
                  <a:pt x="15348" y="17613"/>
                </a:cubicBezTo>
                <a:lnTo>
                  <a:pt x="13944" y="21131"/>
                </a:lnTo>
                <a:lnTo>
                  <a:pt x="12593" y="19034"/>
                </a:lnTo>
                <a:lnTo>
                  <a:pt x="13642" y="16048"/>
                </a:lnTo>
                <a:lnTo>
                  <a:pt x="8296" y="10997"/>
                </a:lnTo>
                <a:lnTo>
                  <a:pt x="3785" y="20841"/>
                </a:lnTo>
                <a:lnTo>
                  <a:pt x="2674" y="18423"/>
                </a:lnTo>
                <a:lnTo>
                  <a:pt x="4747" y="6887"/>
                </a:lnTo>
                <a:cubicBezTo>
                  <a:pt x="2965" y="4870"/>
                  <a:pt x="-652" y="917"/>
                  <a:pt x="102" y="49"/>
                </a:cubicBezTo>
                <a:cubicBezTo>
                  <a:pt x="1013" y="-469"/>
                  <a:pt x="5061" y="3214"/>
                  <a:pt x="7039" y="5191"/>
                </a:cubicBezTo>
                <a:lnTo>
                  <a:pt x="18622" y="4618"/>
                </a:lnTo>
                <a:lnTo>
                  <a:pt x="20948" y="5947"/>
                </a:lnTo>
                <a:lnTo>
                  <a:pt x="10261" y="9012"/>
                </a:lnTo>
                <a:lnTo>
                  <a:pt x="15293" y="14436"/>
                </a:lnTo>
                <a:cubicBezTo>
                  <a:pt x="16376" y="14261"/>
                  <a:pt x="19110" y="13976"/>
                  <a:pt x="19110" y="13976"/>
                </a:cubicBezTo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8" name="Shape 929"/>
          <p:cNvSpPr/>
          <p:nvPr/>
        </p:nvSpPr>
        <p:spPr>
          <a:xfrm>
            <a:off x="8244407" y="3525287"/>
            <a:ext cx="431508" cy="2922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48" h="21457" extrusionOk="0">
                <a:moveTo>
                  <a:pt x="4073" y="6500"/>
                </a:moveTo>
                <a:cubicBezTo>
                  <a:pt x="3752" y="6500"/>
                  <a:pt x="3493" y="6897"/>
                  <a:pt x="3493" y="7386"/>
                </a:cubicBezTo>
                <a:cubicBezTo>
                  <a:pt x="3493" y="7875"/>
                  <a:pt x="3752" y="8272"/>
                  <a:pt x="4073" y="8272"/>
                </a:cubicBezTo>
                <a:cubicBezTo>
                  <a:pt x="4393" y="8272"/>
                  <a:pt x="4653" y="7875"/>
                  <a:pt x="4653" y="7386"/>
                </a:cubicBezTo>
                <a:cubicBezTo>
                  <a:pt x="4653" y="6897"/>
                  <a:pt x="4393" y="6500"/>
                  <a:pt x="4073" y="6500"/>
                </a:cubicBezTo>
                <a:close/>
                <a:moveTo>
                  <a:pt x="18823" y="1308"/>
                </a:moveTo>
                <a:cubicBezTo>
                  <a:pt x="18592" y="1308"/>
                  <a:pt x="18404" y="1688"/>
                  <a:pt x="18404" y="2156"/>
                </a:cubicBezTo>
                <a:cubicBezTo>
                  <a:pt x="18404" y="2625"/>
                  <a:pt x="18592" y="3004"/>
                  <a:pt x="18823" y="3004"/>
                </a:cubicBezTo>
                <a:cubicBezTo>
                  <a:pt x="19055" y="3004"/>
                  <a:pt x="19243" y="2625"/>
                  <a:pt x="19243" y="2156"/>
                </a:cubicBezTo>
                <a:cubicBezTo>
                  <a:pt x="19243" y="1688"/>
                  <a:pt x="19055" y="1308"/>
                  <a:pt x="18823" y="1308"/>
                </a:cubicBezTo>
                <a:close/>
                <a:moveTo>
                  <a:pt x="11860" y="1214"/>
                </a:moveTo>
                <a:cubicBezTo>
                  <a:pt x="10896" y="1233"/>
                  <a:pt x="9936" y="1608"/>
                  <a:pt x="9069" y="2337"/>
                </a:cubicBezTo>
                <a:lnTo>
                  <a:pt x="9297" y="2946"/>
                </a:lnTo>
                <a:cubicBezTo>
                  <a:pt x="10892" y="1603"/>
                  <a:pt x="12833" y="1565"/>
                  <a:pt x="14452" y="2846"/>
                </a:cubicBezTo>
                <a:lnTo>
                  <a:pt x="14669" y="2228"/>
                </a:lnTo>
                <a:cubicBezTo>
                  <a:pt x="13790" y="1532"/>
                  <a:pt x="12823" y="1195"/>
                  <a:pt x="11860" y="1214"/>
                </a:cubicBezTo>
                <a:close/>
                <a:moveTo>
                  <a:pt x="11658" y="12"/>
                </a:moveTo>
                <a:cubicBezTo>
                  <a:pt x="13896" y="-143"/>
                  <a:pt x="16462" y="1200"/>
                  <a:pt x="17582" y="3267"/>
                </a:cubicBezTo>
                <a:lnTo>
                  <a:pt x="18030" y="4201"/>
                </a:lnTo>
                <a:cubicBezTo>
                  <a:pt x="18154" y="4012"/>
                  <a:pt x="18194" y="3905"/>
                  <a:pt x="18358" y="3683"/>
                </a:cubicBezTo>
                <a:cubicBezTo>
                  <a:pt x="17980" y="3299"/>
                  <a:pt x="17857" y="2967"/>
                  <a:pt x="17857" y="2079"/>
                </a:cubicBezTo>
                <a:cubicBezTo>
                  <a:pt x="17857" y="1073"/>
                  <a:pt x="18219" y="339"/>
                  <a:pt x="18811" y="328"/>
                </a:cubicBezTo>
                <a:cubicBezTo>
                  <a:pt x="19403" y="316"/>
                  <a:pt x="19779" y="1210"/>
                  <a:pt x="19751" y="2149"/>
                </a:cubicBezTo>
                <a:cubicBezTo>
                  <a:pt x="19737" y="2619"/>
                  <a:pt x="19743" y="2386"/>
                  <a:pt x="19687" y="2814"/>
                </a:cubicBezTo>
                <a:cubicBezTo>
                  <a:pt x="19907" y="2566"/>
                  <a:pt x="20279" y="2924"/>
                  <a:pt x="20614" y="273"/>
                </a:cubicBezTo>
                <a:cubicBezTo>
                  <a:pt x="21082" y="2660"/>
                  <a:pt x="20252" y="3728"/>
                  <a:pt x="19187" y="3989"/>
                </a:cubicBezTo>
                <a:cubicBezTo>
                  <a:pt x="18934" y="4480"/>
                  <a:pt x="18734" y="4993"/>
                  <a:pt x="18397" y="5232"/>
                </a:cubicBezTo>
                <a:cubicBezTo>
                  <a:pt x="18398" y="5234"/>
                  <a:pt x="18399" y="5236"/>
                  <a:pt x="18399" y="5238"/>
                </a:cubicBezTo>
                <a:lnTo>
                  <a:pt x="18787" y="7084"/>
                </a:lnTo>
                <a:cubicBezTo>
                  <a:pt x="19222" y="10142"/>
                  <a:pt x="18530" y="13137"/>
                  <a:pt x="17737" y="14352"/>
                </a:cubicBezTo>
                <a:cubicBezTo>
                  <a:pt x="17519" y="17246"/>
                  <a:pt x="16991" y="18744"/>
                  <a:pt x="16531" y="20992"/>
                </a:cubicBezTo>
                <a:cubicBezTo>
                  <a:pt x="16422" y="21397"/>
                  <a:pt x="14763" y="21285"/>
                  <a:pt x="14723" y="20966"/>
                </a:cubicBezTo>
                <a:cubicBezTo>
                  <a:pt x="14522" y="19579"/>
                  <a:pt x="14218" y="18038"/>
                  <a:pt x="14120" y="16548"/>
                </a:cubicBezTo>
                <a:cubicBezTo>
                  <a:pt x="12490" y="17004"/>
                  <a:pt x="10498" y="16996"/>
                  <a:pt x="9212" y="16832"/>
                </a:cubicBezTo>
                <a:cubicBezTo>
                  <a:pt x="8942" y="18615"/>
                  <a:pt x="8173" y="20243"/>
                  <a:pt x="7369" y="21457"/>
                </a:cubicBezTo>
                <a:lnTo>
                  <a:pt x="6078" y="21457"/>
                </a:lnTo>
                <a:cubicBezTo>
                  <a:pt x="5768" y="21362"/>
                  <a:pt x="5819" y="17960"/>
                  <a:pt x="5871" y="16238"/>
                </a:cubicBezTo>
                <a:cubicBezTo>
                  <a:pt x="3873" y="14842"/>
                  <a:pt x="-518" y="12982"/>
                  <a:pt x="50" y="8254"/>
                </a:cubicBezTo>
                <a:cubicBezTo>
                  <a:pt x="85" y="7841"/>
                  <a:pt x="1187" y="7892"/>
                  <a:pt x="1772" y="7866"/>
                </a:cubicBezTo>
                <a:cubicBezTo>
                  <a:pt x="2381" y="6489"/>
                  <a:pt x="2697" y="5731"/>
                  <a:pt x="3581" y="4585"/>
                </a:cubicBezTo>
                <a:cubicBezTo>
                  <a:pt x="3529" y="3681"/>
                  <a:pt x="3202" y="2027"/>
                  <a:pt x="3425" y="1872"/>
                </a:cubicBezTo>
                <a:cubicBezTo>
                  <a:pt x="4930" y="632"/>
                  <a:pt x="5176" y="2467"/>
                  <a:pt x="5957" y="3500"/>
                </a:cubicBezTo>
                <a:cubicBezTo>
                  <a:pt x="7283" y="1407"/>
                  <a:pt x="10021" y="115"/>
                  <a:pt x="11658" y="1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89" name="Shape 930"/>
          <p:cNvSpPr/>
          <p:nvPr/>
        </p:nvSpPr>
        <p:spPr>
          <a:xfrm>
            <a:off x="3655028" y="1926259"/>
            <a:ext cx="222005" cy="543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21" y="16541"/>
                </a:moveTo>
                <a:cubicBezTo>
                  <a:pt x="8594" y="16949"/>
                  <a:pt x="7987" y="18691"/>
                  <a:pt x="11766" y="19777"/>
                </a:cubicBezTo>
                <a:cubicBezTo>
                  <a:pt x="10820" y="18766"/>
                  <a:pt x="11449" y="18267"/>
                  <a:pt x="12059" y="17761"/>
                </a:cubicBezTo>
                <a:cubicBezTo>
                  <a:pt x="12069" y="18018"/>
                  <a:pt x="11425" y="18571"/>
                  <a:pt x="13009" y="18894"/>
                </a:cubicBezTo>
                <a:cubicBezTo>
                  <a:pt x="12268" y="17924"/>
                  <a:pt x="15399" y="17619"/>
                  <a:pt x="12111" y="16549"/>
                </a:cubicBezTo>
                <a:cubicBezTo>
                  <a:pt x="16867" y="16829"/>
                  <a:pt x="15468" y="17817"/>
                  <a:pt x="16599" y="18811"/>
                </a:cubicBezTo>
                <a:cubicBezTo>
                  <a:pt x="15772" y="18870"/>
                  <a:pt x="14573" y="17969"/>
                  <a:pt x="14843" y="18396"/>
                </a:cubicBezTo>
                <a:cubicBezTo>
                  <a:pt x="16256" y="20082"/>
                  <a:pt x="12029" y="20130"/>
                  <a:pt x="13371" y="21600"/>
                </a:cubicBezTo>
                <a:cubicBezTo>
                  <a:pt x="9199" y="21504"/>
                  <a:pt x="10419" y="19921"/>
                  <a:pt x="8457" y="19536"/>
                </a:cubicBezTo>
                <a:cubicBezTo>
                  <a:pt x="7924" y="19497"/>
                  <a:pt x="7285" y="19675"/>
                  <a:pt x="8468" y="20466"/>
                </a:cubicBezTo>
                <a:cubicBezTo>
                  <a:pt x="1580" y="18371"/>
                  <a:pt x="6416" y="16659"/>
                  <a:pt x="10421" y="16541"/>
                </a:cubicBezTo>
                <a:close/>
                <a:moveTo>
                  <a:pt x="7023" y="15670"/>
                </a:moveTo>
                <a:lnTo>
                  <a:pt x="14719" y="15670"/>
                </a:lnTo>
                <a:cubicBezTo>
                  <a:pt x="14594" y="15852"/>
                  <a:pt x="14501" y="16030"/>
                  <a:pt x="14421" y="16199"/>
                </a:cubicBezTo>
                <a:lnTo>
                  <a:pt x="7288" y="16194"/>
                </a:lnTo>
                <a:close/>
                <a:moveTo>
                  <a:pt x="10800" y="5413"/>
                </a:moveTo>
                <a:cubicBezTo>
                  <a:pt x="11926" y="5413"/>
                  <a:pt x="12838" y="5786"/>
                  <a:pt x="12838" y="6245"/>
                </a:cubicBezTo>
                <a:cubicBezTo>
                  <a:pt x="12838" y="6705"/>
                  <a:pt x="11926" y="7077"/>
                  <a:pt x="10800" y="7077"/>
                </a:cubicBezTo>
                <a:cubicBezTo>
                  <a:pt x="9674" y="7077"/>
                  <a:pt x="8761" y="6705"/>
                  <a:pt x="8761" y="6245"/>
                </a:cubicBezTo>
                <a:cubicBezTo>
                  <a:pt x="8761" y="5786"/>
                  <a:pt x="9674" y="5413"/>
                  <a:pt x="10800" y="5413"/>
                </a:cubicBezTo>
                <a:close/>
                <a:moveTo>
                  <a:pt x="10800" y="4582"/>
                </a:moveTo>
                <a:cubicBezTo>
                  <a:pt x="8548" y="4582"/>
                  <a:pt x="6723" y="5326"/>
                  <a:pt x="6723" y="6245"/>
                </a:cubicBezTo>
                <a:cubicBezTo>
                  <a:pt x="6723" y="7164"/>
                  <a:pt x="8548" y="7909"/>
                  <a:pt x="10800" y="7909"/>
                </a:cubicBezTo>
                <a:cubicBezTo>
                  <a:pt x="13052" y="7909"/>
                  <a:pt x="14877" y="7164"/>
                  <a:pt x="14877" y="6245"/>
                </a:cubicBezTo>
                <a:cubicBezTo>
                  <a:pt x="14877" y="5326"/>
                  <a:pt x="13052" y="4582"/>
                  <a:pt x="10800" y="4582"/>
                </a:cubicBezTo>
                <a:close/>
                <a:moveTo>
                  <a:pt x="5831" y="2941"/>
                </a:moveTo>
                <a:cubicBezTo>
                  <a:pt x="8924" y="3653"/>
                  <a:pt x="12696" y="3662"/>
                  <a:pt x="15808" y="2967"/>
                </a:cubicBezTo>
                <a:cubicBezTo>
                  <a:pt x="19174" y="5987"/>
                  <a:pt x="18293" y="9271"/>
                  <a:pt x="16809" y="12035"/>
                </a:cubicBezTo>
                <a:lnTo>
                  <a:pt x="21600" y="13911"/>
                </a:lnTo>
                <a:lnTo>
                  <a:pt x="20816" y="16444"/>
                </a:lnTo>
                <a:lnTo>
                  <a:pt x="15178" y="14853"/>
                </a:lnTo>
                <a:lnTo>
                  <a:pt x="14956" y="15247"/>
                </a:lnTo>
                <a:lnTo>
                  <a:pt x="6783" y="15247"/>
                </a:lnTo>
                <a:cubicBezTo>
                  <a:pt x="6722" y="15135"/>
                  <a:pt x="6654" y="15022"/>
                  <a:pt x="6583" y="14905"/>
                </a:cubicBezTo>
                <a:lnTo>
                  <a:pt x="784" y="16541"/>
                </a:lnTo>
                <a:lnTo>
                  <a:pt x="0" y="14009"/>
                </a:lnTo>
                <a:lnTo>
                  <a:pt x="4834" y="12116"/>
                </a:lnTo>
                <a:lnTo>
                  <a:pt x="4848" y="12133"/>
                </a:lnTo>
                <a:lnTo>
                  <a:pt x="4929" y="12025"/>
                </a:lnTo>
                <a:cubicBezTo>
                  <a:pt x="3487" y="9269"/>
                  <a:pt x="2602" y="5936"/>
                  <a:pt x="5831" y="2941"/>
                </a:cubicBezTo>
                <a:close/>
                <a:moveTo>
                  <a:pt x="10754" y="0"/>
                </a:moveTo>
                <a:cubicBezTo>
                  <a:pt x="12685" y="795"/>
                  <a:pt x="14158" y="1635"/>
                  <a:pt x="15240" y="2505"/>
                </a:cubicBezTo>
                <a:cubicBezTo>
                  <a:pt x="12480" y="3133"/>
                  <a:pt x="9117" y="3121"/>
                  <a:pt x="6375" y="2477"/>
                </a:cubicBezTo>
                <a:cubicBezTo>
                  <a:pt x="7426" y="1608"/>
                  <a:pt x="8862" y="776"/>
                  <a:pt x="1075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90" name="Shape 931"/>
          <p:cNvSpPr/>
          <p:nvPr/>
        </p:nvSpPr>
        <p:spPr>
          <a:xfrm>
            <a:off x="7015677" y="2037450"/>
            <a:ext cx="406776" cy="321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2" y="3880"/>
                </a:moveTo>
                <a:lnTo>
                  <a:pt x="19968" y="3880"/>
                </a:lnTo>
                <a:cubicBezTo>
                  <a:pt x="20869" y="3880"/>
                  <a:pt x="21600" y="4804"/>
                  <a:pt x="21600" y="5944"/>
                </a:cubicBezTo>
                <a:lnTo>
                  <a:pt x="21600" y="19536"/>
                </a:lnTo>
                <a:cubicBezTo>
                  <a:pt x="21600" y="20676"/>
                  <a:pt x="20869" y="21600"/>
                  <a:pt x="19968" y="21600"/>
                </a:cubicBezTo>
                <a:lnTo>
                  <a:pt x="18652" y="21600"/>
                </a:lnTo>
                <a:close/>
                <a:moveTo>
                  <a:pt x="1632" y="3880"/>
                </a:moveTo>
                <a:lnTo>
                  <a:pt x="2948" y="3880"/>
                </a:lnTo>
                <a:lnTo>
                  <a:pt x="2948" y="21600"/>
                </a:lnTo>
                <a:lnTo>
                  <a:pt x="1632" y="21600"/>
                </a:lnTo>
                <a:cubicBezTo>
                  <a:pt x="731" y="21600"/>
                  <a:pt x="0" y="20676"/>
                  <a:pt x="0" y="19536"/>
                </a:cubicBezTo>
                <a:lnTo>
                  <a:pt x="0" y="5944"/>
                </a:lnTo>
                <a:cubicBezTo>
                  <a:pt x="0" y="4804"/>
                  <a:pt x="731" y="3880"/>
                  <a:pt x="1632" y="3880"/>
                </a:cubicBezTo>
                <a:close/>
                <a:moveTo>
                  <a:pt x="9585" y="1479"/>
                </a:moveTo>
                <a:cubicBezTo>
                  <a:pt x="9207" y="1479"/>
                  <a:pt x="8901" y="1866"/>
                  <a:pt x="8901" y="2343"/>
                </a:cubicBezTo>
                <a:lnTo>
                  <a:pt x="8901" y="3880"/>
                </a:lnTo>
                <a:lnTo>
                  <a:pt x="12699" y="3880"/>
                </a:lnTo>
                <a:lnTo>
                  <a:pt x="12699" y="2343"/>
                </a:lnTo>
                <a:cubicBezTo>
                  <a:pt x="12699" y="1866"/>
                  <a:pt x="12393" y="1479"/>
                  <a:pt x="12015" y="1479"/>
                </a:cubicBezTo>
                <a:close/>
                <a:moveTo>
                  <a:pt x="8627" y="0"/>
                </a:moveTo>
                <a:lnTo>
                  <a:pt x="12973" y="0"/>
                </a:lnTo>
                <a:cubicBezTo>
                  <a:pt x="13467" y="0"/>
                  <a:pt x="13868" y="507"/>
                  <a:pt x="13868" y="1132"/>
                </a:cubicBezTo>
                <a:lnTo>
                  <a:pt x="13868" y="3880"/>
                </a:lnTo>
                <a:lnTo>
                  <a:pt x="17444" y="3880"/>
                </a:lnTo>
                <a:lnTo>
                  <a:pt x="17444" y="21600"/>
                </a:lnTo>
                <a:lnTo>
                  <a:pt x="4156" y="21600"/>
                </a:lnTo>
                <a:lnTo>
                  <a:pt x="4156" y="3880"/>
                </a:lnTo>
                <a:lnTo>
                  <a:pt x="7732" y="3880"/>
                </a:lnTo>
                <a:lnTo>
                  <a:pt x="7732" y="1132"/>
                </a:lnTo>
                <a:cubicBezTo>
                  <a:pt x="7732" y="507"/>
                  <a:pt x="8133" y="0"/>
                  <a:pt x="86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91" name="Shape 932"/>
          <p:cNvSpPr/>
          <p:nvPr/>
        </p:nvSpPr>
        <p:spPr>
          <a:xfrm>
            <a:off x="5500928" y="3502585"/>
            <a:ext cx="334893" cy="3376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9" y="7105"/>
                </a:moveTo>
                <a:cubicBezTo>
                  <a:pt x="9648" y="6547"/>
                  <a:pt x="7488" y="7784"/>
                  <a:pt x="6925" y="9868"/>
                </a:cubicBezTo>
                <a:cubicBezTo>
                  <a:pt x="6362" y="11952"/>
                  <a:pt x="7609" y="14094"/>
                  <a:pt x="9710" y="14652"/>
                </a:cubicBezTo>
                <a:cubicBezTo>
                  <a:pt x="11812" y="15211"/>
                  <a:pt x="13972" y="13974"/>
                  <a:pt x="14535" y="11890"/>
                </a:cubicBezTo>
                <a:cubicBezTo>
                  <a:pt x="15098" y="9806"/>
                  <a:pt x="13851" y="7664"/>
                  <a:pt x="11749" y="7105"/>
                </a:cubicBezTo>
                <a:close/>
                <a:moveTo>
                  <a:pt x="12450" y="4511"/>
                </a:moveTo>
                <a:cubicBezTo>
                  <a:pt x="15997" y="5453"/>
                  <a:pt x="18101" y="9068"/>
                  <a:pt x="17151" y="12585"/>
                </a:cubicBezTo>
                <a:cubicBezTo>
                  <a:pt x="16201" y="16102"/>
                  <a:pt x="12556" y="18189"/>
                  <a:pt x="9009" y="17247"/>
                </a:cubicBezTo>
                <a:cubicBezTo>
                  <a:pt x="5463" y="16304"/>
                  <a:pt x="3358" y="12689"/>
                  <a:pt x="4309" y="9173"/>
                </a:cubicBezTo>
                <a:cubicBezTo>
                  <a:pt x="5259" y="5656"/>
                  <a:pt x="8904" y="3569"/>
                  <a:pt x="12450" y="4511"/>
                </a:cubicBezTo>
                <a:close/>
                <a:moveTo>
                  <a:pt x="12705" y="3567"/>
                </a:moveTo>
                <a:cubicBezTo>
                  <a:pt x="8634" y="2485"/>
                  <a:pt x="4448" y="4882"/>
                  <a:pt x="3357" y="8920"/>
                </a:cubicBezTo>
                <a:cubicBezTo>
                  <a:pt x="2266" y="12958"/>
                  <a:pt x="4683" y="17108"/>
                  <a:pt x="8754" y="18190"/>
                </a:cubicBezTo>
                <a:cubicBezTo>
                  <a:pt x="12826" y="19272"/>
                  <a:pt x="17011" y="16876"/>
                  <a:pt x="18102" y="12838"/>
                </a:cubicBezTo>
                <a:cubicBezTo>
                  <a:pt x="19193" y="8800"/>
                  <a:pt x="16777" y="4649"/>
                  <a:pt x="12705" y="3567"/>
                </a:cubicBezTo>
                <a:close/>
                <a:moveTo>
                  <a:pt x="21600" y="5115"/>
                </a:moveTo>
                <a:lnTo>
                  <a:pt x="21567" y="5235"/>
                </a:lnTo>
                <a:lnTo>
                  <a:pt x="21534" y="5185"/>
                </a:lnTo>
                <a:close/>
                <a:moveTo>
                  <a:pt x="15142" y="843"/>
                </a:moveTo>
                <a:lnTo>
                  <a:pt x="15096" y="3523"/>
                </a:lnTo>
                <a:lnTo>
                  <a:pt x="15013" y="3501"/>
                </a:lnTo>
                <a:cubicBezTo>
                  <a:pt x="15689" y="3878"/>
                  <a:pt x="16301" y="4341"/>
                  <a:pt x="16818" y="4890"/>
                </a:cubicBezTo>
                <a:lnTo>
                  <a:pt x="19223" y="4297"/>
                </a:lnTo>
                <a:lnTo>
                  <a:pt x="20765" y="7173"/>
                </a:lnTo>
                <a:lnTo>
                  <a:pt x="19051" y="8706"/>
                </a:lnTo>
                <a:cubicBezTo>
                  <a:pt x="19266" y="9482"/>
                  <a:pt x="19367" y="10294"/>
                  <a:pt x="19331" y="11121"/>
                </a:cubicBezTo>
                <a:lnTo>
                  <a:pt x="21472" y="12300"/>
                </a:lnTo>
                <a:lnTo>
                  <a:pt x="20622" y="15446"/>
                </a:lnTo>
                <a:lnTo>
                  <a:pt x="18024" y="15403"/>
                </a:lnTo>
                <a:cubicBezTo>
                  <a:pt x="17695" y="15947"/>
                  <a:pt x="17297" y="16438"/>
                  <a:pt x="16851" y="16876"/>
                </a:cubicBezTo>
                <a:lnTo>
                  <a:pt x="17705" y="19085"/>
                </a:lnTo>
                <a:lnTo>
                  <a:pt x="15014" y="20953"/>
                </a:lnTo>
                <a:lnTo>
                  <a:pt x="12973" y="19196"/>
                </a:lnTo>
                <a:lnTo>
                  <a:pt x="13222" y="19023"/>
                </a:lnTo>
                <a:cubicBezTo>
                  <a:pt x="12440" y="19274"/>
                  <a:pt x="11613" y="19395"/>
                  <a:pt x="10770" y="19390"/>
                </a:cubicBezTo>
                <a:lnTo>
                  <a:pt x="9533" y="21600"/>
                </a:lnTo>
                <a:lnTo>
                  <a:pt x="6360" y="20757"/>
                </a:lnTo>
                <a:lnTo>
                  <a:pt x="6403" y="18230"/>
                </a:lnTo>
                <a:cubicBezTo>
                  <a:pt x="5731" y="17850"/>
                  <a:pt x="5124" y="17385"/>
                  <a:pt x="4611" y="16835"/>
                </a:cubicBezTo>
                <a:lnTo>
                  <a:pt x="4652" y="16923"/>
                </a:lnTo>
                <a:lnTo>
                  <a:pt x="1998" y="17433"/>
                </a:lnTo>
                <a:lnTo>
                  <a:pt x="610" y="14480"/>
                </a:lnTo>
                <a:lnTo>
                  <a:pt x="2405" y="13037"/>
                </a:lnTo>
                <a:cubicBezTo>
                  <a:pt x="2213" y="12341"/>
                  <a:pt x="2113" y="11615"/>
                  <a:pt x="2113" y="10877"/>
                </a:cubicBezTo>
                <a:lnTo>
                  <a:pt x="0" y="9714"/>
                </a:lnTo>
                <a:lnTo>
                  <a:pt x="850" y="6567"/>
                </a:lnTo>
                <a:lnTo>
                  <a:pt x="3271" y="6608"/>
                </a:lnTo>
                <a:cubicBezTo>
                  <a:pt x="3600" y="6033"/>
                  <a:pt x="3997" y="5509"/>
                  <a:pt x="4445" y="5040"/>
                </a:cubicBezTo>
                <a:lnTo>
                  <a:pt x="3634" y="2559"/>
                </a:lnTo>
                <a:lnTo>
                  <a:pt x="6420" y="833"/>
                </a:lnTo>
                <a:lnTo>
                  <a:pt x="8365" y="2693"/>
                </a:lnTo>
                <a:lnTo>
                  <a:pt x="8346" y="2705"/>
                </a:lnTo>
                <a:cubicBezTo>
                  <a:pt x="9110" y="2467"/>
                  <a:pt x="9918" y="2356"/>
                  <a:pt x="10740" y="2365"/>
                </a:cubicBezTo>
                <a:lnTo>
                  <a:pt x="10657" y="2343"/>
                </a:lnTo>
                <a:lnTo>
                  <a:pt x="11969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92" name="Shape 933"/>
          <p:cNvSpPr/>
          <p:nvPr/>
        </p:nvSpPr>
        <p:spPr>
          <a:xfrm>
            <a:off x="7084921" y="3479619"/>
            <a:ext cx="318881" cy="3836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11" y="1016"/>
                </a:moveTo>
                <a:cubicBezTo>
                  <a:pt x="9895" y="1016"/>
                  <a:pt x="9152" y="1633"/>
                  <a:pt x="9152" y="2394"/>
                </a:cubicBezTo>
                <a:cubicBezTo>
                  <a:pt x="9152" y="3156"/>
                  <a:pt x="9895" y="3773"/>
                  <a:pt x="10811" y="3773"/>
                </a:cubicBezTo>
                <a:cubicBezTo>
                  <a:pt x="11726" y="3773"/>
                  <a:pt x="12469" y="3156"/>
                  <a:pt x="12469" y="2394"/>
                </a:cubicBezTo>
                <a:cubicBezTo>
                  <a:pt x="12469" y="1633"/>
                  <a:pt x="11726" y="1016"/>
                  <a:pt x="10811" y="1016"/>
                </a:cubicBezTo>
                <a:close/>
                <a:moveTo>
                  <a:pt x="10811" y="0"/>
                </a:moveTo>
                <a:cubicBezTo>
                  <a:pt x="12401" y="0"/>
                  <a:pt x="13691" y="1072"/>
                  <a:pt x="13691" y="2394"/>
                </a:cubicBezTo>
                <a:cubicBezTo>
                  <a:pt x="13691" y="3356"/>
                  <a:pt x="13009" y="4186"/>
                  <a:pt x="12021" y="4560"/>
                </a:cubicBezTo>
                <a:lnTo>
                  <a:pt x="12169" y="5791"/>
                </a:lnTo>
                <a:lnTo>
                  <a:pt x="16584" y="5791"/>
                </a:lnTo>
                <a:cubicBezTo>
                  <a:pt x="16770" y="5432"/>
                  <a:pt x="17200" y="5180"/>
                  <a:pt x="17702" y="5180"/>
                </a:cubicBezTo>
                <a:cubicBezTo>
                  <a:pt x="18375" y="5180"/>
                  <a:pt x="18922" y="5635"/>
                  <a:pt x="18922" y="6195"/>
                </a:cubicBezTo>
                <a:cubicBezTo>
                  <a:pt x="18922" y="6755"/>
                  <a:pt x="18375" y="7209"/>
                  <a:pt x="17702" y="7209"/>
                </a:cubicBezTo>
                <a:cubicBezTo>
                  <a:pt x="17200" y="7209"/>
                  <a:pt x="16770" y="6958"/>
                  <a:pt x="16584" y="6598"/>
                </a:cubicBezTo>
                <a:lnTo>
                  <a:pt x="12267" y="6598"/>
                </a:lnTo>
                <a:lnTo>
                  <a:pt x="13569" y="17415"/>
                </a:lnTo>
                <a:cubicBezTo>
                  <a:pt x="16685" y="16479"/>
                  <a:pt x="19090" y="15378"/>
                  <a:pt x="19259" y="12506"/>
                </a:cubicBezTo>
                <a:cubicBezTo>
                  <a:pt x="18833" y="12521"/>
                  <a:pt x="18412" y="12581"/>
                  <a:pt x="18017" y="12677"/>
                </a:cubicBezTo>
                <a:cubicBezTo>
                  <a:pt x="18797" y="11910"/>
                  <a:pt x="19532" y="11194"/>
                  <a:pt x="19808" y="10110"/>
                </a:cubicBezTo>
                <a:cubicBezTo>
                  <a:pt x="20100" y="11181"/>
                  <a:pt x="20819" y="11859"/>
                  <a:pt x="21600" y="12677"/>
                </a:cubicBezTo>
                <a:cubicBezTo>
                  <a:pt x="21206" y="12584"/>
                  <a:pt x="20772" y="12521"/>
                  <a:pt x="20323" y="12506"/>
                </a:cubicBezTo>
                <a:cubicBezTo>
                  <a:pt x="20103" y="16380"/>
                  <a:pt x="17399" y="20111"/>
                  <a:pt x="12310" y="20437"/>
                </a:cubicBezTo>
                <a:cubicBezTo>
                  <a:pt x="11543" y="20966"/>
                  <a:pt x="11262" y="21212"/>
                  <a:pt x="10811" y="21600"/>
                </a:cubicBezTo>
                <a:cubicBezTo>
                  <a:pt x="10383" y="21198"/>
                  <a:pt x="10125" y="20977"/>
                  <a:pt x="9357" y="20474"/>
                </a:cubicBezTo>
                <a:cubicBezTo>
                  <a:pt x="4791" y="20030"/>
                  <a:pt x="1519" y="16389"/>
                  <a:pt x="1297" y="12503"/>
                </a:cubicBezTo>
                <a:cubicBezTo>
                  <a:pt x="852" y="12516"/>
                  <a:pt x="412" y="12577"/>
                  <a:pt x="0" y="12677"/>
                </a:cubicBezTo>
                <a:cubicBezTo>
                  <a:pt x="781" y="11910"/>
                  <a:pt x="1515" y="11194"/>
                  <a:pt x="1792" y="10110"/>
                </a:cubicBezTo>
                <a:cubicBezTo>
                  <a:pt x="2083" y="11181"/>
                  <a:pt x="2802" y="11859"/>
                  <a:pt x="3583" y="12677"/>
                </a:cubicBezTo>
                <a:cubicBezTo>
                  <a:pt x="3204" y="12587"/>
                  <a:pt x="2789" y="12526"/>
                  <a:pt x="2359" y="12509"/>
                </a:cubicBezTo>
                <a:cubicBezTo>
                  <a:pt x="2534" y="15386"/>
                  <a:pt x="4992" y="16501"/>
                  <a:pt x="8100" y="17436"/>
                </a:cubicBezTo>
                <a:lnTo>
                  <a:pt x="9363" y="6598"/>
                </a:lnTo>
                <a:lnTo>
                  <a:pt x="5386" y="6598"/>
                </a:lnTo>
                <a:cubicBezTo>
                  <a:pt x="5200" y="6958"/>
                  <a:pt x="4770" y="7209"/>
                  <a:pt x="4269" y="7209"/>
                </a:cubicBezTo>
                <a:cubicBezTo>
                  <a:pt x="3595" y="7209"/>
                  <a:pt x="3049" y="6755"/>
                  <a:pt x="3049" y="6195"/>
                </a:cubicBezTo>
                <a:cubicBezTo>
                  <a:pt x="3049" y="5635"/>
                  <a:pt x="3595" y="5180"/>
                  <a:pt x="4269" y="5180"/>
                </a:cubicBezTo>
                <a:cubicBezTo>
                  <a:pt x="4770" y="5180"/>
                  <a:pt x="5200" y="5432"/>
                  <a:pt x="5386" y="5791"/>
                </a:cubicBezTo>
                <a:lnTo>
                  <a:pt x="9457" y="5791"/>
                </a:lnTo>
                <a:lnTo>
                  <a:pt x="9600" y="4560"/>
                </a:lnTo>
                <a:cubicBezTo>
                  <a:pt x="8612" y="4186"/>
                  <a:pt x="7930" y="3356"/>
                  <a:pt x="7930" y="2394"/>
                </a:cubicBezTo>
                <a:cubicBezTo>
                  <a:pt x="7930" y="1072"/>
                  <a:pt x="9220" y="0"/>
                  <a:pt x="10811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Shape 938"/>
          <p:cNvSpPr txBox="1">
            <a:spLocks noGrp="1"/>
          </p:cNvSpPr>
          <p:nvPr>
            <p:ph type="body" sz="quarter" idx="4294967295"/>
          </p:nvPr>
        </p:nvSpPr>
        <p:spPr>
          <a:xfrm>
            <a:off x="0" y="123477"/>
            <a:ext cx="9144000" cy="576066"/>
          </a:xfrm>
          <a:prstGeom prst="rect">
            <a:avLst/>
          </a:prstGeom>
        </p:spPr>
        <p:txBody>
          <a:bodyPr lIns="45699" tIns="45699" rIns="45699" bIns="45699">
            <a:normAutofit lnSpcReduction="10000"/>
          </a:bodyPr>
          <a:lstStyle>
            <a:lvl1pPr algn="ctr"/>
          </a:lstStyle>
          <a:p>
            <a:r>
              <a:t>Fully Editable Icon Sets : C</a:t>
            </a:r>
          </a:p>
        </p:txBody>
      </p:sp>
      <p:sp>
        <p:nvSpPr>
          <p:cNvPr id="995" name="Shape 939"/>
          <p:cNvSpPr/>
          <p:nvPr/>
        </p:nvSpPr>
        <p:spPr>
          <a:xfrm>
            <a:off x="3706959" y="1353411"/>
            <a:ext cx="360219" cy="359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500" h="20094" extrusionOk="0">
                <a:moveTo>
                  <a:pt x="8628" y="719"/>
                </a:moveTo>
                <a:cubicBezTo>
                  <a:pt x="8477" y="-252"/>
                  <a:pt x="11151" y="-222"/>
                  <a:pt x="11036" y="703"/>
                </a:cubicBezTo>
                <a:lnTo>
                  <a:pt x="10916" y="6030"/>
                </a:lnTo>
                <a:lnTo>
                  <a:pt x="12165" y="6780"/>
                </a:lnTo>
                <a:cubicBezTo>
                  <a:pt x="12511" y="5940"/>
                  <a:pt x="13014" y="4457"/>
                  <a:pt x="13985" y="4903"/>
                </a:cubicBezTo>
                <a:cubicBezTo>
                  <a:pt x="18180" y="6619"/>
                  <a:pt x="20503" y="16218"/>
                  <a:pt x="19081" y="19704"/>
                </a:cubicBezTo>
                <a:cubicBezTo>
                  <a:pt x="17729" y="21348"/>
                  <a:pt x="14297" y="17362"/>
                  <a:pt x="11540" y="15789"/>
                </a:cubicBezTo>
                <a:cubicBezTo>
                  <a:pt x="10327" y="15199"/>
                  <a:pt x="10986" y="14020"/>
                  <a:pt x="11176" y="12786"/>
                </a:cubicBezTo>
                <a:cubicBezTo>
                  <a:pt x="11436" y="11839"/>
                  <a:pt x="10448" y="11106"/>
                  <a:pt x="11540" y="8550"/>
                </a:cubicBezTo>
                <a:cubicBezTo>
                  <a:pt x="11020" y="8085"/>
                  <a:pt x="10708" y="7674"/>
                  <a:pt x="9980" y="7156"/>
                </a:cubicBezTo>
                <a:cubicBezTo>
                  <a:pt x="9027" y="7549"/>
                  <a:pt x="8801" y="8049"/>
                  <a:pt x="8212" y="8496"/>
                </a:cubicBezTo>
                <a:cubicBezTo>
                  <a:pt x="8819" y="10069"/>
                  <a:pt x="8333" y="11857"/>
                  <a:pt x="8524" y="12679"/>
                </a:cubicBezTo>
                <a:cubicBezTo>
                  <a:pt x="8628" y="13698"/>
                  <a:pt x="9304" y="15253"/>
                  <a:pt x="8264" y="15735"/>
                </a:cubicBezTo>
                <a:cubicBezTo>
                  <a:pt x="6357" y="16611"/>
                  <a:pt x="2890" y="20276"/>
                  <a:pt x="827" y="19972"/>
                </a:cubicBezTo>
                <a:cubicBezTo>
                  <a:pt x="-1097" y="19453"/>
                  <a:pt x="307" y="7406"/>
                  <a:pt x="5352" y="4903"/>
                </a:cubicBezTo>
                <a:cubicBezTo>
                  <a:pt x="6531" y="4439"/>
                  <a:pt x="6825" y="6441"/>
                  <a:pt x="7484" y="7156"/>
                </a:cubicBezTo>
                <a:lnTo>
                  <a:pt x="8992" y="6083"/>
                </a:lnTo>
                <a:cubicBezTo>
                  <a:pt x="8975" y="4617"/>
                  <a:pt x="8780" y="2254"/>
                  <a:pt x="8628" y="719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96" name="Shape 940"/>
          <p:cNvSpPr/>
          <p:nvPr/>
        </p:nvSpPr>
        <p:spPr>
          <a:xfrm>
            <a:off x="4282582" y="1383503"/>
            <a:ext cx="359999" cy="299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93" h="21130" extrusionOk="0">
                <a:moveTo>
                  <a:pt x="16510" y="39"/>
                </a:moveTo>
                <a:cubicBezTo>
                  <a:pt x="18717" y="168"/>
                  <a:pt x="20770" y="1131"/>
                  <a:pt x="20973" y="2544"/>
                </a:cubicBezTo>
                <a:cubicBezTo>
                  <a:pt x="21203" y="4580"/>
                  <a:pt x="19444" y="6216"/>
                  <a:pt x="17197" y="7225"/>
                </a:cubicBezTo>
                <a:cubicBezTo>
                  <a:pt x="16277" y="7853"/>
                  <a:pt x="14829" y="10935"/>
                  <a:pt x="13462" y="9052"/>
                </a:cubicBezTo>
                <a:cubicBezTo>
                  <a:pt x="12325" y="7720"/>
                  <a:pt x="12406" y="5189"/>
                  <a:pt x="12609" y="3343"/>
                </a:cubicBezTo>
                <a:cubicBezTo>
                  <a:pt x="12690" y="1840"/>
                  <a:pt x="12812" y="622"/>
                  <a:pt x="14314" y="204"/>
                </a:cubicBezTo>
                <a:cubicBezTo>
                  <a:pt x="15021" y="46"/>
                  <a:pt x="15774" y="-3"/>
                  <a:pt x="16510" y="39"/>
                </a:cubicBezTo>
                <a:close/>
                <a:moveTo>
                  <a:pt x="7673" y="1"/>
                </a:moveTo>
                <a:cubicBezTo>
                  <a:pt x="9154" y="23"/>
                  <a:pt x="10506" y="609"/>
                  <a:pt x="11229" y="1916"/>
                </a:cubicBezTo>
                <a:cubicBezTo>
                  <a:pt x="12095" y="3419"/>
                  <a:pt x="11621" y="5265"/>
                  <a:pt x="11675" y="6825"/>
                </a:cubicBezTo>
                <a:cubicBezTo>
                  <a:pt x="11797" y="8157"/>
                  <a:pt x="12934" y="9832"/>
                  <a:pt x="12244" y="10935"/>
                </a:cubicBezTo>
                <a:cubicBezTo>
                  <a:pt x="11107" y="12876"/>
                  <a:pt x="9604" y="13447"/>
                  <a:pt x="8427" y="14931"/>
                </a:cubicBezTo>
                <a:cubicBezTo>
                  <a:pt x="6925" y="16853"/>
                  <a:pt x="4773" y="21572"/>
                  <a:pt x="2864" y="21096"/>
                </a:cubicBezTo>
                <a:cubicBezTo>
                  <a:pt x="1227" y="20430"/>
                  <a:pt x="970" y="17823"/>
                  <a:pt x="510" y="15787"/>
                </a:cubicBezTo>
                <a:cubicBezTo>
                  <a:pt x="-329" y="11297"/>
                  <a:pt x="-397" y="5950"/>
                  <a:pt x="2377" y="2373"/>
                </a:cubicBezTo>
                <a:cubicBezTo>
                  <a:pt x="3649" y="874"/>
                  <a:pt x="5768" y="-28"/>
                  <a:pt x="7673" y="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97" name="Shape 941"/>
          <p:cNvSpPr/>
          <p:nvPr/>
        </p:nvSpPr>
        <p:spPr>
          <a:xfrm>
            <a:off x="5449551" y="1373424"/>
            <a:ext cx="319974" cy="3199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4" h="20924" extrusionOk="0">
                <a:moveTo>
                  <a:pt x="6976" y="108"/>
                </a:moveTo>
                <a:lnTo>
                  <a:pt x="9625" y="0"/>
                </a:lnTo>
                <a:cubicBezTo>
                  <a:pt x="9588" y="1834"/>
                  <a:pt x="9401" y="3958"/>
                  <a:pt x="11080" y="4742"/>
                </a:cubicBezTo>
                <a:cubicBezTo>
                  <a:pt x="12560" y="5056"/>
                  <a:pt x="12883" y="3053"/>
                  <a:pt x="15967" y="3620"/>
                </a:cubicBezTo>
                <a:cubicBezTo>
                  <a:pt x="19126" y="4103"/>
                  <a:pt x="21389" y="6685"/>
                  <a:pt x="21302" y="11838"/>
                </a:cubicBezTo>
                <a:cubicBezTo>
                  <a:pt x="21115" y="16701"/>
                  <a:pt x="18914" y="18161"/>
                  <a:pt x="15296" y="19657"/>
                </a:cubicBezTo>
                <a:cubicBezTo>
                  <a:pt x="9352" y="21600"/>
                  <a:pt x="5459" y="17461"/>
                  <a:pt x="4029" y="17195"/>
                </a:cubicBezTo>
                <a:cubicBezTo>
                  <a:pt x="2525" y="16918"/>
                  <a:pt x="2363" y="19066"/>
                  <a:pt x="2537" y="20924"/>
                </a:cubicBezTo>
                <a:lnTo>
                  <a:pt x="0" y="20888"/>
                </a:lnTo>
                <a:cubicBezTo>
                  <a:pt x="62" y="18221"/>
                  <a:pt x="-211" y="14143"/>
                  <a:pt x="3432" y="14517"/>
                </a:cubicBezTo>
                <a:cubicBezTo>
                  <a:pt x="6106" y="14879"/>
                  <a:pt x="8668" y="15639"/>
                  <a:pt x="10371" y="12851"/>
                </a:cubicBezTo>
                <a:cubicBezTo>
                  <a:pt x="11441" y="10884"/>
                  <a:pt x="11316" y="8628"/>
                  <a:pt x="8208" y="6190"/>
                </a:cubicBezTo>
                <a:cubicBezTo>
                  <a:pt x="7685" y="5756"/>
                  <a:pt x="6529" y="3330"/>
                  <a:pt x="6976" y="108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98" name="Shape 942"/>
          <p:cNvSpPr/>
          <p:nvPr/>
        </p:nvSpPr>
        <p:spPr>
          <a:xfrm>
            <a:off x="4851982" y="1381411"/>
            <a:ext cx="359997" cy="30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0" h="21215" extrusionOk="0">
                <a:moveTo>
                  <a:pt x="9070" y="10405"/>
                </a:moveTo>
                <a:cubicBezTo>
                  <a:pt x="8685" y="10731"/>
                  <a:pt x="8230" y="10925"/>
                  <a:pt x="7750" y="10960"/>
                </a:cubicBezTo>
                <a:cubicBezTo>
                  <a:pt x="7787" y="11092"/>
                  <a:pt x="7801" y="11230"/>
                  <a:pt x="7799" y="11373"/>
                </a:cubicBezTo>
                <a:lnTo>
                  <a:pt x="7780" y="11837"/>
                </a:lnTo>
                <a:cubicBezTo>
                  <a:pt x="8269" y="11819"/>
                  <a:pt x="8729" y="11580"/>
                  <a:pt x="9070" y="11173"/>
                </a:cubicBezTo>
                <a:close/>
                <a:moveTo>
                  <a:pt x="11621" y="0"/>
                </a:moveTo>
                <a:cubicBezTo>
                  <a:pt x="11982" y="0"/>
                  <a:pt x="12275" y="347"/>
                  <a:pt x="12275" y="775"/>
                </a:cubicBezTo>
                <a:lnTo>
                  <a:pt x="12275" y="8935"/>
                </a:lnTo>
                <a:cubicBezTo>
                  <a:pt x="12686" y="9354"/>
                  <a:pt x="13177" y="9631"/>
                  <a:pt x="13697" y="9769"/>
                </a:cubicBezTo>
                <a:cubicBezTo>
                  <a:pt x="13799" y="9517"/>
                  <a:pt x="13903" y="9256"/>
                  <a:pt x="13979" y="8972"/>
                </a:cubicBezTo>
                <a:cubicBezTo>
                  <a:pt x="12502" y="8126"/>
                  <a:pt x="12059" y="4566"/>
                  <a:pt x="12723" y="3413"/>
                </a:cubicBezTo>
                <a:cubicBezTo>
                  <a:pt x="13348" y="2558"/>
                  <a:pt x="14029" y="2071"/>
                  <a:pt x="15435" y="2041"/>
                </a:cubicBezTo>
                <a:cubicBezTo>
                  <a:pt x="15635" y="2037"/>
                  <a:pt x="15851" y="2042"/>
                  <a:pt x="16083" y="2056"/>
                </a:cubicBezTo>
                <a:cubicBezTo>
                  <a:pt x="19443" y="2275"/>
                  <a:pt x="20994" y="6915"/>
                  <a:pt x="21104" y="10329"/>
                </a:cubicBezTo>
                <a:cubicBezTo>
                  <a:pt x="21375" y="15727"/>
                  <a:pt x="20427" y="17711"/>
                  <a:pt x="18778" y="19214"/>
                </a:cubicBezTo>
                <a:cubicBezTo>
                  <a:pt x="16526" y="21344"/>
                  <a:pt x="14200" y="19272"/>
                  <a:pt x="13720" y="16938"/>
                </a:cubicBezTo>
                <a:cubicBezTo>
                  <a:pt x="13548" y="15902"/>
                  <a:pt x="14003" y="14997"/>
                  <a:pt x="14495" y="14049"/>
                </a:cubicBezTo>
                <a:lnTo>
                  <a:pt x="14109" y="13505"/>
                </a:lnTo>
                <a:cubicBezTo>
                  <a:pt x="13795" y="13589"/>
                  <a:pt x="13471" y="13628"/>
                  <a:pt x="13143" y="13626"/>
                </a:cubicBezTo>
                <a:lnTo>
                  <a:pt x="12420" y="13552"/>
                </a:lnTo>
                <a:lnTo>
                  <a:pt x="12420" y="20440"/>
                </a:lnTo>
                <a:cubicBezTo>
                  <a:pt x="12420" y="20868"/>
                  <a:pt x="12127" y="21215"/>
                  <a:pt x="11766" y="21215"/>
                </a:cubicBezTo>
                <a:cubicBezTo>
                  <a:pt x="11405" y="21215"/>
                  <a:pt x="11113" y="20868"/>
                  <a:pt x="11113" y="20440"/>
                </a:cubicBezTo>
                <a:lnTo>
                  <a:pt x="11113" y="13499"/>
                </a:lnTo>
                <a:cubicBezTo>
                  <a:pt x="11113" y="13349"/>
                  <a:pt x="11148" y="13210"/>
                  <a:pt x="11220" y="13099"/>
                </a:cubicBezTo>
                <a:cubicBezTo>
                  <a:pt x="10919" y="12949"/>
                  <a:pt x="10638" y="12748"/>
                  <a:pt x="10377" y="12512"/>
                </a:cubicBezTo>
                <a:lnTo>
                  <a:pt x="10377" y="20440"/>
                </a:lnTo>
                <a:cubicBezTo>
                  <a:pt x="10377" y="20868"/>
                  <a:pt x="10085" y="21215"/>
                  <a:pt x="9724" y="21215"/>
                </a:cubicBezTo>
                <a:cubicBezTo>
                  <a:pt x="9363" y="21215"/>
                  <a:pt x="9070" y="20868"/>
                  <a:pt x="9070" y="20440"/>
                </a:cubicBezTo>
                <a:lnTo>
                  <a:pt x="9070" y="12605"/>
                </a:lnTo>
                <a:cubicBezTo>
                  <a:pt x="8646" y="12875"/>
                  <a:pt x="8167" y="13019"/>
                  <a:pt x="7672" y="13018"/>
                </a:cubicBezTo>
                <a:lnTo>
                  <a:pt x="7525" y="12998"/>
                </a:lnTo>
                <a:cubicBezTo>
                  <a:pt x="7296" y="13524"/>
                  <a:pt x="6950" y="13810"/>
                  <a:pt x="6654" y="14305"/>
                </a:cubicBezTo>
                <a:cubicBezTo>
                  <a:pt x="7147" y="15253"/>
                  <a:pt x="7602" y="16158"/>
                  <a:pt x="7430" y="17194"/>
                </a:cubicBezTo>
                <a:cubicBezTo>
                  <a:pt x="6950" y="19528"/>
                  <a:pt x="4624" y="21600"/>
                  <a:pt x="2372" y="19470"/>
                </a:cubicBezTo>
                <a:cubicBezTo>
                  <a:pt x="722" y="17967"/>
                  <a:pt x="-225" y="15983"/>
                  <a:pt x="46" y="10585"/>
                </a:cubicBezTo>
                <a:cubicBezTo>
                  <a:pt x="156" y="7171"/>
                  <a:pt x="1707" y="2531"/>
                  <a:pt x="5067" y="2312"/>
                </a:cubicBezTo>
                <a:cubicBezTo>
                  <a:pt x="5299" y="2298"/>
                  <a:pt x="5515" y="2293"/>
                  <a:pt x="5715" y="2297"/>
                </a:cubicBezTo>
                <a:cubicBezTo>
                  <a:pt x="7121" y="2327"/>
                  <a:pt x="7802" y="2814"/>
                  <a:pt x="8426" y="3669"/>
                </a:cubicBezTo>
                <a:cubicBezTo>
                  <a:pt x="9091" y="4822"/>
                  <a:pt x="8648" y="8382"/>
                  <a:pt x="7171" y="9228"/>
                </a:cubicBezTo>
                <a:cubicBezTo>
                  <a:pt x="7227" y="9439"/>
                  <a:pt x="7299" y="9638"/>
                  <a:pt x="7375" y="9830"/>
                </a:cubicBezTo>
                <a:cubicBezTo>
                  <a:pt x="7395" y="9838"/>
                  <a:pt x="7415" y="9838"/>
                  <a:pt x="7436" y="9838"/>
                </a:cubicBezTo>
                <a:cubicBezTo>
                  <a:pt x="8081" y="9839"/>
                  <a:pt x="8688" y="9474"/>
                  <a:pt x="9070" y="8858"/>
                </a:cubicBezTo>
                <a:lnTo>
                  <a:pt x="9070" y="924"/>
                </a:lnTo>
                <a:cubicBezTo>
                  <a:pt x="9070" y="496"/>
                  <a:pt x="9363" y="149"/>
                  <a:pt x="9724" y="149"/>
                </a:cubicBezTo>
                <a:cubicBezTo>
                  <a:pt x="10085" y="149"/>
                  <a:pt x="10377" y="496"/>
                  <a:pt x="10377" y="924"/>
                </a:cubicBezTo>
                <a:lnTo>
                  <a:pt x="10377" y="11025"/>
                </a:lnTo>
                <a:cubicBezTo>
                  <a:pt x="11060" y="11990"/>
                  <a:pt x="12074" y="12543"/>
                  <a:pt x="13148" y="12550"/>
                </a:cubicBezTo>
                <a:lnTo>
                  <a:pt x="13541" y="12524"/>
                </a:lnTo>
                <a:cubicBezTo>
                  <a:pt x="13419" y="12185"/>
                  <a:pt x="13347" y="11743"/>
                  <a:pt x="13351" y="11117"/>
                </a:cubicBezTo>
                <a:lnTo>
                  <a:pt x="13390" y="10786"/>
                </a:lnTo>
                <a:cubicBezTo>
                  <a:pt x="12978" y="10668"/>
                  <a:pt x="12584" y="10476"/>
                  <a:pt x="12216" y="10221"/>
                </a:cubicBezTo>
                <a:cubicBezTo>
                  <a:pt x="12116" y="10493"/>
                  <a:pt x="11887" y="10682"/>
                  <a:pt x="11621" y="10682"/>
                </a:cubicBezTo>
                <a:cubicBezTo>
                  <a:pt x="11260" y="10682"/>
                  <a:pt x="10967" y="10335"/>
                  <a:pt x="10967" y="9907"/>
                </a:cubicBezTo>
                <a:lnTo>
                  <a:pt x="10967" y="775"/>
                </a:lnTo>
                <a:cubicBezTo>
                  <a:pt x="10967" y="347"/>
                  <a:pt x="11260" y="0"/>
                  <a:pt x="11621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99" name="Shape 943"/>
          <p:cNvSpPr/>
          <p:nvPr/>
        </p:nvSpPr>
        <p:spPr>
          <a:xfrm rot="18900000">
            <a:off x="6023938" y="2076780"/>
            <a:ext cx="348490" cy="2974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19" y="9155"/>
                </a:moveTo>
                <a:lnTo>
                  <a:pt x="7738" y="7537"/>
                </a:lnTo>
                <a:lnTo>
                  <a:pt x="6413" y="9089"/>
                </a:lnTo>
                <a:lnTo>
                  <a:pt x="5089" y="7537"/>
                </a:lnTo>
                <a:lnTo>
                  <a:pt x="3707" y="9155"/>
                </a:lnTo>
                <a:lnTo>
                  <a:pt x="5032" y="10707"/>
                </a:lnTo>
                <a:lnTo>
                  <a:pt x="3707" y="12259"/>
                </a:lnTo>
                <a:lnTo>
                  <a:pt x="5089" y="13877"/>
                </a:lnTo>
                <a:lnTo>
                  <a:pt x="6413" y="12325"/>
                </a:lnTo>
                <a:lnTo>
                  <a:pt x="7738" y="13877"/>
                </a:lnTo>
                <a:lnTo>
                  <a:pt x="9119" y="12259"/>
                </a:lnTo>
                <a:lnTo>
                  <a:pt x="7794" y="10707"/>
                </a:lnTo>
                <a:close/>
                <a:moveTo>
                  <a:pt x="21600" y="7276"/>
                </a:moveTo>
                <a:cubicBezTo>
                  <a:pt x="20350" y="10605"/>
                  <a:pt x="19707" y="13431"/>
                  <a:pt x="19136" y="15882"/>
                </a:cubicBezTo>
                <a:cubicBezTo>
                  <a:pt x="18530" y="18998"/>
                  <a:pt x="16951" y="21600"/>
                  <a:pt x="14256" y="21600"/>
                </a:cubicBezTo>
                <a:cubicBezTo>
                  <a:pt x="12112" y="21600"/>
                  <a:pt x="10291" y="19980"/>
                  <a:pt x="9656" y="17720"/>
                </a:cubicBezTo>
                <a:cubicBezTo>
                  <a:pt x="11309" y="16447"/>
                  <a:pt x="12363" y="14108"/>
                  <a:pt x="12874" y="11483"/>
                </a:cubicBezTo>
                <a:cubicBezTo>
                  <a:pt x="12940" y="11200"/>
                  <a:pt x="13007" y="10913"/>
                  <a:pt x="13075" y="10622"/>
                </a:cubicBezTo>
                <a:cubicBezTo>
                  <a:pt x="13453" y="10438"/>
                  <a:pt x="13850" y="10290"/>
                  <a:pt x="14256" y="10164"/>
                </a:cubicBezTo>
                <a:cubicBezTo>
                  <a:pt x="16811" y="9370"/>
                  <a:pt x="18688" y="8742"/>
                  <a:pt x="21600" y="7276"/>
                </a:cubicBezTo>
                <a:close/>
                <a:moveTo>
                  <a:pt x="15551" y="0"/>
                </a:moveTo>
                <a:cubicBezTo>
                  <a:pt x="13961" y="4234"/>
                  <a:pt x="13143" y="7830"/>
                  <a:pt x="12417" y="10947"/>
                </a:cubicBezTo>
                <a:cubicBezTo>
                  <a:pt x="11645" y="14911"/>
                  <a:pt x="9637" y="18221"/>
                  <a:pt x="6208" y="18221"/>
                </a:cubicBezTo>
                <a:cubicBezTo>
                  <a:pt x="2780" y="18221"/>
                  <a:pt x="0" y="14964"/>
                  <a:pt x="0" y="10947"/>
                </a:cubicBezTo>
                <a:cubicBezTo>
                  <a:pt x="0" y="6930"/>
                  <a:pt x="2894" y="4703"/>
                  <a:pt x="6208" y="3673"/>
                </a:cubicBezTo>
                <a:cubicBezTo>
                  <a:pt x="9459" y="2663"/>
                  <a:pt x="11847" y="1864"/>
                  <a:pt x="15551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00" name="Shape 944"/>
          <p:cNvSpPr/>
          <p:nvPr/>
        </p:nvSpPr>
        <p:spPr>
          <a:xfrm>
            <a:off x="6513206" y="1376235"/>
            <a:ext cx="420671" cy="314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83" h="21600" extrusionOk="0">
                <a:moveTo>
                  <a:pt x="16377" y="6294"/>
                </a:moveTo>
                <a:cubicBezTo>
                  <a:pt x="17400" y="6294"/>
                  <a:pt x="18230" y="7442"/>
                  <a:pt x="18230" y="8859"/>
                </a:cubicBezTo>
                <a:cubicBezTo>
                  <a:pt x="18230" y="10275"/>
                  <a:pt x="17400" y="11423"/>
                  <a:pt x="16377" y="11423"/>
                </a:cubicBezTo>
                <a:cubicBezTo>
                  <a:pt x="15353" y="11423"/>
                  <a:pt x="14524" y="10275"/>
                  <a:pt x="14524" y="8859"/>
                </a:cubicBezTo>
                <a:cubicBezTo>
                  <a:pt x="14524" y="7442"/>
                  <a:pt x="15353" y="6294"/>
                  <a:pt x="16377" y="6294"/>
                </a:cubicBezTo>
                <a:close/>
                <a:moveTo>
                  <a:pt x="4507" y="6294"/>
                </a:moveTo>
                <a:cubicBezTo>
                  <a:pt x="5530" y="6294"/>
                  <a:pt x="6360" y="7442"/>
                  <a:pt x="6360" y="8859"/>
                </a:cubicBezTo>
                <a:cubicBezTo>
                  <a:pt x="6360" y="10275"/>
                  <a:pt x="5530" y="11423"/>
                  <a:pt x="4507" y="11423"/>
                </a:cubicBezTo>
                <a:cubicBezTo>
                  <a:pt x="3484" y="11423"/>
                  <a:pt x="2654" y="10275"/>
                  <a:pt x="2654" y="8859"/>
                </a:cubicBezTo>
                <a:cubicBezTo>
                  <a:pt x="2654" y="7442"/>
                  <a:pt x="3484" y="6294"/>
                  <a:pt x="4507" y="6294"/>
                </a:cubicBezTo>
                <a:close/>
                <a:moveTo>
                  <a:pt x="10422" y="0"/>
                </a:moveTo>
                <a:cubicBezTo>
                  <a:pt x="10428" y="0"/>
                  <a:pt x="10435" y="0"/>
                  <a:pt x="10442" y="1"/>
                </a:cubicBezTo>
                <a:cubicBezTo>
                  <a:pt x="10449" y="0"/>
                  <a:pt x="10455" y="0"/>
                  <a:pt x="10462" y="0"/>
                </a:cubicBezTo>
                <a:lnTo>
                  <a:pt x="10462" y="2"/>
                </a:lnTo>
                <a:cubicBezTo>
                  <a:pt x="12653" y="38"/>
                  <a:pt x="12704" y="1963"/>
                  <a:pt x="14009" y="1526"/>
                </a:cubicBezTo>
                <a:cubicBezTo>
                  <a:pt x="16732" y="447"/>
                  <a:pt x="19062" y="760"/>
                  <a:pt x="20409" y="2768"/>
                </a:cubicBezTo>
                <a:cubicBezTo>
                  <a:pt x="21230" y="4212"/>
                  <a:pt x="21242" y="7079"/>
                  <a:pt x="18346" y="10369"/>
                </a:cubicBezTo>
                <a:cubicBezTo>
                  <a:pt x="18774" y="9170"/>
                  <a:pt x="18830" y="7638"/>
                  <a:pt x="18012" y="6650"/>
                </a:cubicBezTo>
                <a:cubicBezTo>
                  <a:pt x="20042" y="7001"/>
                  <a:pt x="20367" y="4749"/>
                  <a:pt x="19620" y="3738"/>
                </a:cubicBezTo>
                <a:cubicBezTo>
                  <a:pt x="18087" y="1849"/>
                  <a:pt x="15045" y="2654"/>
                  <a:pt x="14495" y="4397"/>
                </a:cubicBezTo>
                <a:cubicBezTo>
                  <a:pt x="13766" y="6977"/>
                  <a:pt x="13934" y="10556"/>
                  <a:pt x="13357" y="12198"/>
                </a:cubicBezTo>
                <a:cubicBezTo>
                  <a:pt x="12266" y="14550"/>
                  <a:pt x="11043" y="16752"/>
                  <a:pt x="11024" y="18529"/>
                </a:cubicBezTo>
                <a:cubicBezTo>
                  <a:pt x="10978" y="19224"/>
                  <a:pt x="10995" y="21423"/>
                  <a:pt x="10459" y="21577"/>
                </a:cubicBezTo>
                <a:cubicBezTo>
                  <a:pt x="10459" y="21585"/>
                  <a:pt x="10459" y="21592"/>
                  <a:pt x="10459" y="21600"/>
                </a:cubicBezTo>
                <a:lnTo>
                  <a:pt x="10442" y="21588"/>
                </a:lnTo>
                <a:lnTo>
                  <a:pt x="10424" y="21600"/>
                </a:lnTo>
                <a:cubicBezTo>
                  <a:pt x="10424" y="21592"/>
                  <a:pt x="10424" y="21585"/>
                  <a:pt x="10424" y="21577"/>
                </a:cubicBezTo>
                <a:cubicBezTo>
                  <a:pt x="9889" y="21423"/>
                  <a:pt x="9906" y="19224"/>
                  <a:pt x="9860" y="18529"/>
                </a:cubicBezTo>
                <a:cubicBezTo>
                  <a:pt x="9840" y="16752"/>
                  <a:pt x="8618" y="14550"/>
                  <a:pt x="7527" y="12198"/>
                </a:cubicBezTo>
                <a:cubicBezTo>
                  <a:pt x="6950" y="10556"/>
                  <a:pt x="7118" y="6977"/>
                  <a:pt x="6388" y="4397"/>
                </a:cubicBezTo>
                <a:cubicBezTo>
                  <a:pt x="5839" y="2654"/>
                  <a:pt x="2797" y="1849"/>
                  <a:pt x="1264" y="3738"/>
                </a:cubicBezTo>
                <a:cubicBezTo>
                  <a:pt x="517" y="4749"/>
                  <a:pt x="842" y="7001"/>
                  <a:pt x="2872" y="6650"/>
                </a:cubicBezTo>
                <a:cubicBezTo>
                  <a:pt x="2054" y="7638"/>
                  <a:pt x="2110" y="9170"/>
                  <a:pt x="2538" y="10369"/>
                </a:cubicBezTo>
                <a:cubicBezTo>
                  <a:pt x="-358" y="7079"/>
                  <a:pt x="-346" y="4212"/>
                  <a:pt x="475" y="2768"/>
                </a:cubicBezTo>
                <a:cubicBezTo>
                  <a:pt x="1821" y="760"/>
                  <a:pt x="4151" y="447"/>
                  <a:pt x="6875" y="1526"/>
                </a:cubicBezTo>
                <a:cubicBezTo>
                  <a:pt x="8179" y="1963"/>
                  <a:pt x="8231" y="38"/>
                  <a:pt x="10422" y="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01" name="Shape 945"/>
          <p:cNvSpPr/>
          <p:nvPr/>
        </p:nvSpPr>
        <p:spPr>
          <a:xfrm>
            <a:off x="7679627" y="1441216"/>
            <a:ext cx="360000" cy="1843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59" y="8340"/>
                </a:moveTo>
                <a:cubicBezTo>
                  <a:pt x="10911" y="8340"/>
                  <a:pt x="10630" y="8890"/>
                  <a:pt x="10630" y="9570"/>
                </a:cubicBezTo>
                <a:cubicBezTo>
                  <a:pt x="10630" y="10249"/>
                  <a:pt x="10911" y="10799"/>
                  <a:pt x="11259" y="10799"/>
                </a:cubicBezTo>
                <a:cubicBezTo>
                  <a:pt x="11607" y="10799"/>
                  <a:pt x="11889" y="10249"/>
                  <a:pt x="11889" y="9570"/>
                </a:cubicBezTo>
                <a:cubicBezTo>
                  <a:pt x="11889" y="8890"/>
                  <a:pt x="11607" y="8340"/>
                  <a:pt x="11259" y="8340"/>
                </a:cubicBezTo>
                <a:close/>
                <a:moveTo>
                  <a:pt x="10800" y="7330"/>
                </a:moveTo>
                <a:cubicBezTo>
                  <a:pt x="11848" y="7330"/>
                  <a:pt x="12697" y="8989"/>
                  <a:pt x="12697" y="11035"/>
                </a:cubicBezTo>
                <a:cubicBezTo>
                  <a:pt x="12697" y="13080"/>
                  <a:pt x="11848" y="14739"/>
                  <a:pt x="10800" y="14739"/>
                </a:cubicBezTo>
                <a:cubicBezTo>
                  <a:pt x="9752" y="14739"/>
                  <a:pt x="8902" y="13080"/>
                  <a:pt x="8902" y="11035"/>
                </a:cubicBezTo>
                <a:cubicBezTo>
                  <a:pt x="8902" y="8989"/>
                  <a:pt x="9752" y="7330"/>
                  <a:pt x="10800" y="7330"/>
                </a:cubicBezTo>
                <a:close/>
                <a:moveTo>
                  <a:pt x="10800" y="5614"/>
                </a:moveTo>
                <a:cubicBezTo>
                  <a:pt x="9267" y="5614"/>
                  <a:pt x="8023" y="8041"/>
                  <a:pt x="8023" y="11035"/>
                </a:cubicBezTo>
                <a:cubicBezTo>
                  <a:pt x="8023" y="14028"/>
                  <a:pt x="9267" y="16455"/>
                  <a:pt x="10800" y="16455"/>
                </a:cubicBezTo>
                <a:cubicBezTo>
                  <a:pt x="12333" y="16455"/>
                  <a:pt x="13576" y="14028"/>
                  <a:pt x="13576" y="11035"/>
                </a:cubicBezTo>
                <a:cubicBezTo>
                  <a:pt x="13576" y="8041"/>
                  <a:pt x="12333" y="5614"/>
                  <a:pt x="10800" y="5614"/>
                </a:cubicBezTo>
                <a:close/>
                <a:moveTo>
                  <a:pt x="12126" y="3392"/>
                </a:moveTo>
                <a:cubicBezTo>
                  <a:pt x="13771" y="4440"/>
                  <a:pt x="14951" y="7469"/>
                  <a:pt x="14951" y="11035"/>
                </a:cubicBezTo>
                <a:cubicBezTo>
                  <a:pt x="14951" y="13804"/>
                  <a:pt x="14239" y="16248"/>
                  <a:pt x="13152" y="17704"/>
                </a:cubicBezTo>
                <a:cubicBezTo>
                  <a:pt x="15977" y="16091"/>
                  <a:pt x="18774" y="12578"/>
                  <a:pt x="18835" y="11033"/>
                </a:cubicBezTo>
                <a:lnTo>
                  <a:pt x="18871" y="11033"/>
                </a:lnTo>
                <a:lnTo>
                  <a:pt x="18853" y="10968"/>
                </a:lnTo>
                <a:lnTo>
                  <a:pt x="18871" y="10905"/>
                </a:lnTo>
                <a:lnTo>
                  <a:pt x="18837" y="10905"/>
                </a:lnTo>
                <a:cubicBezTo>
                  <a:pt x="18420" y="9162"/>
                  <a:pt x="15178" y="4726"/>
                  <a:pt x="12126" y="3392"/>
                </a:cubicBezTo>
                <a:close/>
                <a:moveTo>
                  <a:pt x="9772" y="3212"/>
                </a:moveTo>
                <a:cubicBezTo>
                  <a:pt x="6308" y="4242"/>
                  <a:pt x="2729" y="9405"/>
                  <a:pt x="2729" y="10966"/>
                </a:cubicBezTo>
                <a:lnTo>
                  <a:pt x="2729" y="10969"/>
                </a:lnTo>
                <a:cubicBezTo>
                  <a:pt x="2812" y="12306"/>
                  <a:pt x="5621" y="16400"/>
                  <a:pt x="8679" y="17967"/>
                </a:cubicBezTo>
                <a:cubicBezTo>
                  <a:pt x="7460" y="16578"/>
                  <a:pt x="6649" y="13991"/>
                  <a:pt x="6649" y="11035"/>
                </a:cubicBezTo>
                <a:cubicBezTo>
                  <a:pt x="6649" y="7254"/>
                  <a:pt x="7975" y="4079"/>
                  <a:pt x="9772" y="3212"/>
                </a:cubicBezTo>
                <a:close/>
                <a:moveTo>
                  <a:pt x="10777" y="0"/>
                </a:moveTo>
                <a:cubicBezTo>
                  <a:pt x="15281" y="453"/>
                  <a:pt x="20913" y="8166"/>
                  <a:pt x="21554" y="10946"/>
                </a:cubicBezTo>
                <a:lnTo>
                  <a:pt x="21600" y="10946"/>
                </a:lnTo>
                <a:lnTo>
                  <a:pt x="21577" y="11033"/>
                </a:lnTo>
                <a:lnTo>
                  <a:pt x="21600" y="11124"/>
                </a:lnTo>
                <a:lnTo>
                  <a:pt x="21552" y="11123"/>
                </a:lnTo>
                <a:cubicBezTo>
                  <a:pt x="21447" y="13883"/>
                  <a:pt x="15276" y="21167"/>
                  <a:pt x="10777" y="21600"/>
                </a:cubicBezTo>
                <a:cubicBezTo>
                  <a:pt x="5775" y="21363"/>
                  <a:pt x="136" y="13314"/>
                  <a:pt x="0" y="11035"/>
                </a:cubicBezTo>
                <a:lnTo>
                  <a:pt x="0" y="11031"/>
                </a:lnTo>
                <a:cubicBezTo>
                  <a:pt x="0" y="8652"/>
                  <a:pt x="5775" y="247"/>
                  <a:pt x="10777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02" name="Shape 946"/>
          <p:cNvSpPr/>
          <p:nvPr/>
        </p:nvSpPr>
        <p:spPr>
          <a:xfrm>
            <a:off x="6066102" y="1368147"/>
            <a:ext cx="264162" cy="3305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22" h="20204" extrusionOk="0">
                <a:moveTo>
                  <a:pt x="14488" y="2967"/>
                </a:moveTo>
                <a:cubicBezTo>
                  <a:pt x="15169" y="2978"/>
                  <a:pt x="15762" y="3083"/>
                  <a:pt x="16209" y="3287"/>
                </a:cubicBezTo>
                <a:cubicBezTo>
                  <a:pt x="19294" y="5549"/>
                  <a:pt x="12014" y="5988"/>
                  <a:pt x="13160" y="6511"/>
                </a:cubicBezTo>
                <a:cubicBezTo>
                  <a:pt x="15599" y="7882"/>
                  <a:pt x="17705" y="9721"/>
                  <a:pt x="18481" y="11686"/>
                </a:cubicBezTo>
                <a:cubicBezTo>
                  <a:pt x="19387" y="14076"/>
                  <a:pt x="21290" y="18460"/>
                  <a:pt x="17207" y="19874"/>
                </a:cubicBezTo>
                <a:cubicBezTo>
                  <a:pt x="7007" y="21599"/>
                  <a:pt x="1186" y="16240"/>
                  <a:pt x="78" y="11432"/>
                </a:cubicBezTo>
                <a:cubicBezTo>
                  <a:pt x="-310" y="10032"/>
                  <a:pt x="798" y="8165"/>
                  <a:pt x="2406" y="7274"/>
                </a:cubicBezTo>
                <a:cubicBezTo>
                  <a:pt x="3182" y="6723"/>
                  <a:pt x="2683" y="5450"/>
                  <a:pt x="2628" y="4178"/>
                </a:cubicBezTo>
                <a:cubicBezTo>
                  <a:pt x="2406" y="2947"/>
                  <a:pt x="6175" y="2184"/>
                  <a:pt x="5399" y="7529"/>
                </a:cubicBezTo>
                <a:cubicBezTo>
                  <a:pt x="6931" y="4622"/>
                  <a:pt x="11536" y="2920"/>
                  <a:pt x="14488" y="2967"/>
                </a:cubicBezTo>
                <a:close/>
                <a:moveTo>
                  <a:pt x="8326" y="0"/>
                </a:moveTo>
                <a:cubicBezTo>
                  <a:pt x="9065" y="22"/>
                  <a:pt x="9262" y="1781"/>
                  <a:pt x="9557" y="1675"/>
                </a:cubicBezTo>
                <a:cubicBezTo>
                  <a:pt x="10166" y="1731"/>
                  <a:pt x="10277" y="133"/>
                  <a:pt x="11386" y="275"/>
                </a:cubicBezTo>
                <a:cubicBezTo>
                  <a:pt x="11940" y="444"/>
                  <a:pt x="11164" y="1378"/>
                  <a:pt x="11053" y="1929"/>
                </a:cubicBezTo>
                <a:lnTo>
                  <a:pt x="12328" y="2820"/>
                </a:lnTo>
                <a:cubicBezTo>
                  <a:pt x="7912" y="3357"/>
                  <a:pt x="7321" y="4913"/>
                  <a:pt x="6120" y="5917"/>
                </a:cubicBezTo>
                <a:lnTo>
                  <a:pt x="5732" y="4008"/>
                </a:lnTo>
                <a:lnTo>
                  <a:pt x="6397" y="3244"/>
                </a:lnTo>
                <a:cubicBezTo>
                  <a:pt x="5787" y="2693"/>
                  <a:pt x="3626" y="2268"/>
                  <a:pt x="4568" y="1590"/>
                </a:cubicBezTo>
                <a:cubicBezTo>
                  <a:pt x="6009" y="614"/>
                  <a:pt x="7007" y="2099"/>
                  <a:pt x="8226" y="2353"/>
                </a:cubicBezTo>
                <a:cubicBezTo>
                  <a:pt x="8208" y="1576"/>
                  <a:pt x="6471" y="628"/>
                  <a:pt x="8171" y="20"/>
                </a:cubicBezTo>
                <a:cubicBezTo>
                  <a:pt x="8225" y="5"/>
                  <a:pt x="8277" y="-1"/>
                  <a:pt x="8326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03" name="Shape 947"/>
          <p:cNvSpPr/>
          <p:nvPr/>
        </p:nvSpPr>
        <p:spPr>
          <a:xfrm>
            <a:off x="7124399" y="1368837"/>
            <a:ext cx="330674" cy="329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601" y="0"/>
                </a:moveTo>
                <a:cubicBezTo>
                  <a:pt x="3217" y="0"/>
                  <a:pt x="3778" y="234"/>
                  <a:pt x="4196" y="625"/>
                </a:cubicBezTo>
                <a:cubicBezTo>
                  <a:pt x="4614" y="234"/>
                  <a:pt x="5176" y="0"/>
                  <a:pt x="5791" y="0"/>
                </a:cubicBezTo>
                <a:cubicBezTo>
                  <a:pt x="6407" y="0"/>
                  <a:pt x="6969" y="234"/>
                  <a:pt x="7387" y="625"/>
                </a:cubicBezTo>
                <a:cubicBezTo>
                  <a:pt x="7805" y="234"/>
                  <a:pt x="8366" y="0"/>
                  <a:pt x="8982" y="0"/>
                </a:cubicBezTo>
                <a:cubicBezTo>
                  <a:pt x="9598" y="0"/>
                  <a:pt x="10160" y="234"/>
                  <a:pt x="10577" y="625"/>
                </a:cubicBezTo>
                <a:cubicBezTo>
                  <a:pt x="10995" y="234"/>
                  <a:pt x="11557" y="0"/>
                  <a:pt x="12173" y="0"/>
                </a:cubicBezTo>
                <a:cubicBezTo>
                  <a:pt x="12789" y="0"/>
                  <a:pt x="13350" y="234"/>
                  <a:pt x="13768" y="625"/>
                </a:cubicBezTo>
                <a:cubicBezTo>
                  <a:pt x="14186" y="234"/>
                  <a:pt x="14747" y="0"/>
                  <a:pt x="15363" y="0"/>
                </a:cubicBezTo>
                <a:cubicBezTo>
                  <a:pt x="15979" y="0"/>
                  <a:pt x="16541" y="234"/>
                  <a:pt x="16959" y="625"/>
                </a:cubicBezTo>
                <a:cubicBezTo>
                  <a:pt x="17376" y="234"/>
                  <a:pt x="17938" y="0"/>
                  <a:pt x="18554" y="0"/>
                </a:cubicBezTo>
                <a:cubicBezTo>
                  <a:pt x="19872" y="0"/>
                  <a:pt x="20941" y="1074"/>
                  <a:pt x="20941" y="2398"/>
                </a:cubicBezTo>
                <a:cubicBezTo>
                  <a:pt x="20941" y="2785"/>
                  <a:pt x="20850" y="3151"/>
                  <a:pt x="20679" y="3470"/>
                </a:cubicBezTo>
                <a:cubicBezTo>
                  <a:pt x="21242" y="3901"/>
                  <a:pt x="21600" y="4583"/>
                  <a:pt x="21600" y="5350"/>
                </a:cubicBezTo>
                <a:cubicBezTo>
                  <a:pt x="21600" y="6063"/>
                  <a:pt x="21290" y="6704"/>
                  <a:pt x="20791" y="7136"/>
                </a:cubicBezTo>
                <a:cubicBezTo>
                  <a:pt x="21290" y="7569"/>
                  <a:pt x="21600" y="8210"/>
                  <a:pt x="21600" y="8923"/>
                </a:cubicBezTo>
                <a:cubicBezTo>
                  <a:pt x="21600" y="9637"/>
                  <a:pt x="21290" y="10278"/>
                  <a:pt x="20791" y="10710"/>
                </a:cubicBezTo>
                <a:cubicBezTo>
                  <a:pt x="21290" y="11142"/>
                  <a:pt x="21600" y="11783"/>
                  <a:pt x="21600" y="12497"/>
                </a:cubicBezTo>
                <a:cubicBezTo>
                  <a:pt x="21600" y="13821"/>
                  <a:pt x="20531" y="14895"/>
                  <a:pt x="19213" y="14895"/>
                </a:cubicBezTo>
                <a:lnTo>
                  <a:pt x="19054" y="14879"/>
                </a:lnTo>
                <a:cubicBezTo>
                  <a:pt x="18665" y="15650"/>
                  <a:pt x="17867" y="16172"/>
                  <a:pt x="16947" y="16172"/>
                </a:cubicBezTo>
                <a:cubicBezTo>
                  <a:pt x="16607" y="16172"/>
                  <a:pt x="16283" y="16100"/>
                  <a:pt x="15991" y="15969"/>
                </a:cubicBezTo>
                <a:cubicBezTo>
                  <a:pt x="15562" y="16507"/>
                  <a:pt x="14900" y="16845"/>
                  <a:pt x="14160" y="16845"/>
                </a:cubicBezTo>
                <a:lnTo>
                  <a:pt x="13921" y="16821"/>
                </a:lnTo>
                <a:cubicBezTo>
                  <a:pt x="13769" y="17108"/>
                  <a:pt x="13558" y="17359"/>
                  <a:pt x="13293" y="17543"/>
                </a:cubicBezTo>
                <a:cubicBezTo>
                  <a:pt x="13709" y="17971"/>
                  <a:pt x="13962" y="18557"/>
                  <a:pt x="13962" y="19202"/>
                </a:cubicBezTo>
                <a:cubicBezTo>
                  <a:pt x="13962" y="20526"/>
                  <a:pt x="12893" y="21600"/>
                  <a:pt x="11575" y="21600"/>
                </a:cubicBezTo>
                <a:cubicBezTo>
                  <a:pt x="10256" y="21600"/>
                  <a:pt x="9188" y="20526"/>
                  <a:pt x="9188" y="19202"/>
                </a:cubicBezTo>
                <a:cubicBezTo>
                  <a:pt x="9188" y="18433"/>
                  <a:pt x="9547" y="17749"/>
                  <a:pt x="10113" y="17319"/>
                </a:cubicBezTo>
                <a:cubicBezTo>
                  <a:pt x="9702" y="16892"/>
                  <a:pt x="9452" y="16310"/>
                  <a:pt x="9452" y="15670"/>
                </a:cubicBezTo>
                <a:cubicBezTo>
                  <a:pt x="9452" y="14345"/>
                  <a:pt x="10521" y="13271"/>
                  <a:pt x="11839" y="13271"/>
                </a:cubicBezTo>
                <a:lnTo>
                  <a:pt x="12079" y="13296"/>
                </a:lnTo>
                <a:cubicBezTo>
                  <a:pt x="12475" y="12550"/>
                  <a:pt x="13260" y="12049"/>
                  <a:pt x="14160" y="12049"/>
                </a:cubicBezTo>
                <a:cubicBezTo>
                  <a:pt x="14500" y="12049"/>
                  <a:pt x="14824" y="12120"/>
                  <a:pt x="15116" y="12252"/>
                </a:cubicBezTo>
                <a:cubicBezTo>
                  <a:pt x="15546" y="11714"/>
                  <a:pt x="16207" y="11375"/>
                  <a:pt x="16947" y="11375"/>
                </a:cubicBezTo>
                <a:lnTo>
                  <a:pt x="17106" y="11391"/>
                </a:lnTo>
                <a:cubicBezTo>
                  <a:pt x="17234" y="11129"/>
                  <a:pt x="17416" y="10899"/>
                  <a:pt x="17634" y="10710"/>
                </a:cubicBezTo>
                <a:cubicBezTo>
                  <a:pt x="17136" y="10278"/>
                  <a:pt x="16826" y="9637"/>
                  <a:pt x="16826" y="8923"/>
                </a:cubicBezTo>
                <a:cubicBezTo>
                  <a:pt x="16826" y="8210"/>
                  <a:pt x="17136" y="7569"/>
                  <a:pt x="17634" y="7136"/>
                </a:cubicBezTo>
                <a:cubicBezTo>
                  <a:pt x="17136" y="6704"/>
                  <a:pt x="16826" y="6063"/>
                  <a:pt x="16826" y="5350"/>
                </a:cubicBezTo>
                <a:cubicBezTo>
                  <a:pt x="16826" y="4963"/>
                  <a:pt x="16917" y="4597"/>
                  <a:pt x="17088" y="4278"/>
                </a:cubicBezTo>
                <a:lnTo>
                  <a:pt x="16968" y="4163"/>
                </a:lnTo>
                <a:cubicBezTo>
                  <a:pt x="16549" y="4558"/>
                  <a:pt x="15984" y="4796"/>
                  <a:pt x="15363" y="4796"/>
                </a:cubicBezTo>
                <a:cubicBezTo>
                  <a:pt x="14747" y="4796"/>
                  <a:pt x="14186" y="4562"/>
                  <a:pt x="13768" y="4171"/>
                </a:cubicBezTo>
                <a:cubicBezTo>
                  <a:pt x="13350" y="4562"/>
                  <a:pt x="12789" y="4796"/>
                  <a:pt x="12173" y="4796"/>
                </a:cubicBezTo>
                <a:cubicBezTo>
                  <a:pt x="11557" y="4796"/>
                  <a:pt x="10995" y="4562"/>
                  <a:pt x="10577" y="4171"/>
                </a:cubicBezTo>
                <a:cubicBezTo>
                  <a:pt x="10160" y="4562"/>
                  <a:pt x="9598" y="4796"/>
                  <a:pt x="8982" y="4796"/>
                </a:cubicBezTo>
                <a:cubicBezTo>
                  <a:pt x="8366" y="4796"/>
                  <a:pt x="7805" y="4562"/>
                  <a:pt x="7387" y="4171"/>
                </a:cubicBezTo>
                <a:cubicBezTo>
                  <a:pt x="6969" y="4562"/>
                  <a:pt x="6407" y="4796"/>
                  <a:pt x="5791" y="4796"/>
                </a:cubicBezTo>
                <a:cubicBezTo>
                  <a:pt x="5172" y="4796"/>
                  <a:pt x="4608" y="4559"/>
                  <a:pt x="4189" y="4165"/>
                </a:cubicBezTo>
                <a:cubicBezTo>
                  <a:pt x="4171" y="4192"/>
                  <a:pt x="4147" y="4212"/>
                  <a:pt x="4122" y="4232"/>
                </a:cubicBezTo>
                <a:cubicBezTo>
                  <a:pt x="4591" y="4665"/>
                  <a:pt x="4881" y="5287"/>
                  <a:pt x="4881" y="5977"/>
                </a:cubicBezTo>
                <a:cubicBezTo>
                  <a:pt x="4881" y="6678"/>
                  <a:pt x="4582" y="7309"/>
                  <a:pt x="4100" y="7741"/>
                </a:cubicBezTo>
                <a:cubicBezTo>
                  <a:pt x="4518" y="8171"/>
                  <a:pt x="4774" y="8759"/>
                  <a:pt x="4774" y="9407"/>
                </a:cubicBezTo>
                <a:cubicBezTo>
                  <a:pt x="4774" y="9996"/>
                  <a:pt x="4563" y="10536"/>
                  <a:pt x="4204" y="10946"/>
                </a:cubicBezTo>
                <a:cubicBezTo>
                  <a:pt x="4624" y="11376"/>
                  <a:pt x="4881" y="11965"/>
                  <a:pt x="4881" y="12615"/>
                </a:cubicBezTo>
                <a:cubicBezTo>
                  <a:pt x="4881" y="13666"/>
                  <a:pt x="4208" y="14559"/>
                  <a:pt x="3268" y="14873"/>
                </a:cubicBezTo>
                <a:lnTo>
                  <a:pt x="3268" y="15961"/>
                </a:lnTo>
                <a:cubicBezTo>
                  <a:pt x="3268" y="16449"/>
                  <a:pt x="2874" y="16845"/>
                  <a:pt x="2387" y="16845"/>
                </a:cubicBezTo>
                <a:cubicBezTo>
                  <a:pt x="1901" y="16845"/>
                  <a:pt x="1506" y="16449"/>
                  <a:pt x="1506" y="15961"/>
                </a:cubicBezTo>
                <a:lnTo>
                  <a:pt x="1506" y="14793"/>
                </a:lnTo>
                <a:cubicBezTo>
                  <a:pt x="680" y="14420"/>
                  <a:pt x="107" y="13585"/>
                  <a:pt x="107" y="12615"/>
                </a:cubicBezTo>
                <a:cubicBezTo>
                  <a:pt x="107" y="12026"/>
                  <a:pt x="318" y="11487"/>
                  <a:pt x="677" y="11076"/>
                </a:cubicBezTo>
                <a:cubicBezTo>
                  <a:pt x="257" y="10646"/>
                  <a:pt x="0" y="10057"/>
                  <a:pt x="0" y="9407"/>
                </a:cubicBezTo>
                <a:cubicBezTo>
                  <a:pt x="0" y="8706"/>
                  <a:pt x="299" y="8076"/>
                  <a:pt x="781" y="7643"/>
                </a:cubicBezTo>
                <a:cubicBezTo>
                  <a:pt x="363" y="7214"/>
                  <a:pt x="107" y="6626"/>
                  <a:pt x="107" y="5977"/>
                </a:cubicBezTo>
                <a:cubicBezTo>
                  <a:pt x="107" y="5237"/>
                  <a:pt x="441" y="4575"/>
                  <a:pt x="973" y="4144"/>
                </a:cubicBezTo>
                <a:cubicBezTo>
                  <a:pt x="504" y="3711"/>
                  <a:pt x="214" y="3088"/>
                  <a:pt x="214" y="2398"/>
                </a:cubicBezTo>
                <a:cubicBezTo>
                  <a:pt x="214" y="1074"/>
                  <a:pt x="1282" y="0"/>
                  <a:pt x="2601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04" name="Shape 948"/>
          <p:cNvSpPr/>
          <p:nvPr/>
        </p:nvSpPr>
        <p:spPr>
          <a:xfrm>
            <a:off x="8293275" y="1404641"/>
            <a:ext cx="193443" cy="257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887" h="21049" extrusionOk="0">
                <a:moveTo>
                  <a:pt x="3022" y="154"/>
                </a:moveTo>
                <a:cubicBezTo>
                  <a:pt x="-1893" y="2300"/>
                  <a:pt x="163" y="6693"/>
                  <a:pt x="2370" y="11616"/>
                </a:cubicBezTo>
                <a:cubicBezTo>
                  <a:pt x="2487" y="17185"/>
                  <a:pt x="4008" y="20990"/>
                  <a:pt x="5179" y="21049"/>
                </a:cubicBezTo>
                <a:cubicBezTo>
                  <a:pt x="7486" y="20976"/>
                  <a:pt x="5730" y="12438"/>
                  <a:pt x="8940" y="12585"/>
                </a:cubicBezTo>
                <a:cubicBezTo>
                  <a:pt x="11615" y="12571"/>
                  <a:pt x="10830" y="21196"/>
                  <a:pt x="12551" y="21005"/>
                </a:cubicBezTo>
                <a:cubicBezTo>
                  <a:pt x="15059" y="20167"/>
                  <a:pt x="14708" y="14084"/>
                  <a:pt x="15761" y="11307"/>
                </a:cubicBezTo>
                <a:cubicBezTo>
                  <a:pt x="18018" y="6980"/>
                  <a:pt x="19707" y="419"/>
                  <a:pt x="14156" y="110"/>
                </a:cubicBezTo>
                <a:lnTo>
                  <a:pt x="8639" y="992"/>
                </a:lnTo>
                <a:cubicBezTo>
                  <a:pt x="6767" y="713"/>
                  <a:pt x="4995" y="-404"/>
                  <a:pt x="3022" y="154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009" name="Shape 949"/>
          <p:cNvGrpSpPr/>
          <p:nvPr/>
        </p:nvGrpSpPr>
        <p:grpSpPr>
          <a:xfrm>
            <a:off x="6600126" y="2045495"/>
            <a:ext cx="234081" cy="397761"/>
            <a:chOff x="0" y="0"/>
            <a:chExt cx="234079" cy="397759"/>
          </a:xfrm>
        </p:grpSpPr>
        <p:sp>
          <p:nvSpPr>
            <p:cNvPr id="1005" name="Shape 950"/>
            <p:cNvSpPr/>
            <p:nvPr/>
          </p:nvSpPr>
          <p:spPr>
            <a:xfrm>
              <a:off x="60321" y="0"/>
              <a:ext cx="173759" cy="1165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78" h="17881" extrusionOk="0">
                  <a:moveTo>
                    <a:pt x="10407" y="3598"/>
                  </a:moveTo>
                  <a:cubicBezTo>
                    <a:pt x="7789" y="2473"/>
                    <a:pt x="3930" y="-891"/>
                    <a:pt x="2553" y="224"/>
                  </a:cubicBezTo>
                  <a:cubicBezTo>
                    <a:pt x="1341" y="1269"/>
                    <a:pt x="2198" y="3784"/>
                    <a:pt x="1917" y="5389"/>
                  </a:cubicBezTo>
                  <a:cubicBezTo>
                    <a:pt x="1330" y="6634"/>
                    <a:pt x="-549" y="8018"/>
                    <a:pt x="157" y="9122"/>
                  </a:cubicBezTo>
                  <a:cubicBezTo>
                    <a:pt x="2139" y="11784"/>
                    <a:pt x="7276" y="12556"/>
                    <a:pt x="8276" y="13048"/>
                  </a:cubicBezTo>
                  <a:cubicBezTo>
                    <a:pt x="9060" y="12920"/>
                    <a:pt x="8809" y="11813"/>
                    <a:pt x="9179" y="10986"/>
                  </a:cubicBezTo>
                  <a:lnTo>
                    <a:pt x="11176" y="11967"/>
                  </a:lnTo>
                  <a:cubicBezTo>
                    <a:pt x="11055" y="15651"/>
                    <a:pt x="13829" y="14926"/>
                    <a:pt x="15465" y="16091"/>
                  </a:cubicBezTo>
                  <a:cubicBezTo>
                    <a:pt x="21051" y="20709"/>
                    <a:pt x="19450" y="15179"/>
                    <a:pt x="19090" y="13079"/>
                  </a:cubicBezTo>
                  <a:cubicBezTo>
                    <a:pt x="17641" y="12068"/>
                    <a:pt x="16967" y="11827"/>
                    <a:pt x="15259" y="11167"/>
                  </a:cubicBezTo>
                  <a:cubicBezTo>
                    <a:pt x="15594" y="10015"/>
                    <a:pt x="16808" y="8444"/>
                    <a:pt x="16264" y="7712"/>
                  </a:cubicBezTo>
                  <a:cubicBezTo>
                    <a:pt x="15162" y="7142"/>
                    <a:pt x="13595" y="6711"/>
                    <a:pt x="12545" y="6070"/>
                  </a:cubicBezTo>
                  <a:cubicBezTo>
                    <a:pt x="12099" y="6688"/>
                    <a:pt x="12066" y="7305"/>
                    <a:pt x="11827" y="7922"/>
                  </a:cubicBezTo>
                  <a:lnTo>
                    <a:pt x="9963" y="6841"/>
                  </a:lnTo>
                  <a:lnTo>
                    <a:pt x="10407" y="3598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06" name="Shape 951"/>
            <p:cNvSpPr/>
            <p:nvPr/>
          </p:nvSpPr>
          <p:spPr>
            <a:xfrm rot="21253755">
              <a:off x="24191" y="74495"/>
              <a:ext cx="173759" cy="116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78" h="17881" extrusionOk="0">
                  <a:moveTo>
                    <a:pt x="10407" y="3598"/>
                  </a:moveTo>
                  <a:cubicBezTo>
                    <a:pt x="7789" y="2473"/>
                    <a:pt x="3930" y="-891"/>
                    <a:pt x="2553" y="224"/>
                  </a:cubicBezTo>
                  <a:cubicBezTo>
                    <a:pt x="1341" y="1269"/>
                    <a:pt x="2198" y="3784"/>
                    <a:pt x="1917" y="5389"/>
                  </a:cubicBezTo>
                  <a:cubicBezTo>
                    <a:pt x="1330" y="6634"/>
                    <a:pt x="-549" y="8018"/>
                    <a:pt x="157" y="9122"/>
                  </a:cubicBezTo>
                  <a:cubicBezTo>
                    <a:pt x="2139" y="11784"/>
                    <a:pt x="7276" y="12556"/>
                    <a:pt x="8276" y="13048"/>
                  </a:cubicBezTo>
                  <a:cubicBezTo>
                    <a:pt x="9060" y="12920"/>
                    <a:pt x="8809" y="11813"/>
                    <a:pt x="9179" y="10986"/>
                  </a:cubicBezTo>
                  <a:lnTo>
                    <a:pt x="11176" y="11967"/>
                  </a:lnTo>
                  <a:cubicBezTo>
                    <a:pt x="11055" y="15651"/>
                    <a:pt x="13829" y="14926"/>
                    <a:pt x="15465" y="16091"/>
                  </a:cubicBezTo>
                  <a:cubicBezTo>
                    <a:pt x="21051" y="20709"/>
                    <a:pt x="19450" y="15179"/>
                    <a:pt x="19090" y="13079"/>
                  </a:cubicBezTo>
                  <a:cubicBezTo>
                    <a:pt x="17641" y="12068"/>
                    <a:pt x="16967" y="11827"/>
                    <a:pt x="15259" y="11167"/>
                  </a:cubicBezTo>
                  <a:cubicBezTo>
                    <a:pt x="15594" y="10015"/>
                    <a:pt x="16808" y="8444"/>
                    <a:pt x="16264" y="7712"/>
                  </a:cubicBezTo>
                  <a:cubicBezTo>
                    <a:pt x="15162" y="7142"/>
                    <a:pt x="13595" y="6711"/>
                    <a:pt x="12545" y="6070"/>
                  </a:cubicBezTo>
                  <a:cubicBezTo>
                    <a:pt x="12099" y="6688"/>
                    <a:pt x="12066" y="7305"/>
                    <a:pt x="11827" y="7922"/>
                  </a:cubicBezTo>
                  <a:lnTo>
                    <a:pt x="9963" y="6841"/>
                  </a:lnTo>
                  <a:lnTo>
                    <a:pt x="10407" y="3598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07" name="Shape 952"/>
            <p:cNvSpPr/>
            <p:nvPr/>
          </p:nvSpPr>
          <p:spPr>
            <a:xfrm rot="20634644">
              <a:off x="12748" y="161346"/>
              <a:ext cx="173759" cy="1165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78" h="17881" extrusionOk="0">
                  <a:moveTo>
                    <a:pt x="10407" y="3598"/>
                  </a:moveTo>
                  <a:cubicBezTo>
                    <a:pt x="7789" y="2473"/>
                    <a:pt x="3930" y="-891"/>
                    <a:pt x="2553" y="224"/>
                  </a:cubicBezTo>
                  <a:cubicBezTo>
                    <a:pt x="1341" y="1269"/>
                    <a:pt x="2198" y="3784"/>
                    <a:pt x="1917" y="5389"/>
                  </a:cubicBezTo>
                  <a:cubicBezTo>
                    <a:pt x="1330" y="6634"/>
                    <a:pt x="-549" y="8018"/>
                    <a:pt x="157" y="9122"/>
                  </a:cubicBezTo>
                  <a:cubicBezTo>
                    <a:pt x="2139" y="11784"/>
                    <a:pt x="7276" y="12556"/>
                    <a:pt x="8276" y="13048"/>
                  </a:cubicBezTo>
                  <a:cubicBezTo>
                    <a:pt x="9060" y="12920"/>
                    <a:pt x="8809" y="11813"/>
                    <a:pt x="9179" y="10986"/>
                  </a:cubicBezTo>
                  <a:lnTo>
                    <a:pt x="11176" y="11967"/>
                  </a:lnTo>
                  <a:cubicBezTo>
                    <a:pt x="11055" y="15651"/>
                    <a:pt x="13829" y="14926"/>
                    <a:pt x="15465" y="16091"/>
                  </a:cubicBezTo>
                  <a:cubicBezTo>
                    <a:pt x="21051" y="20709"/>
                    <a:pt x="19450" y="15179"/>
                    <a:pt x="19090" y="13079"/>
                  </a:cubicBezTo>
                  <a:cubicBezTo>
                    <a:pt x="17641" y="12068"/>
                    <a:pt x="16967" y="11827"/>
                    <a:pt x="15259" y="11167"/>
                  </a:cubicBezTo>
                  <a:cubicBezTo>
                    <a:pt x="15594" y="10015"/>
                    <a:pt x="16808" y="8444"/>
                    <a:pt x="16264" y="7712"/>
                  </a:cubicBezTo>
                  <a:cubicBezTo>
                    <a:pt x="15162" y="7142"/>
                    <a:pt x="13595" y="6711"/>
                    <a:pt x="12545" y="6070"/>
                  </a:cubicBezTo>
                  <a:cubicBezTo>
                    <a:pt x="12099" y="6688"/>
                    <a:pt x="12066" y="7305"/>
                    <a:pt x="11827" y="7922"/>
                  </a:cubicBezTo>
                  <a:lnTo>
                    <a:pt x="9963" y="6841"/>
                  </a:lnTo>
                  <a:lnTo>
                    <a:pt x="10407" y="3598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08" name="Shape 953"/>
            <p:cNvSpPr/>
            <p:nvPr/>
          </p:nvSpPr>
          <p:spPr>
            <a:xfrm rot="19632933">
              <a:off x="34222" y="243438"/>
              <a:ext cx="173759" cy="1165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78" h="17881" extrusionOk="0">
                  <a:moveTo>
                    <a:pt x="10407" y="3598"/>
                  </a:moveTo>
                  <a:cubicBezTo>
                    <a:pt x="7789" y="2473"/>
                    <a:pt x="3930" y="-891"/>
                    <a:pt x="2553" y="224"/>
                  </a:cubicBezTo>
                  <a:cubicBezTo>
                    <a:pt x="1341" y="1269"/>
                    <a:pt x="2198" y="3784"/>
                    <a:pt x="1917" y="5389"/>
                  </a:cubicBezTo>
                  <a:cubicBezTo>
                    <a:pt x="1330" y="6634"/>
                    <a:pt x="-549" y="8018"/>
                    <a:pt x="157" y="9122"/>
                  </a:cubicBezTo>
                  <a:cubicBezTo>
                    <a:pt x="2139" y="11784"/>
                    <a:pt x="7276" y="12556"/>
                    <a:pt x="8276" y="13048"/>
                  </a:cubicBezTo>
                  <a:cubicBezTo>
                    <a:pt x="9060" y="12920"/>
                    <a:pt x="8809" y="11813"/>
                    <a:pt x="9179" y="10986"/>
                  </a:cubicBezTo>
                  <a:lnTo>
                    <a:pt x="11176" y="11967"/>
                  </a:lnTo>
                  <a:cubicBezTo>
                    <a:pt x="11055" y="15651"/>
                    <a:pt x="13829" y="14926"/>
                    <a:pt x="15465" y="16091"/>
                  </a:cubicBezTo>
                  <a:cubicBezTo>
                    <a:pt x="21051" y="20709"/>
                    <a:pt x="19450" y="15179"/>
                    <a:pt x="19090" y="13079"/>
                  </a:cubicBezTo>
                  <a:cubicBezTo>
                    <a:pt x="17641" y="12068"/>
                    <a:pt x="16967" y="11827"/>
                    <a:pt x="15259" y="11167"/>
                  </a:cubicBezTo>
                  <a:cubicBezTo>
                    <a:pt x="15594" y="10015"/>
                    <a:pt x="16808" y="8444"/>
                    <a:pt x="16264" y="7712"/>
                  </a:cubicBezTo>
                  <a:cubicBezTo>
                    <a:pt x="15162" y="7142"/>
                    <a:pt x="13595" y="6711"/>
                    <a:pt x="12545" y="6070"/>
                  </a:cubicBezTo>
                  <a:cubicBezTo>
                    <a:pt x="12099" y="6688"/>
                    <a:pt x="12066" y="7305"/>
                    <a:pt x="11827" y="7922"/>
                  </a:cubicBezTo>
                  <a:lnTo>
                    <a:pt x="9963" y="6841"/>
                  </a:lnTo>
                  <a:lnTo>
                    <a:pt x="10407" y="3598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1010" name="Shape 954"/>
          <p:cNvSpPr/>
          <p:nvPr/>
        </p:nvSpPr>
        <p:spPr>
          <a:xfrm>
            <a:off x="7232015" y="2045497"/>
            <a:ext cx="115441" cy="36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982" h="21600" extrusionOk="0">
                <a:moveTo>
                  <a:pt x="9991" y="11747"/>
                </a:moveTo>
                <a:cubicBezTo>
                  <a:pt x="11368" y="11817"/>
                  <a:pt x="11785" y="12027"/>
                  <a:pt x="12681" y="12167"/>
                </a:cubicBezTo>
                <a:cubicBezTo>
                  <a:pt x="14465" y="12246"/>
                  <a:pt x="17656" y="11842"/>
                  <a:pt x="18447" y="12404"/>
                </a:cubicBezTo>
                <a:cubicBezTo>
                  <a:pt x="20796" y="14508"/>
                  <a:pt x="14657" y="14649"/>
                  <a:pt x="14534" y="15751"/>
                </a:cubicBezTo>
                <a:cubicBezTo>
                  <a:pt x="14310" y="17597"/>
                  <a:pt x="14155" y="17860"/>
                  <a:pt x="14315" y="21530"/>
                </a:cubicBezTo>
                <a:lnTo>
                  <a:pt x="7300" y="21565"/>
                </a:lnTo>
                <a:cubicBezTo>
                  <a:pt x="6435" y="19391"/>
                  <a:pt x="8239" y="14644"/>
                  <a:pt x="5119" y="15185"/>
                </a:cubicBezTo>
                <a:cubicBezTo>
                  <a:pt x="4126" y="15547"/>
                  <a:pt x="4641" y="19274"/>
                  <a:pt x="4609" y="21530"/>
                </a:cubicBezTo>
                <a:cubicBezTo>
                  <a:pt x="3536" y="21571"/>
                  <a:pt x="4337" y="21571"/>
                  <a:pt x="2880" y="21600"/>
                </a:cubicBezTo>
                <a:cubicBezTo>
                  <a:pt x="2495" y="14318"/>
                  <a:pt x="1454" y="16541"/>
                  <a:pt x="205" y="15430"/>
                </a:cubicBezTo>
                <a:cubicBezTo>
                  <a:pt x="-766" y="14148"/>
                  <a:pt x="2009" y="14486"/>
                  <a:pt x="2431" y="14479"/>
                </a:cubicBezTo>
                <a:cubicBezTo>
                  <a:pt x="136" y="13772"/>
                  <a:pt x="-93" y="12795"/>
                  <a:pt x="1740" y="12253"/>
                </a:cubicBezTo>
                <a:cubicBezTo>
                  <a:pt x="2890" y="11977"/>
                  <a:pt x="5795" y="12132"/>
                  <a:pt x="7781" y="12132"/>
                </a:cubicBezTo>
                <a:cubicBezTo>
                  <a:pt x="8389" y="12004"/>
                  <a:pt x="8806" y="11770"/>
                  <a:pt x="9991" y="11747"/>
                </a:cubicBezTo>
                <a:close/>
                <a:moveTo>
                  <a:pt x="4978" y="0"/>
                </a:moveTo>
                <a:lnTo>
                  <a:pt x="13479" y="30"/>
                </a:lnTo>
                <a:cubicBezTo>
                  <a:pt x="14040" y="2889"/>
                  <a:pt x="11843" y="7234"/>
                  <a:pt x="16072" y="8274"/>
                </a:cubicBezTo>
                <a:cubicBezTo>
                  <a:pt x="20172" y="9361"/>
                  <a:pt x="18978" y="11085"/>
                  <a:pt x="17102" y="11536"/>
                </a:cubicBezTo>
                <a:cubicBezTo>
                  <a:pt x="14411" y="12016"/>
                  <a:pt x="12009" y="11583"/>
                  <a:pt x="9606" y="11186"/>
                </a:cubicBezTo>
                <a:cubicBezTo>
                  <a:pt x="7845" y="11618"/>
                  <a:pt x="4641" y="11980"/>
                  <a:pt x="2111" y="11361"/>
                </a:cubicBezTo>
                <a:cubicBezTo>
                  <a:pt x="-804" y="10449"/>
                  <a:pt x="1417" y="8693"/>
                  <a:pt x="2922" y="8343"/>
                </a:cubicBezTo>
                <a:cubicBezTo>
                  <a:pt x="6274" y="7467"/>
                  <a:pt x="5103" y="3221"/>
                  <a:pt x="4978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11" name="Shape 955"/>
          <p:cNvSpPr/>
          <p:nvPr/>
        </p:nvSpPr>
        <p:spPr>
          <a:xfrm>
            <a:off x="4861480" y="2037089"/>
            <a:ext cx="341003" cy="376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703" h="21519" extrusionOk="0">
                <a:moveTo>
                  <a:pt x="9850" y="6050"/>
                </a:moveTo>
                <a:cubicBezTo>
                  <a:pt x="10392" y="5898"/>
                  <a:pt x="10982" y="6075"/>
                  <a:pt x="11381" y="6509"/>
                </a:cubicBezTo>
                <a:lnTo>
                  <a:pt x="11252" y="6636"/>
                </a:lnTo>
                <a:cubicBezTo>
                  <a:pt x="10900" y="6253"/>
                  <a:pt x="10380" y="6095"/>
                  <a:pt x="9902" y="6226"/>
                </a:cubicBezTo>
                <a:cubicBezTo>
                  <a:pt x="9395" y="6366"/>
                  <a:pt x="9028" y="6806"/>
                  <a:pt x="8967" y="7350"/>
                </a:cubicBezTo>
                <a:lnTo>
                  <a:pt x="8792" y="7321"/>
                </a:lnTo>
                <a:cubicBezTo>
                  <a:pt x="8810" y="7168"/>
                  <a:pt x="8849" y="7022"/>
                  <a:pt x="8907" y="6886"/>
                </a:cubicBezTo>
                <a:cubicBezTo>
                  <a:pt x="8951" y="6785"/>
                  <a:pt x="9004" y="6689"/>
                  <a:pt x="9067" y="6601"/>
                </a:cubicBezTo>
                <a:close/>
                <a:moveTo>
                  <a:pt x="10134" y="4386"/>
                </a:moveTo>
                <a:cubicBezTo>
                  <a:pt x="10406" y="4334"/>
                  <a:pt x="10693" y="4356"/>
                  <a:pt x="10964" y="4458"/>
                </a:cubicBezTo>
                <a:lnTo>
                  <a:pt x="10903" y="4631"/>
                </a:lnTo>
                <a:cubicBezTo>
                  <a:pt x="10423" y="4452"/>
                  <a:pt x="9890" y="4552"/>
                  <a:pt x="9519" y="4891"/>
                </a:cubicBezTo>
                <a:cubicBezTo>
                  <a:pt x="9124" y="5251"/>
                  <a:pt x="8985" y="5816"/>
                  <a:pt x="9163" y="6330"/>
                </a:cubicBezTo>
                <a:lnTo>
                  <a:pt x="8994" y="6386"/>
                </a:lnTo>
                <a:cubicBezTo>
                  <a:pt x="8845" y="5949"/>
                  <a:pt x="8897" y="5481"/>
                  <a:pt x="9119" y="5102"/>
                </a:cubicBezTo>
                <a:lnTo>
                  <a:pt x="9397" y="4757"/>
                </a:lnTo>
                <a:cubicBezTo>
                  <a:pt x="9607" y="4563"/>
                  <a:pt x="9863" y="4438"/>
                  <a:pt x="10134" y="4386"/>
                </a:cubicBezTo>
                <a:close/>
                <a:moveTo>
                  <a:pt x="9822" y="1423"/>
                </a:moveTo>
                <a:cubicBezTo>
                  <a:pt x="9537" y="1475"/>
                  <a:pt x="9273" y="1633"/>
                  <a:pt x="9088" y="1886"/>
                </a:cubicBezTo>
                <a:lnTo>
                  <a:pt x="9054" y="1864"/>
                </a:lnTo>
                <a:lnTo>
                  <a:pt x="9014" y="1933"/>
                </a:lnTo>
                <a:lnTo>
                  <a:pt x="8729" y="1656"/>
                </a:lnTo>
                <a:cubicBezTo>
                  <a:pt x="8098" y="1250"/>
                  <a:pt x="7271" y="1454"/>
                  <a:pt x="6882" y="2111"/>
                </a:cubicBezTo>
                <a:cubicBezTo>
                  <a:pt x="6857" y="2152"/>
                  <a:pt x="6835" y="2194"/>
                  <a:pt x="6834" y="2245"/>
                </a:cubicBezTo>
                <a:cubicBezTo>
                  <a:pt x="6647" y="3077"/>
                  <a:pt x="6945" y="3879"/>
                  <a:pt x="7542" y="4128"/>
                </a:cubicBezTo>
                <a:lnTo>
                  <a:pt x="7482" y="4305"/>
                </a:lnTo>
                <a:cubicBezTo>
                  <a:pt x="6859" y="4048"/>
                  <a:pt x="6517" y="3282"/>
                  <a:pt x="6625" y="2449"/>
                </a:cubicBezTo>
                <a:cubicBezTo>
                  <a:pt x="6045" y="2173"/>
                  <a:pt x="5351" y="2398"/>
                  <a:pt x="5004" y="2984"/>
                </a:cubicBezTo>
                <a:cubicBezTo>
                  <a:pt x="4729" y="3448"/>
                  <a:pt x="4781" y="3885"/>
                  <a:pt x="4991" y="4315"/>
                </a:cubicBezTo>
                <a:cubicBezTo>
                  <a:pt x="4849" y="4429"/>
                  <a:pt x="4728" y="4573"/>
                  <a:pt x="4629" y="4740"/>
                </a:cubicBezTo>
                <a:cubicBezTo>
                  <a:pt x="4128" y="5585"/>
                  <a:pt x="4380" y="6693"/>
                  <a:pt x="5191" y="7214"/>
                </a:cubicBezTo>
                <a:cubicBezTo>
                  <a:pt x="5463" y="7389"/>
                  <a:pt x="5763" y="7475"/>
                  <a:pt x="6058" y="7440"/>
                </a:cubicBezTo>
                <a:cubicBezTo>
                  <a:pt x="6113" y="6942"/>
                  <a:pt x="6266" y="6452"/>
                  <a:pt x="6515" y="6002"/>
                </a:cubicBezTo>
                <a:lnTo>
                  <a:pt x="6695" y="6110"/>
                </a:lnTo>
                <a:cubicBezTo>
                  <a:pt x="6447" y="6556"/>
                  <a:pt x="6301" y="7044"/>
                  <a:pt x="6286" y="7542"/>
                </a:cubicBezTo>
                <a:cubicBezTo>
                  <a:pt x="6482" y="8140"/>
                  <a:pt x="6995" y="8540"/>
                  <a:pt x="7572" y="8606"/>
                </a:cubicBezTo>
                <a:lnTo>
                  <a:pt x="7603" y="8999"/>
                </a:lnTo>
                <a:cubicBezTo>
                  <a:pt x="7778" y="9628"/>
                  <a:pt x="8369" y="10014"/>
                  <a:pt x="8970" y="9898"/>
                </a:cubicBezTo>
                <a:lnTo>
                  <a:pt x="8980" y="9937"/>
                </a:lnTo>
                <a:lnTo>
                  <a:pt x="9054" y="9915"/>
                </a:lnTo>
                <a:lnTo>
                  <a:pt x="9087" y="10319"/>
                </a:lnTo>
                <a:cubicBezTo>
                  <a:pt x="9293" y="11061"/>
                  <a:pt x="10037" y="11488"/>
                  <a:pt x="10750" y="11274"/>
                </a:cubicBezTo>
                <a:cubicBezTo>
                  <a:pt x="10794" y="11260"/>
                  <a:pt x="10837" y="11245"/>
                  <a:pt x="10871" y="11208"/>
                </a:cubicBezTo>
                <a:cubicBezTo>
                  <a:pt x="11514" y="10745"/>
                  <a:pt x="11814" y="9994"/>
                  <a:pt x="11581" y="9409"/>
                </a:cubicBezTo>
                <a:cubicBezTo>
                  <a:pt x="11250" y="9720"/>
                  <a:pt x="10791" y="9862"/>
                  <a:pt x="10330" y="9793"/>
                </a:cubicBezTo>
                <a:lnTo>
                  <a:pt x="10357" y="9610"/>
                </a:lnTo>
                <a:cubicBezTo>
                  <a:pt x="10861" y="9686"/>
                  <a:pt x="11364" y="9477"/>
                  <a:pt x="11663" y="9067"/>
                </a:cubicBezTo>
                <a:cubicBezTo>
                  <a:pt x="11980" y="8632"/>
                  <a:pt x="12009" y="8050"/>
                  <a:pt x="11735" y="7583"/>
                </a:cubicBezTo>
                <a:lnTo>
                  <a:pt x="11890" y="7493"/>
                </a:lnTo>
                <a:cubicBezTo>
                  <a:pt x="12196" y="8022"/>
                  <a:pt x="12164" y="8679"/>
                  <a:pt x="11808" y="9173"/>
                </a:cubicBezTo>
                <a:lnTo>
                  <a:pt x="11727" y="9258"/>
                </a:lnTo>
                <a:cubicBezTo>
                  <a:pt x="12009" y="9876"/>
                  <a:pt x="11766" y="10669"/>
                  <a:pt x="11157" y="11203"/>
                </a:cubicBezTo>
                <a:cubicBezTo>
                  <a:pt x="11409" y="11813"/>
                  <a:pt x="12069" y="12131"/>
                  <a:pt x="12704" y="11940"/>
                </a:cubicBezTo>
                <a:cubicBezTo>
                  <a:pt x="13129" y="11812"/>
                  <a:pt x="13369" y="11535"/>
                  <a:pt x="13498" y="11167"/>
                </a:cubicBezTo>
                <a:cubicBezTo>
                  <a:pt x="13988" y="11394"/>
                  <a:pt x="14550" y="11319"/>
                  <a:pt x="14971" y="10999"/>
                </a:cubicBezTo>
                <a:lnTo>
                  <a:pt x="15182" y="11077"/>
                </a:lnTo>
                <a:cubicBezTo>
                  <a:pt x="15851" y="11080"/>
                  <a:pt x="16365" y="11036"/>
                  <a:pt x="16688" y="10490"/>
                </a:cubicBezTo>
                <a:cubicBezTo>
                  <a:pt x="16967" y="10020"/>
                  <a:pt x="16945" y="9444"/>
                  <a:pt x="16662" y="9019"/>
                </a:cubicBezTo>
                <a:cubicBezTo>
                  <a:pt x="16362" y="9390"/>
                  <a:pt x="15963" y="9604"/>
                  <a:pt x="15560" y="9604"/>
                </a:cubicBezTo>
                <a:lnTo>
                  <a:pt x="15552" y="9396"/>
                </a:lnTo>
                <a:cubicBezTo>
                  <a:pt x="16093" y="9422"/>
                  <a:pt x="16635" y="8985"/>
                  <a:pt x="16899" y="8306"/>
                </a:cubicBezTo>
                <a:cubicBezTo>
                  <a:pt x="17059" y="7778"/>
                  <a:pt x="16934" y="7202"/>
                  <a:pt x="16573" y="6797"/>
                </a:cubicBezTo>
                <a:cubicBezTo>
                  <a:pt x="16249" y="7264"/>
                  <a:pt x="15692" y="7511"/>
                  <a:pt x="15126" y="7442"/>
                </a:cubicBezTo>
                <a:lnTo>
                  <a:pt x="15148" y="7259"/>
                </a:lnTo>
                <a:cubicBezTo>
                  <a:pt x="15654" y="7320"/>
                  <a:pt x="16151" y="7097"/>
                  <a:pt x="16439" y="6680"/>
                </a:cubicBezTo>
                <a:lnTo>
                  <a:pt x="16466" y="6627"/>
                </a:lnTo>
                <a:cubicBezTo>
                  <a:pt x="16459" y="6123"/>
                  <a:pt x="16199" y="5646"/>
                  <a:pt x="15755" y="5361"/>
                </a:cubicBezTo>
                <a:cubicBezTo>
                  <a:pt x="15593" y="5257"/>
                  <a:pt x="15419" y="5187"/>
                  <a:pt x="15240" y="5172"/>
                </a:cubicBezTo>
                <a:cubicBezTo>
                  <a:pt x="14914" y="5950"/>
                  <a:pt x="14254" y="6437"/>
                  <a:pt x="13612" y="6379"/>
                </a:cubicBezTo>
                <a:cubicBezTo>
                  <a:pt x="13602" y="6553"/>
                  <a:pt x="13544" y="6723"/>
                  <a:pt x="13443" y="6873"/>
                </a:cubicBezTo>
                <a:cubicBezTo>
                  <a:pt x="13235" y="7180"/>
                  <a:pt x="12880" y="7357"/>
                  <a:pt x="12506" y="7339"/>
                </a:cubicBezTo>
                <a:lnTo>
                  <a:pt x="12514" y="7160"/>
                </a:lnTo>
                <a:cubicBezTo>
                  <a:pt x="12826" y="7175"/>
                  <a:pt x="13123" y="7030"/>
                  <a:pt x="13297" y="6777"/>
                </a:cubicBezTo>
                <a:cubicBezTo>
                  <a:pt x="13387" y="6647"/>
                  <a:pt x="13437" y="6499"/>
                  <a:pt x="13444" y="6348"/>
                </a:cubicBezTo>
                <a:lnTo>
                  <a:pt x="13367" y="6334"/>
                </a:lnTo>
                <a:lnTo>
                  <a:pt x="13412" y="6177"/>
                </a:lnTo>
                <a:cubicBezTo>
                  <a:pt x="13426" y="6063"/>
                  <a:pt x="13390" y="5956"/>
                  <a:pt x="13332" y="5856"/>
                </a:cubicBezTo>
                <a:cubicBezTo>
                  <a:pt x="13177" y="5590"/>
                  <a:pt x="12892" y="5421"/>
                  <a:pt x="12579" y="5411"/>
                </a:cubicBezTo>
                <a:lnTo>
                  <a:pt x="12584" y="5232"/>
                </a:lnTo>
                <a:cubicBezTo>
                  <a:pt x="12959" y="5244"/>
                  <a:pt x="13300" y="5449"/>
                  <a:pt x="13484" y="5772"/>
                </a:cubicBezTo>
                <a:cubicBezTo>
                  <a:pt x="13554" y="5896"/>
                  <a:pt x="13598" y="6029"/>
                  <a:pt x="13604" y="6166"/>
                </a:cubicBezTo>
                <a:cubicBezTo>
                  <a:pt x="14165" y="6256"/>
                  <a:pt x="14753" y="5828"/>
                  <a:pt x="15041" y="5127"/>
                </a:cubicBezTo>
                <a:cubicBezTo>
                  <a:pt x="15286" y="4417"/>
                  <a:pt x="15029" y="3601"/>
                  <a:pt x="14387" y="3189"/>
                </a:cubicBezTo>
                <a:cubicBezTo>
                  <a:pt x="14136" y="3027"/>
                  <a:pt x="13858" y="2948"/>
                  <a:pt x="13585" y="2983"/>
                </a:cubicBezTo>
                <a:cubicBezTo>
                  <a:pt x="13641" y="3479"/>
                  <a:pt x="13491" y="3942"/>
                  <a:pt x="13149" y="4237"/>
                </a:cubicBezTo>
                <a:lnTo>
                  <a:pt x="13034" y="4093"/>
                </a:lnTo>
                <a:cubicBezTo>
                  <a:pt x="13415" y="3765"/>
                  <a:pt x="13519" y="3192"/>
                  <a:pt x="13336" y="2622"/>
                </a:cubicBezTo>
                <a:cubicBezTo>
                  <a:pt x="13229" y="2291"/>
                  <a:pt x="13009" y="1999"/>
                  <a:pt x="12699" y="1800"/>
                </a:cubicBezTo>
                <a:cubicBezTo>
                  <a:pt x="12143" y="1443"/>
                  <a:pt x="11456" y="1490"/>
                  <a:pt x="10956" y="1866"/>
                </a:cubicBezTo>
                <a:lnTo>
                  <a:pt x="10680" y="1596"/>
                </a:lnTo>
                <a:cubicBezTo>
                  <a:pt x="10412" y="1424"/>
                  <a:pt x="10107" y="1370"/>
                  <a:pt x="9822" y="1423"/>
                </a:cubicBezTo>
                <a:close/>
                <a:moveTo>
                  <a:pt x="10456" y="4"/>
                </a:moveTo>
                <a:cubicBezTo>
                  <a:pt x="16461" y="133"/>
                  <a:pt x="21459" y="7175"/>
                  <a:pt x="16983" y="12858"/>
                </a:cubicBezTo>
                <a:cubicBezTo>
                  <a:pt x="15516" y="14347"/>
                  <a:pt x="15317" y="16496"/>
                  <a:pt x="16610" y="21402"/>
                </a:cubicBezTo>
                <a:lnTo>
                  <a:pt x="6651" y="21519"/>
                </a:lnTo>
                <a:lnTo>
                  <a:pt x="5980" y="18409"/>
                </a:lnTo>
                <a:cubicBezTo>
                  <a:pt x="4200" y="19026"/>
                  <a:pt x="2233" y="18841"/>
                  <a:pt x="1578" y="18179"/>
                </a:cubicBezTo>
                <a:cubicBezTo>
                  <a:pt x="1257" y="17810"/>
                  <a:pt x="1394" y="16661"/>
                  <a:pt x="1802" y="15771"/>
                </a:cubicBezTo>
                <a:cubicBezTo>
                  <a:pt x="1933" y="15439"/>
                  <a:pt x="1271" y="15323"/>
                  <a:pt x="1131" y="14839"/>
                </a:cubicBezTo>
                <a:cubicBezTo>
                  <a:pt x="1066" y="14389"/>
                  <a:pt x="1501" y="14373"/>
                  <a:pt x="1687" y="14140"/>
                </a:cubicBezTo>
                <a:lnTo>
                  <a:pt x="1015" y="13645"/>
                </a:lnTo>
                <a:cubicBezTo>
                  <a:pt x="695" y="13302"/>
                  <a:pt x="1416" y="12655"/>
                  <a:pt x="1616" y="12159"/>
                </a:cubicBezTo>
                <a:cubicBezTo>
                  <a:pt x="915" y="11931"/>
                  <a:pt x="384" y="11620"/>
                  <a:pt x="17" y="11249"/>
                </a:cubicBezTo>
                <a:cubicBezTo>
                  <a:pt x="-141" y="10635"/>
                  <a:pt x="841" y="9779"/>
                  <a:pt x="1705" y="8662"/>
                </a:cubicBezTo>
                <a:cubicBezTo>
                  <a:pt x="2611" y="7550"/>
                  <a:pt x="1855" y="6702"/>
                  <a:pt x="2549" y="4314"/>
                </a:cubicBezTo>
                <a:cubicBezTo>
                  <a:pt x="3651" y="1360"/>
                  <a:pt x="6259" y="-81"/>
                  <a:pt x="10456" y="4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12" name="Shape 956"/>
          <p:cNvSpPr/>
          <p:nvPr/>
        </p:nvSpPr>
        <p:spPr>
          <a:xfrm>
            <a:off x="5430442" y="2045475"/>
            <a:ext cx="358194" cy="3600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679" y="0"/>
                </a:moveTo>
                <a:cubicBezTo>
                  <a:pt x="14724" y="0"/>
                  <a:pt x="15593" y="751"/>
                  <a:pt x="15718" y="1746"/>
                </a:cubicBezTo>
                <a:cubicBezTo>
                  <a:pt x="14551" y="2263"/>
                  <a:pt x="13845" y="3329"/>
                  <a:pt x="14030" y="4365"/>
                </a:cubicBezTo>
                <a:lnTo>
                  <a:pt x="14308" y="4307"/>
                </a:lnTo>
                <a:cubicBezTo>
                  <a:pt x="14135" y="3309"/>
                  <a:pt x="14924" y="2274"/>
                  <a:pt x="16155" y="1864"/>
                </a:cubicBezTo>
                <a:cubicBezTo>
                  <a:pt x="16222" y="1826"/>
                  <a:pt x="16294" y="1822"/>
                  <a:pt x="16367" y="1822"/>
                </a:cubicBezTo>
                <a:cubicBezTo>
                  <a:pt x="17539" y="1822"/>
                  <a:pt x="18490" y="2768"/>
                  <a:pt x="18490" y="3934"/>
                </a:cubicBezTo>
                <a:lnTo>
                  <a:pt x="18368" y="4535"/>
                </a:lnTo>
                <a:lnTo>
                  <a:pt x="18490" y="4535"/>
                </a:lnTo>
                <a:lnTo>
                  <a:pt x="18490" y="4597"/>
                </a:lnTo>
                <a:cubicBezTo>
                  <a:pt x="19451" y="4691"/>
                  <a:pt x="20186" y="5509"/>
                  <a:pt x="20186" y="6499"/>
                </a:cubicBezTo>
                <a:lnTo>
                  <a:pt x="20068" y="7083"/>
                </a:lnTo>
                <a:cubicBezTo>
                  <a:pt x="20968" y="7454"/>
                  <a:pt x="21600" y="8336"/>
                  <a:pt x="21600" y="9365"/>
                </a:cubicBezTo>
                <a:cubicBezTo>
                  <a:pt x="21600" y="9937"/>
                  <a:pt x="21405" y="10463"/>
                  <a:pt x="21066" y="10870"/>
                </a:cubicBezTo>
                <a:cubicBezTo>
                  <a:pt x="20482" y="11566"/>
                  <a:pt x="19655" y="11881"/>
                  <a:pt x="18915" y="11632"/>
                </a:cubicBezTo>
                <a:lnTo>
                  <a:pt x="18824" y="11900"/>
                </a:lnTo>
                <a:cubicBezTo>
                  <a:pt x="19489" y="12123"/>
                  <a:pt x="20212" y="11957"/>
                  <a:pt x="20807" y="11489"/>
                </a:cubicBezTo>
                <a:cubicBezTo>
                  <a:pt x="21078" y="11827"/>
                  <a:pt x="21207" y="12262"/>
                  <a:pt x="21207" y="12726"/>
                </a:cubicBezTo>
                <a:cubicBezTo>
                  <a:pt x="21207" y="13913"/>
                  <a:pt x="20366" y="14904"/>
                  <a:pt x="19244" y="15140"/>
                </a:cubicBezTo>
                <a:cubicBezTo>
                  <a:pt x="18099" y="15310"/>
                  <a:pt x="17058" y="14863"/>
                  <a:pt x="16708" y="14040"/>
                </a:cubicBezTo>
                <a:cubicBezTo>
                  <a:pt x="16879" y="13923"/>
                  <a:pt x="17016" y="13759"/>
                  <a:pt x="17118" y="13567"/>
                </a:cubicBezTo>
                <a:cubicBezTo>
                  <a:pt x="17383" y="13064"/>
                  <a:pt x="17364" y="12444"/>
                  <a:pt x="17068" y="11933"/>
                </a:cubicBezTo>
                <a:lnTo>
                  <a:pt x="16832" y="12069"/>
                </a:lnTo>
                <a:cubicBezTo>
                  <a:pt x="17080" y="12495"/>
                  <a:pt x="17099" y="13011"/>
                  <a:pt x="16883" y="13430"/>
                </a:cubicBezTo>
                <a:cubicBezTo>
                  <a:pt x="16802" y="13586"/>
                  <a:pt x="16694" y="13720"/>
                  <a:pt x="16535" y="13792"/>
                </a:cubicBezTo>
                <a:lnTo>
                  <a:pt x="16295" y="13856"/>
                </a:lnTo>
                <a:lnTo>
                  <a:pt x="16340" y="13970"/>
                </a:lnTo>
                <a:cubicBezTo>
                  <a:pt x="16139" y="14080"/>
                  <a:pt x="15906" y="14130"/>
                  <a:pt x="15664" y="14114"/>
                </a:cubicBezTo>
                <a:cubicBezTo>
                  <a:pt x="15192" y="14081"/>
                  <a:pt x="14758" y="13799"/>
                  <a:pt x="14518" y="13369"/>
                </a:cubicBezTo>
                <a:lnTo>
                  <a:pt x="14280" y="13500"/>
                </a:lnTo>
                <a:cubicBezTo>
                  <a:pt x="14567" y="14015"/>
                  <a:pt x="15091" y="14351"/>
                  <a:pt x="15660" y="14384"/>
                </a:cubicBezTo>
                <a:cubicBezTo>
                  <a:pt x="15938" y="14401"/>
                  <a:pt x="16207" y="14345"/>
                  <a:pt x="16439" y="14219"/>
                </a:cubicBezTo>
                <a:cubicBezTo>
                  <a:pt x="16898" y="15125"/>
                  <a:pt x="18075" y="15623"/>
                  <a:pt x="19351" y="15441"/>
                </a:cubicBezTo>
                <a:cubicBezTo>
                  <a:pt x="19481" y="15694"/>
                  <a:pt x="19535" y="15982"/>
                  <a:pt x="19535" y="16282"/>
                </a:cubicBezTo>
                <a:cubicBezTo>
                  <a:pt x="19535" y="17123"/>
                  <a:pt x="19113" y="17866"/>
                  <a:pt x="18442" y="18275"/>
                </a:cubicBezTo>
                <a:cubicBezTo>
                  <a:pt x="18263" y="19190"/>
                  <a:pt x="17576" y="19924"/>
                  <a:pt x="16678" y="20150"/>
                </a:cubicBezTo>
                <a:cubicBezTo>
                  <a:pt x="15378" y="20369"/>
                  <a:pt x="14196" y="19796"/>
                  <a:pt x="13928" y="18800"/>
                </a:cubicBezTo>
                <a:lnTo>
                  <a:pt x="13653" y="18874"/>
                </a:lnTo>
                <a:cubicBezTo>
                  <a:pt x="13873" y="19688"/>
                  <a:pt x="14615" y="20258"/>
                  <a:pt x="15560" y="20398"/>
                </a:cubicBezTo>
                <a:cubicBezTo>
                  <a:pt x="15245" y="21115"/>
                  <a:pt x="14519" y="21600"/>
                  <a:pt x="13679" y="21600"/>
                </a:cubicBezTo>
                <a:cubicBezTo>
                  <a:pt x="12706" y="21600"/>
                  <a:pt x="12223" y="20948"/>
                  <a:pt x="11670" y="20049"/>
                </a:cubicBezTo>
                <a:cubicBezTo>
                  <a:pt x="11490" y="19443"/>
                  <a:pt x="11255" y="17157"/>
                  <a:pt x="11638" y="15039"/>
                </a:cubicBezTo>
                <a:cubicBezTo>
                  <a:pt x="12498" y="16072"/>
                  <a:pt x="13710" y="16536"/>
                  <a:pt x="14794" y="16246"/>
                </a:cubicBezTo>
                <a:lnTo>
                  <a:pt x="14685" y="15890"/>
                </a:lnTo>
                <a:cubicBezTo>
                  <a:pt x="13627" y="16167"/>
                  <a:pt x="12426" y="15609"/>
                  <a:pt x="11634" y="14470"/>
                </a:cubicBezTo>
                <a:cubicBezTo>
                  <a:pt x="11227" y="13929"/>
                  <a:pt x="10933" y="10810"/>
                  <a:pt x="11596" y="8476"/>
                </a:cubicBezTo>
                <a:cubicBezTo>
                  <a:pt x="12373" y="7519"/>
                  <a:pt x="13548" y="7170"/>
                  <a:pt x="14396" y="7673"/>
                </a:cubicBezTo>
                <a:lnTo>
                  <a:pt x="14409" y="7652"/>
                </a:lnTo>
                <a:cubicBezTo>
                  <a:pt x="14397" y="7816"/>
                  <a:pt x="14431" y="7982"/>
                  <a:pt x="14501" y="8139"/>
                </a:cubicBezTo>
                <a:cubicBezTo>
                  <a:pt x="14680" y="8541"/>
                  <a:pt x="15067" y="8825"/>
                  <a:pt x="15517" y="8885"/>
                </a:cubicBezTo>
                <a:lnTo>
                  <a:pt x="15545" y="8678"/>
                </a:lnTo>
                <a:cubicBezTo>
                  <a:pt x="15169" y="8628"/>
                  <a:pt x="14847" y="8393"/>
                  <a:pt x="14696" y="8060"/>
                </a:cubicBezTo>
                <a:cubicBezTo>
                  <a:pt x="14537" y="7708"/>
                  <a:pt x="14595" y="7302"/>
                  <a:pt x="14848" y="7009"/>
                </a:cubicBezTo>
                <a:cubicBezTo>
                  <a:pt x="15087" y="6732"/>
                  <a:pt x="15463" y="6597"/>
                  <a:pt x="15837" y="6653"/>
                </a:cubicBezTo>
                <a:lnTo>
                  <a:pt x="15869" y="6446"/>
                </a:lnTo>
                <a:cubicBezTo>
                  <a:pt x="15420" y="6378"/>
                  <a:pt x="14969" y="6543"/>
                  <a:pt x="14683" y="6879"/>
                </a:cubicBezTo>
                <a:lnTo>
                  <a:pt x="14451" y="7391"/>
                </a:lnTo>
                <a:cubicBezTo>
                  <a:pt x="13575" y="6921"/>
                  <a:pt x="12428" y="7206"/>
                  <a:pt x="11593" y="8054"/>
                </a:cubicBezTo>
                <a:cubicBezTo>
                  <a:pt x="11102" y="7137"/>
                  <a:pt x="11152" y="3230"/>
                  <a:pt x="11500" y="1888"/>
                </a:cubicBezTo>
                <a:cubicBezTo>
                  <a:pt x="11950" y="834"/>
                  <a:pt x="12507" y="0"/>
                  <a:pt x="13679" y="0"/>
                </a:cubicBezTo>
                <a:close/>
                <a:moveTo>
                  <a:pt x="7921" y="0"/>
                </a:moveTo>
                <a:cubicBezTo>
                  <a:pt x="8894" y="0"/>
                  <a:pt x="9377" y="652"/>
                  <a:pt x="9930" y="1551"/>
                </a:cubicBezTo>
                <a:cubicBezTo>
                  <a:pt x="10110" y="2157"/>
                  <a:pt x="10345" y="4443"/>
                  <a:pt x="9962" y="6561"/>
                </a:cubicBezTo>
                <a:cubicBezTo>
                  <a:pt x="9101" y="5528"/>
                  <a:pt x="7890" y="5064"/>
                  <a:pt x="6805" y="5354"/>
                </a:cubicBezTo>
                <a:lnTo>
                  <a:pt x="6915" y="5710"/>
                </a:lnTo>
                <a:cubicBezTo>
                  <a:pt x="7973" y="5433"/>
                  <a:pt x="9174" y="5991"/>
                  <a:pt x="9966" y="7130"/>
                </a:cubicBezTo>
                <a:cubicBezTo>
                  <a:pt x="10373" y="7671"/>
                  <a:pt x="10667" y="10790"/>
                  <a:pt x="10004" y="13124"/>
                </a:cubicBezTo>
                <a:cubicBezTo>
                  <a:pt x="9227" y="14081"/>
                  <a:pt x="8052" y="14430"/>
                  <a:pt x="7204" y="13927"/>
                </a:cubicBezTo>
                <a:lnTo>
                  <a:pt x="7191" y="13948"/>
                </a:lnTo>
                <a:cubicBezTo>
                  <a:pt x="7203" y="13784"/>
                  <a:pt x="7169" y="13618"/>
                  <a:pt x="7099" y="13461"/>
                </a:cubicBezTo>
                <a:cubicBezTo>
                  <a:pt x="6920" y="13059"/>
                  <a:pt x="6533" y="12775"/>
                  <a:pt x="6083" y="12715"/>
                </a:cubicBezTo>
                <a:lnTo>
                  <a:pt x="6055" y="12922"/>
                </a:lnTo>
                <a:cubicBezTo>
                  <a:pt x="6431" y="12972"/>
                  <a:pt x="6753" y="13207"/>
                  <a:pt x="6904" y="13540"/>
                </a:cubicBezTo>
                <a:cubicBezTo>
                  <a:pt x="7063" y="13892"/>
                  <a:pt x="7005" y="14298"/>
                  <a:pt x="6751" y="14591"/>
                </a:cubicBezTo>
                <a:cubicBezTo>
                  <a:pt x="6513" y="14868"/>
                  <a:pt x="6137" y="15003"/>
                  <a:pt x="5763" y="14947"/>
                </a:cubicBezTo>
                <a:lnTo>
                  <a:pt x="5731" y="15154"/>
                </a:lnTo>
                <a:cubicBezTo>
                  <a:pt x="6180" y="15222"/>
                  <a:pt x="6631" y="15057"/>
                  <a:pt x="6917" y="14721"/>
                </a:cubicBezTo>
                <a:lnTo>
                  <a:pt x="7149" y="14209"/>
                </a:lnTo>
                <a:cubicBezTo>
                  <a:pt x="8025" y="14679"/>
                  <a:pt x="9172" y="14394"/>
                  <a:pt x="10007" y="13546"/>
                </a:cubicBezTo>
                <a:cubicBezTo>
                  <a:pt x="10498" y="14463"/>
                  <a:pt x="10448" y="18370"/>
                  <a:pt x="10100" y="19712"/>
                </a:cubicBezTo>
                <a:cubicBezTo>
                  <a:pt x="9650" y="20766"/>
                  <a:pt x="9093" y="21600"/>
                  <a:pt x="7921" y="21600"/>
                </a:cubicBezTo>
                <a:cubicBezTo>
                  <a:pt x="6876" y="21600"/>
                  <a:pt x="6007" y="20849"/>
                  <a:pt x="5882" y="19854"/>
                </a:cubicBezTo>
                <a:cubicBezTo>
                  <a:pt x="7049" y="19337"/>
                  <a:pt x="7755" y="18271"/>
                  <a:pt x="7570" y="17235"/>
                </a:cubicBezTo>
                <a:lnTo>
                  <a:pt x="7292" y="17293"/>
                </a:lnTo>
                <a:cubicBezTo>
                  <a:pt x="7465" y="18291"/>
                  <a:pt x="6675" y="19326"/>
                  <a:pt x="5445" y="19736"/>
                </a:cubicBezTo>
                <a:cubicBezTo>
                  <a:pt x="5378" y="19774"/>
                  <a:pt x="5306" y="19778"/>
                  <a:pt x="5233" y="19778"/>
                </a:cubicBezTo>
                <a:cubicBezTo>
                  <a:pt x="4060" y="19778"/>
                  <a:pt x="3110" y="18832"/>
                  <a:pt x="3110" y="17666"/>
                </a:cubicBezTo>
                <a:lnTo>
                  <a:pt x="3232" y="17065"/>
                </a:lnTo>
                <a:lnTo>
                  <a:pt x="3110" y="17065"/>
                </a:lnTo>
                <a:lnTo>
                  <a:pt x="3110" y="17003"/>
                </a:lnTo>
                <a:cubicBezTo>
                  <a:pt x="2149" y="16909"/>
                  <a:pt x="1413" y="16091"/>
                  <a:pt x="1413" y="15101"/>
                </a:cubicBezTo>
                <a:lnTo>
                  <a:pt x="1532" y="14517"/>
                </a:lnTo>
                <a:cubicBezTo>
                  <a:pt x="632" y="14146"/>
                  <a:pt x="0" y="13264"/>
                  <a:pt x="0" y="12235"/>
                </a:cubicBezTo>
                <a:cubicBezTo>
                  <a:pt x="0" y="11663"/>
                  <a:pt x="195" y="11137"/>
                  <a:pt x="534" y="10730"/>
                </a:cubicBezTo>
                <a:cubicBezTo>
                  <a:pt x="1118" y="10034"/>
                  <a:pt x="1945" y="9719"/>
                  <a:pt x="2685" y="9968"/>
                </a:cubicBezTo>
                <a:lnTo>
                  <a:pt x="2776" y="9700"/>
                </a:lnTo>
                <a:cubicBezTo>
                  <a:pt x="2111" y="9477"/>
                  <a:pt x="1388" y="9643"/>
                  <a:pt x="793" y="10111"/>
                </a:cubicBezTo>
                <a:cubicBezTo>
                  <a:pt x="522" y="9773"/>
                  <a:pt x="393" y="9338"/>
                  <a:pt x="393" y="8874"/>
                </a:cubicBezTo>
                <a:cubicBezTo>
                  <a:pt x="393" y="7687"/>
                  <a:pt x="1234" y="6696"/>
                  <a:pt x="2356" y="6460"/>
                </a:cubicBezTo>
                <a:cubicBezTo>
                  <a:pt x="3501" y="6290"/>
                  <a:pt x="4542" y="6737"/>
                  <a:pt x="4892" y="7560"/>
                </a:cubicBezTo>
                <a:cubicBezTo>
                  <a:pt x="4720" y="7677"/>
                  <a:pt x="4583" y="7841"/>
                  <a:pt x="4482" y="8033"/>
                </a:cubicBezTo>
                <a:cubicBezTo>
                  <a:pt x="4216" y="8536"/>
                  <a:pt x="4236" y="9156"/>
                  <a:pt x="4532" y="9667"/>
                </a:cubicBezTo>
                <a:lnTo>
                  <a:pt x="4767" y="9531"/>
                </a:lnTo>
                <a:cubicBezTo>
                  <a:pt x="4520" y="9105"/>
                  <a:pt x="4501" y="8589"/>
                  <a:pt x="4717" y="8170"/>
                </a:cubicBezTo>
                <a:cubicBezTo>
                  <a:pt x="4797" y="8014"/>
                  <a:pt x="4906" y="7880"/>
                  <a:pt x="5064" y="7808"/>
                </a:cubicBezTo>
                <a:lnTo>
                  <a:pt x="5305" y="7744"/>
                </a:lnTo>
                <a:lnTo>
                  <a:pt x="5259" y="7630"/>
                </a:lnTo>
                <a:cubicBezTo>
                  <a:pt x="5460" y="7520"/>
                  <a:pt x="5694" y="7470"/>
                  <a:pt x="5936" y="7486"/>
                </a:cubicBezTo>
                <a:cubicBezTo>
                  <a:pt x="6408" y="7519"/>
                  <a:pt x="6842" y="7801"/>
                  <a:pt x="7082" y="8231"/>
                </a:cubicBezTo>
                <a:lnTo>
                  <a:pt x="7320" y="8100"/>
                </a:lnTo>
                <a:cubicBezTo>
                  <a:pt x="7033" y="7585"/>
                  <a:pt x="6509" y="7249"/>
                  <a:pt x="5939" y="7216"/>
                </a:cubicBezTo>
                <a:cubicBezTo>
                  <a:pt x="5661" y="7199"/>
                  <a:pt x="5393" y="7255"/>
                  <a:pt x="5160" y="7381"/>
                </a:cubicBezTo>
                <a:cubicBezTo>
                  <a:pt x="4702" y="6475"/>
                  <a:pt x="3525" y="5977"/>
                  <a:pt x="2248" y="6159"/>
                </a:cubicBezTo>
                <a:cubicBezTo>
                  <a:pt x="2119" y="5906"/>
                  <a:pt x="2065" y="5618"/>
                  <a:pt x="2065" y="5318"/>
                </a:cubicBezTo>
                <a:cubicBezTo>
                  <a:pt x="2065" y="4477"/>
                  <a:pt x="2487" y="3734"/>
                  <a:pt x="3158" y="3325"/>
                </a:cubicBezTo>
                <a:cubicBezTo>
                  <a:pt x="3337" y="2410"/>
                  <a:pt x="4024" y="1676"/>
                  <a:pt x="4922" y="1450"/>
                </a:cubicBezTo>
                <a:cubicBezTo>
                  <a:pt x="6221" y="1231"/>
                  <a:pt x="7404" y="1804"/>
                  <a:pt x="7672" y="2800"/>
                </a:cubicBezTo>
                <a:lnTo>
                  <a:pt x="7946" y="2726"/>
                </a:lnTo>
                <a:cubicBezTo>
                  <a:pt x="7727" y="1912"/>
                  <a:pt x="6985" y="1342"/>
                  <a:pt x="6039" y="1202"/>
                </a:cubicBezTo>
                <a:cubicBezTo>
                  <a:pt x="6355" y="485"/>
                  <a:pt x="7081" y="0"/>
                  <a:pt x="7921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015" name="Shape 957"/>
          <p:cNvGrpSpPr/>
          <p:nvPr/>
        </p:nvGrpSpPr>
        <p:grpSpPr>
          <a:xfrm>
            <a:off x="4292079" y="2009713"/>
            <a:ext cx="359432" cy="404189"/>
            <a:chOff x="0" y="0"/>
            <a:chExt cx="359430" cy="404188"/>
          </a:xfrm>
        </p:grpSpPr>
        <p:sp>
          <p:nvSpPr>
            <p:cNvPr id="1013" name="Shape 958"/>
            <p:cNvSpPr/>
            <p:nvPr/>
          </p:nvSpPr>
          <p:spPr>
            <a:xfrm>
              <a:off x="-1" y="27374"/>
              <a:ext cx="341005" cy="376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703" h="21519" extrusionOk="0">
                  <a:moveTo>
                    <a:pt x="10456" y="4"/>
                  </a:moveTo>
                  <a:cubicBezTo>
                    <a:pt x="6259" y="-81"/>
                    <a:pt x="3651" y="1360"/>
                    <a:pt x="2549" y="4314"/>
                  </a:cubicBezTo>
                  <a:cubicBezTo>
                    <a:pt x="1855" y="6702"/>
                    <a:pt x="2611" y="7550"/>
                    <a:pt x="1705" y="8662"/>
                  </a:cubicBezTo>
                  <a:cubicBezTo>
                    <a:pt x="841" y="9779"/>
                    <a:pt x="-141" y="10635"/>
                    <a:pt x="17" y="11249"/>
                  </a:cubicBezTo>
                  <a:cubicBezTo>
                    <a:pt x="384" y="11619"/>
                    <a:pt x="915" y="11931"/>
                    <a:pt x="1616" y="12159"/>
                  </a:cubicBezTo>
                  <a:cubicBezTo>
                    <a:pt x="1416" y="12655"/>
                    <a:pt x="695" y="13302"/>
                    <a:pt x="1015" y="13645"/>
                  </a:cubicBezTo>
                  <a:lnTo>
                    <a:pt x="1687" y="14140"/>
                  </a:lnTo>
                  <a:cubicBezTo>
                    <a:pt x="1501" y="14373"/>
                    <a:pt x="1066" y="14389"/>
                    <a:pt x="1131" y="14839"/>
                  </a:cubicBezTo>
                  <a:cubicBezTo>
                    <a:pt x="1271" y="15323"/>
                    <a:pt x="1932" y="15439"/>
                    <a:pt x="1802" y="15771"/>
                  </a:cubicBezTo>
                  <a:cubicBezTo>
                    <a:pt x="1394" y="16661"/>
                    <a:pt x="1257" y="17810"/>
                    <a:pt x="1578" y="18179"/>
                  </a:cubicBezTo>
                  <a:cubicBezTo>
                    <a:pt x="2233" y="18841"/>
                    <a:pt x="4200" y="19026"/>
                    <a:pt x="5980" y="18409"/>
                  </a:cubicBezTo>
                  <a:lnTo>
                    <a:pt x="6651" y="21519"/>
                  </a:lnTo>
                  <a:lnTo>
                    <a:pt x="16610" y="21402"/>
                  </a:lnTo>
                  <a:cubicBezTo>
                    <a:pt x="15317" y="16496"/>
                    <a:pt x="15516" y="14347"/>
                    <a:pt x="16983" y="12858"/>
                  </a:cubicBezTo>
                  <a:cubicBezTo>
                    <a:pt x="21459" y="7175"/>
                    <a:pt x="16461" y="133"/>
                    <a:pt x="10456" y="4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14" name="Shape 959"/>
            <p:cNvSpPr/>
            <p:nvPr/>
          </p:nvSpPr>
          <p:spPr>
            <a:xfrm rot="18100541">
              <a:off x="125213" y="11984"/>
              <a:ext cx="167658" cy="249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4" h="21600" extrusionOk="0">
                  <a:moveTo>
                    <a:pt x="7794" y="8311"/>
                  </a:moveTo>
                  <a:cubicBezTo>
                    <a:pt x="7552" y="8296"/>
                    <a:pt x="7306" y="8300"/>
                    <a:pt x="7062" y="8322"/>
                  </a:cubicBezTo>
                  <a:cubicBezTo>
                    <a:pt x="6737" y="8353"/>
                    <a:pt x="6414" y="8416"/>
                    <a:pt x="6103" y="8513"/>
                  </a:cubicBezTo>
                  <a:lnTo>
                    <a:pt x="6261" y="8771"/>
                  </a:lnTo>
                  <a:cubicBezTo>
                    <a:pt x="7359" y="8421"/>
                    <a:pt x="8635" y="8562"/>
                    <a:pt x="9514" y="9131"/>
                  </a:cubicBezTo>
                  <a:cubicBezTo>
                    <a:pt x="10339" y="9666"/>
                    <a:pt x="10672" y="10488"/>
                    <a:pt x="10378" y="11264"/>
                  </a:cubicBezTo>
                  <a:lnTo>
                    <a:pt x="10772" y="11336"/>
                  </a:lnTo>
                  <a:cubicBezTo>
                    <a:pt x="11107" y="10457"/>
                    <a:pt x="10726" y="9526"/>
                    <a:pt x="9783" y="8922"/>
                  </a:cubicBezTo>
                  <a:cubicBezTo>
                    <a:pt x="9223" y="8562"/>
                    <a:pt x="8521" y="8354"/>
                    <a:pt x="7794" y="8311"/>
                  </a:cubicBezTo>
                  <a:close/>
                  <a:moveTo>
                    <a:pt x="10685" y="7190"/>
                  </a:moveTo>
                  <a:cubicBezTo>
                    <a:pt x="9700" y="7194"/>
                    <a:pt x="8755" y="7496"/>
                    <a:pt x="8112" y="8041"/>
                  </a:cubicBezTo>
                  <a:lnTo>
                    <a:pt x="8421" y="8223"/>
                  </a:lnTo>
                  <a:cubicBezTo>
                    <a:pt x="9176" y="7577"/>
                    <a:pt x="10411" y="7316"/>
                    <a:pt x="11569" y="7559"/>
                  </a:cubicBezTo>
                  <a:cubicBezTo>
                    <a:pt x="12658" y="7787"/>
                    <a:pt x="13493" y="8421"/>
                    <a:pt x="13737" y="9205"/>
                  </a:cubicBezTo>
                  <a:lnTo>
                    <a:pt x="14137" y="9149"/>
                  </a:lnTo>
                  <a:cubicBezTo>
                    <a:pt x="13863" y="8261"/>
                    <a:pt x="12913" y="7544"/>
                    <a:pt x="11673" y="7289"/>
                  </a:cubicBezTo>
                  <a:cubicBezTo>
                    <a:pt x="11346" y="7222"/>
                    <a:pt x="11013" y="7190"/>
                    <a:pt x="10685" y="7190"/>
                  </a:cubicBezTo>
                  <a:close/>
                  <a:moveTo>
                    <a:pt x="9693" y="0"/>
                  </a:moveTo>
                  <a:cubicBezTo>
                    <a:pt x="11218" y="0"/>
                    <a:pt x="12486" y="751"/>
                    <a:pt x="12669" y="1746"/>
                  </a:cubicBezTo>
                  <a:cubicBezTo>
                    <a:pt x="10965" y="2263"/>
                    <a:pt x="9935" y="3329"/>
                    <a:pt x="10206" y="4365"/>
                  </a:cubicBezTo>
                  <a:lnTo>
                    <a:pt x="10611" y="4307"/>
                  </a:lnTo>
                  <a:cubicBezTo>
                    <a:pt x="10358" y="3309"/>
                    <a:pt x="11510" y="2274"/>
                    <a:pt x="13307" y="1864"/>
                  </a:cubicBezTo>
                  <a:cubicBezTo>
                    <a:pt x="13405" y="1826"/>
                    <a:pt x="13510" y="1822"/>
                    <a:pt x="13616" y="1822"/>
                  </a:cubicBezTo>
                  <a:cubicBezTo>
                    <a:pt x="15327" y="1822"/>
                    <a:pt x="16715" y="2768"/>
                    <a:pt x="16715" y="3934"/>
                  </a:cubicBezTo>
                  <a:lnTo>
                    <a:pt x="16537" y="4535"/>
                  </a:lnTo>
                  <a:lnTo>
                    <a:pt x="16715" y="4535"/>
                  </a:lnTo>
                  <a:lnTo>
                    <a:pt x="16715" y="4597"/>
                  </a:lnTo>
                  <a:cubicBezTo>
                    <a:pt x="18117" y="4691"/>
                    <a:pt x="19191" y="5509"/>
                    <a:pt x="19191" y="6499"/>
                  </a:cubicBezTo>
                  <a:lnTo>
                    <a:pt x="19018" y="7083"/>
                  </a:lnTo>
                  <a:cubicBezTo>
                    <a:pt x="20331" y="7453"/>
                    <a:pt x="21254" y="8336"/>
                    <a:pt x="21254" y="9365"/>
                  </a:cubicBezTo>
                  <a:cubicBezTo>
                    <a:pt x="21254" y="9937"/>
                    <a:pt x="20969" y="10463"/>
                    <a:pt x="20475" y="10870"/>
                  </a:cubicBezTo>
                  <a:cubicBezTo>
                    <a:pt x="19622" y="11566"/>
                    <a:pt x="18415" y="11881"/>
                    <a:pt x="17335" y="11632"/>
                  </a:cubicBezTo>
                  <a:lnTo>
                    <a:pt x="17203" y="11900"/>
                  </a:lnTo>
                  <a:cubicBezTo>
                    <a:pt x="18173" y="12123"/>
                    <a:pt x="19229" y="11957"/>
                    <a:pt x="20096" y="11489"/>
                  </a:cubicBezTo>
                  <a:cubicBezTo>
                    <a:pt x="20492" y="11827"/>
                    <a:pt x="20680" y="12262"/>
                    <a:pt x="20680" y="12726"/>
                  </a:cubicBezTo>
                  <a:cubicBezTo>
                    <a:pt x="20680" y="13913"/>
                    <a:pt x="19453" y="14904"/>
                    <a:pt x="17816" y="15139"/>
                  </a:cubicBezTo>
                  <a:cubicBezTo>
                    <a:pt x="16144" y="15310"/>
                    <a:pt x="14624" y="14863"/>
                    <a:pt x="14114" y="14040"/>
                  </a:cubicBezTo>
                  <a:cubicBezTo>
                    <a:pt x="14364" y="13922"/>
                    <a:pt x="14564" y="13759"/>
                    <a:pt x="14712" y="13567"/>
                  </a:cubicBezTo>
                  <a:cubicBezTo>
                    <a:pt x="15099" y="13064"/>
                    <a:pt x="15072" y="12444"/>
                    <a:pt x="14639" y="11933"/>
                  </a:cubicBezTo>
                  <a:lnTo>
                    <a:pt x="14295" y="12068"/>
                  </a:lnTo>
                  <a:cubicBezTo>
                    <a:pt x="14657" y="12495"/>
                    <a:pt x="14685" y="13011"/>
                    <a:pt x="14369" y="13430"/>
                  </a:cubicBezTo>
                  <a:cubicBezTo>
                    <a:pt x="14252" y="13586"/>
                    <a:pt x="14093" y="13720"/>
                    <a:pt x="13862" y="13792"/>
                  </a:cubicBezTo>
                  <a:lnTo>
                    <a:pt x="13511" y="13856"/>
                  </a:lnTo>
                  <a:lnTo>
                    <a:pt x="13577" y="13970"/>
                  </a:lnTo>
                  <a:cubicBezTo>
                    <a:pt x="13284" y="14080"/>
                    <a:pt x="12943" y="14130"/>
                    <a:pt x="12590" y="14114"/>
                  </a:cubicBezTo>
                  <a:cubicBezTo>
                    <a:pt x="11901" y="14081"/>
                    <a:pt x="11267" y="13799"/>
                    <a:pt x="10917" y="13369"/>
                  </a:cubicBezTo>
                  <a:lnTo>
                    <a:pt x="10570" y="13500"/>
                  </a:lnTo>
                  <a:cubicBezTo>
                    <a:pt x="10989" y="14015"/>
                    <a:pt x="11753" y="14350"/>
                    <a:pt x="12585" y="14384"/>
                  </a:cubicBezTo>
                  <a:cubicBezTo>
                    <a:pt x="12991" y="14401"/>
                    <a:pt x="13382" y="14344"/>
                    <a:pt x="13722" y="14219"/>
                  </a:cubicBezTo>
                  <a:cubicBezTo>
                    <a:pt x="14391" y="15124"/>
                    <a:pt x="16109" y="15623"/>
                    <a:pt x="17972" y="15441"/>
                  </a:cubicBezTo>
                  <a:cubicBezTo>
                    <a:pt x="18161" y="15693"/>
                    <a:pt x="18240" y="15981"/>
                    <a:pt x="18240" y="16282"/>
                  </a:cubicBezTo>
                  <a:cubicBezTo>
                    <a:pt x="18240" y="17101"/>
                    <a:pt x="17654" y="17828"/>
                    <a:pt x="16712" y="18237"/>
                  </a:cubicBezTo>
                  <a:lnTo>
                    <a:pt x="16581" y="18244"/>
                  </a:lnTo>
                  <a:cubicBezTo>
                    <a:pt x="15444" y="18190"/>
                    <a:pt x="14421" y="17700"/>
                    <a:pt x="13924" y="16974"/>
                  </a:cubicBezTo>
                  <a:lnTo>
                    <a:pt x="13552" y="17090"/>
                  </a:lnTo>
                  <a:cubicBezTo>
                    <a:pt x="14107" y="17902"/>
                    <a:pt x="15248" y="18451"/>
                    <a:pt x="16522" y="18516"/>
                  </a:cubicBezTo>
                  <a:cubicBezTo>
                    <a:pt x="16196" y="19321"/>
                    <a:pt x="15260" y="19945"/>
                    <a:pt x="14070" y="20150"/>
                  </a:cubicBezTo>
                  <a:cubicBezTo>
                    <a:pt x="12468" y="20335"/>
                    <a:pt x="10988" y="19955"/>
                    <a:pt x="10382" y="19211"/>
                  </a:cubicBezTo>
                  <a:lnTo>
                    <a:pt x="9999" y="19387"/>
                  </a:lnTo>
                  <a:cubicBezTo>
                    <a:pt x="10486" y="19926"/>
                    <a:pt x="11375" y="20290"/>
                    <a:pt x="12439" y="20398"/>
                  </a:cubicBezTo>
                  <a:cubicBezTo>
                    <a:pt x="11979" y="21115"/>
                    <a:pt x="10919" y="21600"/>
                    <a:pt x="9693" y="21600"/>
                  </a:cubicBezTo>
                  <a:cubicBezTo>
                    <a:pt x="8272" y="21600"/>
                    <a:pt x="7568" y="20948"/>
                    <a:pt x="6760" y="20049"/>
                  </a:cubicBezTo>
                  <a:lnTo>
                    <a:pt x="6653" y="19705"/>
                  </a:lnTo>
                  <a:cubicBezTo>
                    <a:pt x="5540" y="19396"/>
                    <a:pt x="4718" y="18702"/>
                    <a:pt x="4550" y="17865"/>
                  </a:cubicBezTo>
                  <a:cubicBezTo>
                    <a:pt x="3699" y="17985"/>
                    <a:pt x="2887" y="17884"/>
                    <a:pt x="2130" y="17416"/>
                  </a:cubicBezTo>
                  <a:cubicBezTo>
                    <a:pt x="1000" y="16718"/>
                    <a:pt x="800" y="15581"/>
                    <a:pt x="1645" y="14760"/>
                  </a:cubicBezTo>
                  <a:cubicBezTo>
                    <a:pt x="3392" y="15152"/>
                    <a:pt x="5181" y="14847"/>
                    <a:pt x="6006" y="13979"/>
                  </a:cubicBezTo>
                  <a:lnTo>
                    <a:pt x="6265" y="14021"/>
                  </a:lnTo>
                  <a:cubicBezTo>
                    <a:pt x="7627" y="14106"/>
                    <a:pt x="8907" y="13627"/>
                    <a:pt x="9533" y="12798"/>
                  </a:cubicBezTo>
                  <a:lnTo>
                    <a:pt x="9177" y="12662"/>
                  </a:lnTo>
                  <a:cubicBezTo>
                    <a:pt x="8627" y="13398"/>
                    <a:pt x="7494" y="13822"/>
                    <a:pt x="6287" y="13742"/>
                  </a:cubicBezTo>
                  <a:cubicBezTo>
                    <a:pt x="5154" y="13667"/>
                    <a:pt x="4149" y="13160"/>
                    <a:pt x="3680" y="12425"/>
                  </a:cubicBezTo>
                  <a:lnTo>
                    <a:pt x="3304" y="12534"/>
                  </a:lnTo>
                  <a:cubicBezTo>
                    <a:pt x="3732" y="13205"/>
                    <a:pt x="4557" y="13708"/>
                    <a:pt x="5544" y="13905"/>
                  </a:cubicBezTo>
                  <a:cubicBezTo>
                    <a:pt x="4722" y="14681"/>
                    <a:pt x="2942" y="14875"/>
                    <a:pt x="1289" y="14381"/>
                  </a:cubicBezTo>
                  <a:cubicBezTo>
                    <a:pt x="1178" y="14365"/>
                    <a:pt x="1097" y="14319"/>
                    <a:pt x="1018" y="14271"/>
                  </a:cubicBezTo>
                  <a:cubicBezTo>
                    <a:pt x="-250" y="13487"/>
                    <a:pt x="-346" y="12151"/>
                    <a:pt x="803" y="11287"/>
                  </a:cubicBezTo>
                  <a:lnTo>
                    <a:pt x="1527" y="10923"/>
                  </a:lnTo>
                  <a:lnTo>
                    <a:pt x="1395" y="10842"/>
                  </a:lnTo>
                  <a:lnTo>
                    <a:pt x="1456" y="10796"/>
                  </a:lnTo>
                  <a:cubicBezTo>
                    <a:pt x="509" y="10084"/>
                    <a:pt x="521" y="8986"/>
                    <a:pt x="1495" y="8253"/>
                  </a:cubicBezTo>
                  <a:lnTo>
                    <a:pt x="2199" y="7900"/>
                  </a:lnTo>
                  <a:cubicBezTo>
                    <a:pt x="1626" y="7074"/>
                    <a:pt x="1758" y="6071"/>
                    <a:pt x="2648" y="5333"/>
                  </a:cubicBezTo>
                  <a:cubicBezTo>
                    <a:pt x="3606" y="4959"/>
                    <a:pt x="4703" y="4767"/>
                    <a:pt x="5845" y="4744"/>
                  </a:cubicBezTo>
                  <a:lnTo>
                    <a:pt x="5831" y="4419"/>
                  </a:lnTo>
                  <a:cubicBezTo>
                    <a:pt x="4680" y="4442"/>
                    <a:pt x="3571" y="4626"/>
                    <a:pt x="2564" y="4947"/>
                  </a:cubicBezTo>
                  <a:cubicBezTo>
                    <a:pt x="2140" y="4580"/>
                    <a:pt x="1940" y="4110"/>
                    <a:pt x="1940" y="3608"/>
                  </a:cubicBezTo>
                  <a:cubicBezTo>
                    <a:pt x="1940" y="2107"/>
                    <a:pt x="3724" y="891"/>
                    <a:pt x="5926" y="891"/>
                  </a:cubicBezTo>
                  <a:cubicBezTo>
                    <a:pt x="6361" y="891"/>
                    <a:pt x="6780" y="939"/>
                    <a:pt x="7166" y="1039"/>
                  </a:cubicBezTo>
                  <a:cubicBezTo>
                    <a:pt x="7724" y="416"/>
                    <a:pt x="8484" y="0"/>
                    <a:pt x="9693" y="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1016" name="Shape 960"/>
          <p:cNvSpPr/>
          <p:nvPr/>
        </p:nvSpPr>
        <p:spPr>
          <a:xfrm>
            <a:off x="3734266" y="2057536"/>
            <a:ext cx="305603" cy="3359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43" h="21509" extrusionOk="0">
                <a:moveTo>
                  <a:pt x="8115" y="13642"/>
                </a:moveTo>
                <a:cubicBezTo>
                  <a:pt x="8582" y="14112"/>
                  <a:pt x="8815" y="14970"/>
                  <a:pt x="9516" y="15053"/>
                </a:cubicBezTo>
                <a:cubicBezTo>
                  <a:pt x="10246" y="14804"/>
                  <a:pt x="10800" y="14361"/>
                  <a:pt x="11267" y="13725"/>
                </a:cubicBezTo>
                <a:cubicBezTo>
                  <a:pt x="11530" y="13577"/>
                  <a:pt x="12084" y="13706"/>
                  <a:pt x="12143" y="13863"/>
                </a:cubicBezTo>
                <a:cubicBezTo>
                  <a:pt x="10820" y="15800"/>
                  <a:pt x="11394" y="18484"/>
                  <a:pt x="11063" y="18926"/>
                </a:cubicBezTo>
                <a:cubicBezTo>
                  <a:pt x="9817" y="19830"/>
                  <a:pt x="8689" y="19351"/>
                  <a:pt x="7502" y="19563"/>
                </a:cubicBezTo>
                <a:cubicBezTo>
                  <a:pt x="6529" y="19756"/>
                  <a:pt x="5789" y="20780"/>
                  <a:pt x="4845" y="21057"/>
                </a:cubicBezTo>
                <a:cubicBezTo>
                  <a:pt x="3785" y="21297"/>
                  <a:pt x="2637" y="21564"/>
                  <a:pt x="1518" y="21499"/>
                </a:cubicBezTo>
                <a:cubicBezTo>
                  <a:pt x="662" y="21463"/>
                  <a:pt x="506" y="20374"/>
                  <a:pt x="963" y="19563"/>
                </a:cubicBezTo>
                <a:cubicBezTo>
                  <a:pt x="1187" y="18917"/>
                  <a:pt x="856" y="18742"/>
                  <a:pt x="759" y="18124"/>
                </a:cubicBezTo>
                <a:cubicBezTo>
                  <a:pt x="784" y="18010"/>
                  <a:pt x="900" y="17998"/>
                  <a:pt x="1116" y="18026"/>
                </a:cubicBezTo>
                <a:lnTo>
                  <a:pt x="1116" y="17563"/>
                </a:lnTo>
                <a:lnTo>
                  <a:pt x="1878" y="17563"/>
                </a:lnTo>
                <a:lnTo>
                  <a:pt x="1878" y="18111"/>
                </a:lnTo>
                <a:lnTo>
                  <a:pt x="2167" y="18135"/>
                </a:lnTo>
                <a:lnTo>
                  <a:pt x="2167" y="17563"/>
                </a:lnTo>
                <a:lnTo>
                  <a:pt x="2929" y="17563"/>
                </a:lnTo>
                <a:lnTo>
                  <a:pt x="2929" y="18132"/>
                </a:lnTo>
                <a:cubicBezTo>
                  <a:pt x="3023" y="18136"/>
                  <a:pt x="3119" y="18129"/>
                  <a:pt x="3218" y="18114"/>
                </a:cubicBezTo>
                <a:lnTo>
                  <a:pt x="3218" y="17507"/>
                </a:lnTo>
                <a:lnTo>
                  <a:pt x="3980" y="17507"/>
                </a:lnTo>
                <a:lnTo>
                  <a:pt x="3980" y="18006"/>
                </a:lnTo>
                <a:cubicBezTo>
                  <a:pt x="4075" y="17997"/>
                  <a:pt x="4171" y="17978"/>
                  <a:pt x="4269" y="17953"/>
                </a:cubicBezTo>
                <a:lnTo>
                  <a:pt x="4269" y="17397"/>
                </a:lnTo>
                <a:lnTo>
                  <a:pt x="5030" y="17397"/>
                </a:lnTo>
                <a:lnTo>
                  <a:pt x="5030" y="17753"/>
                </a:lnTo>
                <a:lnTo>
                  <a:pt x="5319" y="17664"/>
                </a:lnTo>
                <a:lnTo>
                  <a:pt x="5319" y="17258"/>
                </a:lnTo>
                <a:lnTo>
                  <a:pt x="6081" y="17258"/>
                </a:lnTo>
                <a:lnTo>
                  <a:pt x="6081" y="17386"/>
                </a:lnTo>
                <a:cubicBezTo>
                  <a:pt x="6331" y="17286"/>
                  <a:pt x="6590" y="17172"/>
                  <a:pt x="6860" y="17045"/>
                </a:cubicBezTo>
                <a:cubicBezTo>
                  <a:pt x="7268" y="16759"/>
                  <a:pt x="6626" y="14840"/>
                  <a:pt x="6684" y="14195"/>
                </a:cubicBezTo>
                <a:cubicBezTo>
                  <a:pt x="6752" y="13927"/>
                  <a:pt x="7638" y="13826"/>
                  <a:pt x="8115" y="13642"/>
                </a:cubicBezTo>
                <a:close/>
                <a:moveTo>
                  <a:pt x="2781" y="8830"/>
                </a:moveTo>
                <a:cubicBezTo>
                  <a:pt x="2515" y="8794"/>
                  <a:pt x="2235" y="8834"/>
                  <a:pt x="1956" y="8993"/>
                </a:cubicBezTo>
                <a:cubicBezTo>
                  <a:pt x="1197" y="9150"/>
                  <a:pt x="1985" y="10247"/>
                  <a:pt x="2218" y="10875"/>
                </a:cubicBezTo>
                <a:cubicBezTo>
                  <a:pt x="2364" y="11474"/>
                  <a:pt x="2160" y="12295"/>
                  <a:pt x="2656" y="12175"/>
                </a:cubicBezTo>
                <a:cubicBezTo>
                  <a:pt x="3775" y="11944"/>
                  <a:pt x="4806" y="11188"/>
                  <a:pt x="4437" y="9989"/>
                </a:cubicBezTo>
                <a:cubicBezTo>
                  <a:pt x="4254" y="9719"/>
                  <a:pt x="3579" y="8936"/>
                  <a:pt x="2781" y="8830"/>
                </a:cubicBezTo>
                <a:close/>
                <a:moveTo>
                  <a:pt x="10771" y="1"/>
                </a:moveTo>
                <a:cubicBezTo>
                  <a:pt x="14575" y="19"/>
                  <a:pt x="18496" y="868"/>
                  <a:pt x="20433" y="6946"/>
                </a:cubicBezTo>
                <a:cubicBezTo>
                  <a:pt x="21571" y="10460"/>
                  <a:pt x="17864" y="15827"/>
                  <a:pt x="14565" y="15329"/>
                </a:cubicBezTo>
                <a:cubicBezTo>
                  <a:pt x="13301" y="15163"/>
                  <a:pt x="13758" y="13476"/>
                  <a:pt x="10975" y="12977"/>
                </a:cubicBezTo>
                <a:cubicBezTo>
                  <a:pt x="8319" y="12498"/>
                  <a:pt x="5167" y="14619"/>
                  <a:pt x="3911" y="14444"/>
                </a:cubicBezTo>
                <a:cubicBezTo>
                  <a:pt x="3289" y="14324"/>
                  <a:pt x="2783" y="12738"/>
                  <a:pt x="2569" y="12922"/>
                </a:cubicBezTo>
                <a:cubicBezTo>
                  <a:pt x="2277" y="13180"/>
                  <a:pt x="2861" y="14352"/>
                  <a:pt x="3298" y="14748"/>
                </a:cubicBezTo>
                <a:cubicBezTo>
                  <a:pt x="3707" y="14988"/>
                  <a:pt x="5167" y="14730"/>
                  <a:pt x="6159" y="14306"/>
                </a:cubicBezTo>
                <a:cubicBezTo>
                  <a:pt x="6441" y="14232"/>
                  <a:pt x="6139" y="15071"/>
                  <a:pt x="6188" y="15606"/>
                </a:cubicBezTo>
                <a:lnTo>
                  <a:pt x="6081" y="15629"/>
                </a:lnTo>
                <a:lnTo>
                  <a:pt x="6081" y="16155"/>
                </a:lnTo>
                <a:lnTo>
                  <a:pt x="5319" y="16155"/>
                </a:lnTo>
                <a:lnTo>
                  <a:pt x="5319" y="15787"/>
                </a:lnTo>
                <a:lnTo>
                  <a:pt x="5030" y="15826"/>
                </a:lnTo>
                <a:lnTo>
                  <a:pt x="5030" y="16238"/>
                </a:lnTo>
                <a:lnTo>
                  <a:pt x="4269" y="16238"/>
                </a:lnTo>
                <a:lnTo>
                  <a:pt x="4269" y="15914"/>
                </a:lnTo>
                <a:lnTo>
                  <a:pt x="3980" y="15936"/>
                </a:lnTo>
                <a:lnTo>
                  <a:pt x="3980" y="16294"/>
                </a:lnTo>
                <a:lnTo>
                  <a:pt x="3218" y="16294"/>
                </a:lnTo>
                <a:lnTo>
                  <a:pt x="3218" y="15972"/>
                </a:lnTo>
                <a:lnTo>
                  <a:pt x="2929" y="15978"/>
                </a:lnTo>
                <a:lnTo>
                  <a:pt x="2929" y="16294"/>
                </a:lnTo>
                <a:lnTo>
                  <a:pt x="2167" y="16294"/>
                </a:lnTo>
                <a:lnTo>
                  <a:pt x="2167" y="15963"/>
                </a:lnTo>
                <a:cubicBezTo>
                  <a:pt x="2068" y="15964"/>
                  <a:pt x="1971" y="15958"/>
                  <a:pt x="1878" y="15950"/>
                </a:cubicBezTo>
                <a:lnTo>
                  <a:pt x="1878" y="16238"/>
                </a:lnTo>
                <a:lnTo>
                  <a:pt x="1116" y="16238"/>
                </a:lnTo>
                <a:lnTo>
                  <a:pt x="1116" y="15853"/>
                </a:lnTo>
                <a:cubicBezTo>
                  <a:pt x="755" y="15784"/>
                  <a:pt x="508" y="15683"/>
                  <a:pt x="438" y="15551"/>
                </a:cubicBezTo>
                <a:cubicBezTo>
                  <a:pt x="263" y="15126"/>
                  <a:pt x="730" y="14868"/>
                  <a:pt x="876" y="14527"/>
                </a:cubicBezTo>
                <a:cubicBezTo>
                  <a:pt x="788" y="14342"/>
                  <a:pt x="525" y="14324"/>
                  <a:pt x="613" y="13973"/>
                </a:cubicBezTo>
                <a:cubicBezTo>
                  <a:pt x="681" y="13734"/>
                  <a:pt x="1712" y="13577"/>
                  <a:pt x="1868" y="13337"/>
                </a:cubicBezTo>
                <a:cubicBezTo>
                  <a:pt x="1926" y="12839"/>
                  <a:pt x="-29" y="11511"/>
                  <a:pt x="0" y="11179"/>
                </a:cubicBezTo>
                <a:cubicBezTo>
                  <a:pt x="87" y="10829"/>
                  <a:pt x="876" y="10423"/>
                  <a:pt x="1343" y="9879"/>
                </a:cubicBezTo>
                <a:cubicBezTo>
                  <a:pt x="1567" y="9620"/>
                  <a:pt x="564" y="8477"/>
                  <a:pt x="642" y="8191"/>
                </a:cubicBezTo>
                <a:cubicBezTo>
                  <a:pt x="788" y="7305"/>
                  <a:pt x="1693" y="6309"/>
                  <a:pt x="1868" y="4704"/>
                </a:cubicBezTo>
                <a:cubicBezTo>
                  <a:pt x="2413" y="2224"/>
                  <a:pt x="6782" y="-36"/>
                  <a:pt x="10771" y="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17" name="Shape 961"/>
          <p:cNvSpPr/>
          <p:nvPr/>
        </p:nvSpPr>
        <p:spPr>
          <a:xfrm>
            <a:off x="7672978" y="2045495"/>
            <a:ext cx="373293" cy="360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73" h="21542" extrusionOk="0">
                <a:moveTo>
                  <a:pt x="14135" y="13165"/>
                </a:moveTo>
                <a:cubicBezTo>
                  <a:pt x="13454" y="13298"/>
                  <a:pt x="13197" y="13519"/>
                  <a:pt x="12785" y="13697"/>
                </a:cubicBezTo>
                <a:cubicBezTo>
                  <a:pt x="12554" y="14583"/>
                  <a:pt x="12708" y="15115"/>
                  <a:pt x="13364" y="15026"/>
                </a:cubicBezTo>
                <a:cubicBezTo>
                  <a:pt x="14084" y="14761"/>
                  <a:pt x="14148" y="14229"/>
                  <a:pt x="14135" y="13165"/>
                </a:cubicBezTo>
                <a:close/>
                <a:moveTo>
                  <a:pt x="7038" y="13165"/>
                </a:moveTo>
                <a:cubicBezTo>
                  <a:pt x="7026" y="14229"/>
                  <a:pt x="7090" y="14761"/>
                  <a:pt x="7810" y="15026"/>
                </a:cubicBezTo>
                <a:cubicBezTo>
                  <a:pt x="8465" y="15115"/>
                  <a:pt x="8620" y="14583"/>
                  <a:pt x="8388" y="13697"/>
                </a:cubicBezTo>
                <a:cubicBezTo>
                  <a:pt x="7977" y="13519"/>
                  <a:pt x="7720" y="13298"/>
                  <a:pt x="7038" y="13165"/>
                </a:cubicBezTo>
                <a:close/>
                <a:moveTo>
                  <a:pt x="18003" y="10852"/>
                </a:moveTo>
                <a:cubicBezTo>
                  <a:pt x="18125" y="10863"/>
                  <a:pt x="18239" y="10908"/>
                  <a:pt x="18340" y="10993"/>
                </a:cubicBezTo>
                <a:cubicBezTo>
                  <a:pt x="18880" y="11244"/>
                  <a:pt x="18147" y="12249"/>
                  <a:pt x="19111" y="12057"/>
                </a:cubicBezTo>
                <a:cubicBezTo>
                  <a:pt x="19355" y="11865"/>
                  <a:pt x="19947" y="11939"/>
                  <a:pt x="20345" y="12367"/>
                </a:cubicBezTo>
                <a:cubicBezTo>
                  <a:pt x="20616" y="12884"/>
                  <a:pt x="21387" y="13357"/>
                  <a:pt x="21117" y="13918"/>
                </a:cubicBezTo>
                <a:cubicBezTo>
                  <a:pt x="20654" y="15425"/>
                  <a:pt x="20384" y="15736"/>
                  <a:pt x="20191" y="17021"/>
                </a:cubicBezTo>
                <a:cubicBezTo>
                  <a:pt x="20204" y="18720"/>
                  <a:pt x="20024" y="19887"/>
                  <a:pt x="20076" y="21542"/>
                </a:cubicBezTo>
                <a:lnTo>
                  <a:pt x="18610" y="21453"/>
                </a:lnTo>
                <a:cubicBezTo>
                  <a:pt x="18713" y="19651"/>
                  <a:pt x="18738" y="18114"/>
                  <a:pt x="18494" y="16312"/>
                </a:cubicBezTo>
                <a:cubicBezTo>
                  <a:pt x="18185" y="16016"/>
                  <a:pt x="18031" y="15588"/>
                  <a:pt x="18533" y="14761"/>
                </a:cubicBezTo>
                <a:cubicBezTo>
                  <a:pt x="18340" y="14229"/>
                  <a:pt x="18494" y="13918"/>
                  <a:pt x="17684" y="13697"/>
                </a:cubicBezTo>
                <a:cubicBezTo>
                  <a:pt x="17195" y="13327"/>
                  <a:pt x="16514" y="14066"/>
                  <a:pt x="16218" y="13120"/>
                </a:cubicBezTo>
                <a:cubicBezTo>
                  <a:pt x="15948" y="12319"/>
                  <a:pt x="17155" y="10771"/>
                  <a:pt x="18003" y="10852"/>
                </a:cubicBezTo>
                <a:close/>
                <a:moveTo>
                  <a:pt x="3170" y="10852"/>
                </a:moveTo>
                <a:cubicBezTo>
                  <a:pt x="4019" y="10771"/>
                  <a:pt x="5225" y="12319"/>
                  <a:pt x="4956" y="13120"/>
                </a:cubicBezTo>
                <a:cubicBezTo>
                  <a:pt x="4660" y="14066"/>
                  <a:pt x="3978" y="13327"/>
                  <a:pt x="3490" y="13697"/>
                </a:cubicBezTo>
                <a:cubicBezTo>
                  <a:pt x="2680" y="13918"/>
                  <a:pt x="2834" y="14229"/>
                  <a:pt x="2641" y="14761"/>
                </a:cubicBezTo>
                <a:cubicBezTo>
                  <a:pt x="3143" y="15588"/>
                  <a:pt x="2988" y="16016"/>
                  <a:pt x="2680" y="16312"/>
                </a:cubicBezTo>
                <a:cubicBezTo>
                  <a:pt x="2435" y="18114"/>
                  <a:pt x="2461" y="19651"/>
                  <a:pt x="2564" y="21453"/>
                </a:cubicBezTo>
                <a:lnTo>
                  <a:pt x="1098" y="21542"/>
                </a:lnTo>
                <a:cubicBezTo>
                  <a:pt x="1150" y="19887"/>
                  <a:pt x="970" y="18720"/>
                  <a:pt x="983" y="17021"/>
                </a:cubicBezTo>
                <a:cubicBezTo>
                  <a:pt x="790" y="15736"/>
                  <a:pt x="520" y="15425"/>
                  <a:pt x="57" y="13918"/>
                </a:cubicBezTo>
                <a:cubicBezTo>
                  <a:pt x="-213" y="13357"/>
                  <a:pt x="558" y="12884"/>
                  <a:pt x="828" y="12367"/>
                </a:cubicBezTo>
                <a:cubicBezTo>
                  <a:pt x="1227" y="11939"/>
                  <a:pt x="1818" y="11865"/>
                  <a:pt x="2063" y="12057"/>
                </a:cubicBezTo>
                <a:cubicBezTo>
                  <a:pt x="3027" y="12249"/>
                  <a:pt x="2294" y="11244"/>
                  <a:pt x="2834" y="10993"/>
                </a:cubicBezTo>
                <a:cubicBezTo>
                  <a:pt x="2935" y="10908"/>
                  <a:pt x="3049" y="10863"/>
                  <a:pt x="3170" y="10852"/>
                </a:cubicBezTo>
                <a:close/>
                <a:moveTo>
                  <a:pt x="14751" y="6519"/>
                </a:moveTo>
                <a:cubicBezTo>
                  <a:pt x="13820" y="6459"/>
                  <a:pt x="13463" y="8528"/>
                  <a:pt x="12631" y="8998"/>
                </a:cubicBezTo>
                <a:cubicBezTo>
                  <a:pt x="11384" y="9486"/>
                  <a:pt x="11101" y="10727"/>
                  <a:pt x="11127" y="12677"/>
                </a:cubicBezTo>
                <a:cubicBezTo>
                  <a:pt x="11191" y="13224"/>
                  <a:pt x="12066" y="12707"/>
                  <a:pt x="12708" y="12323"/>
                </a:cubicBezTo>
                <a:cubicBezTo>
                  <a:pt x="13531" y="11776"/>
                  <a:pt x="16051" y="7285"/>
                  <a:pt x="14945" y="6561"/>
                </a:cubicBezTo>
                <a:cubicBezTo>
                  <a:pt x="14878" y="6537"/>
                  <a:pt x="14813" y="6523"/>
                  <a:pt x="14751" y="6519"/>
                </a:cubicBezTo>
                <a:close/>
                <a:moveTo>
                  <a:pt x="6423" y="6519"/>
                </a:moveTo>
                <a:cubicBezTo>
                  <a:pt x="6361" y="6523"/>
                  <a:pt x="6296" y="6537"/>
                  <a:pt x="6228" y="6561"/>
                </a:cubicBezTo>
                <a:cubicBezTo>
                  <a:pt x="5123" y="7285"/>
                  <a:pt x="7643" y="11776"/>
                  <a:pt x="8465" y="12323"/>
                </a:cubicBezTo>
                <a:cubicBezTo>
                  <a:pt x="9108" y="12707"/>
                  <a:pt x="9983" y="13224"/>
                  <a:pt x="10047" y="12677"/>
                </a:cubicBezTo>
                <a:cubicBezTo>
                  <a:pt x="10073" y="10727"/>
                  <a:pt x="9790" y="9486"/>
                  <a:pt x="8543" y="8998"/>
                </a:cubicBezTo>
                <a:cubicBezTo>
                  <a:pt x="7711" y="8528"/>
                  <a:pt x="7354" y="6459"/>
                  <a:pt x="6423" y="6519"/>
                </a:cubicBezTo>
                <a:close/>
                <a:moveTo>
                  <a:pt x="3760" y="1"/>
                </a:moveTo>
                <a:cubicBezTo>
                  <a:pt x="8404" y="-14"/>
                  <a:pt x="7402" y="3723"/>
                  <a:pt x="10529" y="4119"/>
                </a:cubicBezTo>
                <a:cubicBezTo>
                  <a:pt x="13656" y="3723"/>
                  <a:pt x="12769" y="-14"/>
                  <a:pt x="17414" y="1"/>
                </a:cubicBezTo>
                <a:cubicBezTo>
                  <a:pt x="20397" y="-58"/>
                  <a:pt x="21297" y="4138"/>
                  <a:pt x="20461" y="5984"/>
                </a:cubicBezTo>
                <a:cubicBezTo>
                  <a:pt x="20294" y="6561"/>
                  <a:pt x="19896" y="6117"/>
                  <a:pt x="19536" y="6206"/>
                </a:cubicBezTo>
                <a:cubicBezTo>
                  <a:pt x="19315" y="6569"/>
                  <a:pt x="19138" y="7120"/>
                  <a:pt x="19051" y="7530"/>
                </a:cubicBezTo>
                <a:lnTo>
                  <a:pt x="18031" y="8555"/>
                </a:lnTo>
                <a:cubicBezTo>
                  <a:pt x="18494" y="9264"/>
                  <a:pt x="18417" y="10107"/>
                  <a:pt x="17838" y="10372"/>
                </a:cubicBezTo>
                <a:cubicBezTo>
                  <a:pt x="16810" y="10727"/>
                  <a:pt x="16205" y="11215"/>
                  <a:pt x="16103" y="11968"/>
                </a:cubicBezTo>
                <a:cubicBezTo>
                  <a:pt x="16000" y="13002"/>
                  <a:pt x="16013" y="16120"/>
                  <a:pt x="14984" y="16356"/>
                </a:cubicBezTo>
                <a:cubicBezTo>
                  <a:pt x="14123" y="16386"/>
                  <a:pt x="13416" y="16327"/>
                  <a:pt x="12400" y="16445"/>
                </a:cubicBezTo>
                <a:cubicBezTo>
                  <a:pt x="11808" y="16386"/>
                  <a:pt x="11294" y="15263"/>
                  <a:pt x="10973" y="14362"/>
                </a:cubicBezTo>
                <a:lnTo>
                  <a:pt x="10587" y="15026"/>
                </a:lnTo>
                <a:lnTo>
                  <a:pt x="10201" y="14362"/>
                </a:lnTo>
                <a:cubicBezTo>
                  <a:pt x="9880" y="15263"/>
                  <a:pt x="9365" y="16386"/>
                  <a:pt x="8774" y="16445"/>
                </a:cubicBezTo>
                <a:cubicBezTo>
                  <a:pt x="7758" y="16327"/>
                  <a:pt x="7051" y="16386"/>
                  <a:pt x="6190" y="16356"/>
                </a:cubicBezTo>
                <a:cubicBezTo>
                  <a:pt x="5161" y="16120"/>
                  <a:pt x="5174" y="13002"/>
                  <a:pt x="5071" y="11968"/>
                </a:cubicBezTo>
                <a:cubicBezTo>
                  <a:pt x="4968" y="11215"/>
                  <a:pt x="4364" y="10727"/>
                  <a:pt x="3335" y="10372"/>
                </a:cubicBezTo>
                <a:cubicBezTo>
                  <a:pt x="2757" y="10107"/>
                  <a:pt x="2680" y="9264"/>
                  <a:pt x="3143" y="8555"/>
                </a:cubicBezTo>
                <a:cubicBezTo>
                  <a:pt x="2812" y="8104"/>
                  <a:pt x="2793" y="7981"/>
                  <a:pt x="2150" y="7624"/>
                </a:cubicBezTo>
                <a:cubicBezTo>
                  <a:pt x="1979" y="7292"/>
                  <a:pt x="1809" y="6867"/>
                  <a:pt x="1638" y="6535"/>
                </a:cubicBezTo>
                <a:cubicBezTo>
                  <a:pt x="1278" y="6447"/>
                  <a:pt x="880" y="6561"/>
                  <a:pt x="713" y="5984"/>
                </a:cubicBezTo>
                <a:cubicBezTo>
                  <a:pt x="-123" y="4138"/>
                  <a:pt x="777" y="-58"/>
                  <a:pt x="3760" y="1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18" name="Shape 962"/>
          <p:cNvSpPr/>
          <p:nvPr/>
        </p:nvSpPr>
        <p:spPr>
          <a:xfrm>
            <a:off x="3760468" y="2821406"/>
            <a:ext cx="253200" cy="36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65" y="8186"/>
                </a:moveTo>
                <a:cubicBezTo>
                  <a:pt x="12243" y="8185"/>
                  <a:pt x="12119" y="8200"/>
                  <a:pt x="11998" y="8234"/>
                </a:cubicBezTo>
                <a:cubicBezTo>
                  <a:pt x="11630" y="8337"/>
                  <a:pt x="11406" y="8585"/>
                  <a:pt x="11410" y="8848"/>
                </a:cubicBezTo>
                <a:lnTo>
                  <a:pt x="10157" y="12137"/>
                </a:lnTo>
                <a:lnTo>
                  <a:pt x="9272" y="9814"/>
                </a:lnTo>
                <a:cubicBezTo>
                  <a:pt x="9171" y="9550"/>
                  <a:pt x="8856" y="9366"/>
                  <a:pt x="8493" y="9330"/>
                </a:cubicBezTo>
                <a:cubicBezTo>
                  <a:pt x="8434" y="9325"/>
                  <a:pt x="8372" y="9323"/>
                  <a:pt x="8312" y="9338"/>
                </a:cubicBezTo>
                <a:lnTo>
                  <a:pt x="8295" y="9336"/>
                </a:lnTo>
                <a:cubicBezTo>
                  <a:pt x="8284" y="9337"/>
                  <a:pt x="8272" y="9337"/>
                  <a:pt x="8261" y="9341"/>
                </a:cubicBezTo>
                <a:lnTo>
                  <a:pt x="8121" y="9347"/>
                </a:lnTo>
                <a:cubicBezTo>
                  <a:pt x="8104" y="9350"/>
                  <a:pt x="8087" y="9354"/>
                  <a:pt x="8073" y="9364"/>
                </a:cubicBezTo>
                <a:cubicBezTo>
                  <a:pt x="7795" y="9413"/>
                  <a:pt x="7558" y="9555"/>
                  <a:pt x="7445" y="9756"/>
                </a:cubicBezTo>
                <a:lnTo>
                  <a:pt x="5478" y="13292"/>
                </a:lnTo>
                <a:lnTo>
                  <a:pt x="3430" y="13292"/>
                </a:lnTo>
                <a:cubicBezTo>
                  <a:pt x="2911" y="13292"/>
                  <a:pt x="2490" y="13587"/>
                  <a:pt x="2490" y="13953"/>
                </a:cubicBezTo>
                <a:cubicBezTo>
                  <a:pt x="2490" y="14318"/>
                  <a:pt x="2911" y="14614"/>
                  <a:pt x="3430" y="14614"/>
                </a:cubicBezTo>
                <a:lnTo>
                  <a:pt x="5933" y="14614"/>
                </a:lnTo>
                <a:cubicBezTo>
                  <a:pt x="6230" y="14667"/>
                  <a:pt x="6536" y="14601"/>
                  <a:pt x="6748" y="14454"/>
                </a:cubicBezTo>
                <a:cubicBezTo>
                  <a:pt x="6918" y="14366"/>
                  <a:pt x="7033" y="14234"/>
                  <a:pt x="7058" y="14080"/>
                </a:cubicBezTo>
                <a:lnTo>
                  <a:pt x="8182" y="12060"/>
                </a:lnTo>
                <a:lnTo>
                  <a:pt x="9190" y="14708"/>
                </a:lnTo>
                <a:cubicBezTo>
                  <a:pt x="9085" y="15045"/>
                  <a:pt x="9378" y="15382"/>
                  <a:pt x="9859" y="15473"/>
                </a:cubicBezTo>
                <a:cubicBezTo>
                  <a:pt x="9922" y="15485"/>
                  <a:pt x="9986" y="15492"/>
                  <a:pt x="10049" y="15481"/>
                </a:cubicBezTo>
                <a:cubicBezTo>
                  <a:pt x="10084" y="15490"/>
                  <a:pt x="10120" y="15493"/>
                  <a:pt x="10157" y="15486"/>
                </a:cubicBezTo>
                <a:cubicBezTo>
                  <a:pt x="10194" y="15493"/>
                  <a:pt x="10230" y="15490"/>
                  <a:pt x="10265" y="15481"/>
                </a:cubicBezTo>
                <a:lnTo>
                  <a:pt x="10455" y="15473"/>
                </a:lnTo>
                <a:cubicBezTo>
                  <a:pt x="10936" y="15382"/>
                  <a:pt x="11229" y="15045"/>
                  <a:pt x="11123" y="14708"/>
                </a:cubicBezTo>
                <a:lnTo>
                  <a:pt x="12544" y="10978"/>
                </a:lnTo>
                <a:lnTo>
                  <a:pt x="14385" y="14220"/>
                </a:lnTo>
                <a:cubicBezTo>
                  <a:pt x="14552" y="14514"/>
                  <a:pt x="14987" y="14677"/>
                  <a:pt x="15411" y="14614"/>
                </a:cubicBezTo>
                <a:lnTo>
                  <a:pt x="17849" y="14614"/>
                </a:lnTo>
                <a:cubicBezTo>
                  <a:pt x="18368" y="14614"/>
                  <a:pt x="18789" y="14318"/>
                  <a:pt x="18789" y="13953"/>
                </a:cubicBezTo>
                <a:cubicBezTo>
                  <a:pt x="18789" y="13587"/>
                  <a:pt x="18368" y="13292"/>
                  <a:pt x="17849" y="13292"/>
                </a:cubicBezTo>
                <a:lnTo>
                  <a:pt x="15882" y="13292"/>
                </a:lnTo>
                <a:lnTo>
                  <a:pt x="13219" y="8602"/>
                </a:lnTo>
                <a:cubicBezTo>
                  <a:pt x="13075" y="8348"/>
                  <a:pt x="12731" y="8192"/>
                  <a:pt x="12365" y="8186"/>
                </a:cubicBezTo>
                <a:close/>
                <a:moveTo>
                  <a:pt x="3191" y="3507"/>
                </a:moveTo>
                <a:lnTo>
                  <a:pt x="18408" y="3507"/>
                </a:lnTo>
                <a:cubicBezTo>
                  <a:pt x="18970" y="3507"/>
                  <a:pt x="19425" y="3827"/>
                  <a:pt x="19425" y="4222"/>
                </a:cubicBezTo>
                <a:lnTo>
                  <a:pt x="19425" y="19369"/>
                </a:lnTo>
                <a:cubicBezTo>
                  <a:pt x="19425" y="19765"/>
                  <a:pt x="18970" y="20085"/>
                  <a:pt x="18408" y="20085"/>
                </a:cubicBezTo>
                <a:lnTo>
                  <a:pt x="3191" y="20085"/>
                </a:lnTo>
                <a:cubicBezTo>
                  <a:pt x="2630" y="20085"/>
                  <a:pt x="2175" y="19765"/>
                  <a:pt x="2175" y="19369"/>
                </a:cubicBezTo>
                <a:lnTo>
                  <a:pt x="2175" y="4222"/>
                </a:lnTo>
                <a:cubicBezTo>
                  <a:pt x="2175" y="3827"/>
                  <a:pt x="2630" y="3507"/>
                  <a:pt x="3191" y="3507"/>
                </a:cubicBezTo>
                <a:close/>
                <a:moveTo>
                  <a:pt x="2334" y="2920"/>
                </a:moveTo>
                <a:cubicBezTo>
                  <a:pt x="1709" y="2920"/>
                  <a:pt x="1203" y="3277"/>
                  <a:pt x="1203" y="3716"/>
                </a:cubicBezTo>
                <a:lnTo>
                  <a:pt x="1203" y="19875"/>
                </a:lnTo>
                <a:cubicBezTo>
                  <a:pt x="1203" y="20315"/>
                  <a:pt x="1709" y="20671"/>
                  <a:pt x="2334" y="20671"/>
                </a:cubicBezTo>
                <a:lnTo>
                  <a:pt x="19266" y="20671"/>
                </a:lnTo>
                <a:cubicBezTo>
                  <a:pt x="19891" y="20671"/>
                  <a:pt x="20397" y="20315"/>
                  <a:pt x="20397" y="19875"/>
                </a:cubicBezTo>
                <a:lnTo>
                  <a:pt x="20397" y="3716"/>
                </a:lnTo>
                <a:cubicBezTo>
                  <a:pt x="20397" y="3277"/>
                  <a:pt x="19891" y="2920"/>
                  <a:pt x="19266" y="2920"/>
                </a:cubicBezTo>
                <a:close/>
                <a:moveTo>
                  <a:pt x="9256" y="0"/>
                </a:moveTo>
                <a:lnTo>
                  <a:pt x="12344" y="0"/>
                </a:lnTo>
                <a:cubicBezTo>
                  <a:pt x="12615" y="0"/>
                  <a:pt x="12835" y="155"/>
                  <a:pt x="12835" y="346"/>
                </a:cubicBezTo>
                <a:lnTo>
                  <a:pt x="12835" y="1038"/>
                </a:lnTo>
                <a:lnTo>
                  <a:pt x="13128" y="1038"/>
                </a:lnTo>
                <a:cubicBezTo>
                  <a:pt x="13399" y="1038"/>
                  <a:pt x="13620" y="1193"/>
                  <a:pt x="13620" y="1384"/>
                </a:cubicBezTo>
                <a:lnTo>
                  <a:pt x="13620" y="1992"/>
                </a:lnTo>
                <a:lnTo>
                  <a:pt x="19776" y="1992"/>
                </a:lnTo>
                <a:cubicBezTo>
                  <a:pt x="20783" y="1992"/>
                  <a:pt x="21600" y="2566"/>
                  <a:pt x="21600" y="3275"/>
                </a:cubicBezTo>
                <a:lnTo>
                  <a:pt x="21600" y="20317"/>
                </a:lnTo>
                <a:cubicBezTo>
                  <a:pt x="21600" y="21025"/>
                  <a:pt x="20783" y="21600"/>
                  <a:pt x="19776" y="21600"/>
                </a:cubicBezTo>
                <a:lnTo>
                  <a:pt x="1824" y="21600"/>
                </a:lnTo>
                <a:cubicBezTo>
                  <a:pt x="817" y="21600"/>
                  <a:pt x="0" y="21025"/>
                  <a:pt x="0" y="20317"/>
                </a:cubicBezTo>
                <a:lnTo>
                  <a:pt x="0" y="3275"/>
                </a:lnTo>
                <a:cubicBezTo>
                  <a:pt x="0" y="2566"/>
                  <a:pt x="817" y="1992"/>
                  <a:pt x="1824" y="1992"/>
                </a:cubicBezTo>
                <a:lnTo>
                  <a:pt x="7980" y="1992"/>
                </a:lnTo>
                <a:lnTo>
                  <a:pt x="7980" y="1384"/>
                </a:lnTo>
                <a:cubicBezTo>
                  <a:pt x="7980" y="1193"/>
                  <a:pt x="8200" y="1038"/>
                  <a:pt x="8472" y="1038"/>
                </a:cubicBezTo>
                <a:lnTo>
                  <a:pt x="8764" y="1038"/>
                </a:lnTo>
                <a:lnTo>
                  <a:pt x="8764" y="346"/>
                </a:lnTo>
                <a:cubicBezTo>
                  <a:pt x="8764" y="155"/>
                  <a:pt x="8985" y="0"/>
                  <a:pt x="9256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19" name="Shape 963"/>
          <p:cNvSpPr/>
          <p:nvPr/>
        </p:nvSpPr>
        <p:spPr>
          <a:xfrm>
            <a:off x="8209995" y="2045497"/>
            <a:ext cx="360000" cy="36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88" y="3206"/>
                </a:moveTo>
                <a:lnTo>
                  <a:pt x="8688" y="8688"/>
                </a:lnTo>
                <a:lnTo>
                  <a:pt x="3206" y="8688"/>
                </a:lnTo>
                <a:lnTo>
                  <a:pt x="3206" y="12912"/>
                </a:lnTo>
                <a:lnTo>
                  <a:pt x="8688" y="12912"/>
                </a:lnTo>
                <a:lnTo>
                  <a:pt x="8688" y="18394"/>
                </a:lnTo>
                <a:lnTo>
                  <a:pt x="12912" y="18394"/>
                </a:lnTo>
                <a:lnTo>
                  <a:pt x="12912" y="12912"/>
                </a:lnTo>
                <a:lnTo>
                  <a:pt x="18394" y="12912"/>
                </a:lnTo>
                <a:lnTo>
                  <a:pt x="18394" y="8688"/>
                </a:lnTo>
                <a:lnTo>
                  <a:pt x="12912" y="8688"/>
                </a:lnTo>
                <a:lnTo>
                  <a:pt x="12912" y="3206"/>
                </a:lnTo>
                <a:close/>
                <a:moveTo>
                  <a:pt x="10800" y="0"/>
                </a:move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0" name="Shape 964"/>
          <p:cNvSpPr/>
          <p:nvPr/>
        </p:nvSpPr>
        <p:spPr>
          <a:xfrm>
            <a:off x="4303209" y="2821406"/>
            <a:ext cx="318743" cy="36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39" h="21600" extrusionOk="0">
                <a:moveTo>
                  <a:pt x="10266" y="15271"/>
                </a:moveTo>
                <a:cubicBezTo>
                  <a:pt x="9434" y="15645"/>
                  <a:pt x="8616" y="15965"/>
                  <a:pt x="7826" y="16229"/>
                </a:cubicBezTo>
                <a:cubicBezTo>
                  <a:pt x="8359" y="18748"/>
                  <a:pt x="9255" y="20400"/>
                  <a:pt x="10270" y="20400"/>
                </a:cubicBezTo>
                <a:cubicBezTo>
                  <a:pt x="11285" y="20400"/>
                  <a:pt x="12181" y="18747"/>
                  <a:pt x="12702" y="16225"/>
                </a:cubicBezTo>
                <a:cubicBezTo>
                  <a:pt x="11913" y="15963"/>
                  <a:pt x="11097" y="15643"/>
                  <a:pt x="10266" y="15271"/>
                </a:cubicBezTo>
                <a:close/>
                <a:moveTo>
                  <a:pt x="13067" y="13854"/>
                </a:moveTo>
                <a:cubicBezTo>
                  <a:pt x="12848" y="13983"/>
                  <a:pt x="12624" y="14107"/>
                  <a:pt x="12396" y="14229"/>
                </a:cubicBezTo>
                <a:lnTo>
                  <a:pt x="11710" y="14581"/>
                </a:lnTo>
                <a:cubicBezTo>
                  <a:pt x="12113" y="14767"/>
                  <a:pt x="12515" y="14927"/>
                  <a:pt x="12912" y="15062"/>
                </a:cubicBezTo>
                <a:cubicBezTo>
                  <a:pt x="12975" y="14674"/>
                  <a:pt x="13025" y="14270"/>
                  <a:pt x="13067" y="13854"/>
                </a:cubicBezTo>
                <a:close/>
                <a:moveTo>
                  <a:pt x="7463" y="13848"/>
                </a:moveTo>
                <a:cubicBezTo>
                  <a:pt x="7503" y="14268"/>
                  <a:pt x="7556" y="14674"/>
                  <a:pt x="7617" y="15066"/>
                </a:cubicBezTo>
                <a:cubicBezTo>
                  <a:pt x="8015" y="14922"/>
                  <a:pt x="8422" y="14762"/>
                  <a:pt x="8835" y="14585"/>
                </a:cubicBezTo>
                <a:cubicBezTo>
                  <a:pt x="8603" y="14473"/>
                  <a:pt x="8373" y="14353"/>
                  <a:pt x="8144" y="14229"/>
                </a:cubicBezTo>
                <a:close/>
                <a:moveTo>
                  <a:pt x="4008" y="11551"/>
                </a:moveTo>
                <a:cubicBezTo>
                  <a:pt x="1923" y="13232"/>
                  <a:pt x="833" y="14781"/>
                  <a:pt x="1341" y="15600"/>
                </a:cubicBezTo>
                <a:cubicBezTo>
                  <a:pt x="1849" y="16418"/>
                  <a:pt x="3833" y="16315"/>
                  <a:pt x="6442" y="15484"/>
                </a:cubicBezTo>
                <a:cubicBezTo>
                  <a:pt x="6293" y="14715"/>
                  <a:pt x="6181" y="13896"/>
                  <a:pt x="6113" y="13039"/>
                </a:cubicBezTo>
                <a:cubicBezTo>
                  <a:pt x="5352" y="12555"/>
                  <a:pt x="4646" y="12056"/>
                  <a:pt x="4008" y="11551"/>
                </a:cubicBezTo>
                <a:close/>
                <a:moveTo>
                  <a:pt x="16533" y="11537"/>
                </a:moveTo>
                <a:cubicBezTo>
                  <a:pt x="15900" y="12051"/>
                  <a:pt x="15192" y="12551"/>
                  <a:pt x="14429" y="13037"/>
                </a:cubicBezTo>
                <a:cubicBezTo>
                  <a:pt x="14358" y="13894"/>
                  <a:pt x="14248" y="14714"/>
                  <a:pt x="14086" y="15480"/>
                </a:cubicBezTo>
                <a:lnTo>
                  <a:pt x="14905" y="15720"/>
                </a:lnTo>
                <a:cubicBezTo>
                  <a:pt x="15150" y="15470"/>
                  <a:pt x="15505" y="15316"/>
                  <a:pt x="15898" y="15316"/>
                </a:cubicBezTo>
                <a:cubicBezTo>
                  <a:pt x="16484" y="15316"/>
                  <a:pt x="16984" y="15657"/>
                  <a:pt x="17179" y="16139"/>
                </a:cubicBezTo>
                <a:cubicBezTo>
                  <a:pt x="18201" y="16220"/>
                  <a:pt x="18921" y="16048"/>
                  <a:pt x="19199" y="15600"/>
                </a:cubicBezTo>
                <a:cubicBezTo>
                  <a:pt x="19707" y="14780"/>
                  <a:pt x="18615" y="13229"/>
                  <a:pt x="16533" y="11537"/>
                </a:cubicBezTo>
                <a:close/>
                <a:moveTo>
                  <a:pt x="14506" y="10070"/>
                </a:moveTo>
                <a:cubicBezTo>
                  <a:pt x="14520" y="10311"/>
                  <a:pt x="14523" y="10555"/>
                  <a:pt x="14523" y="10800"/>
                </a:cubicBezTo>
                <a:lnTo>
                  <a:pt x="14494" y="11538"/>
                </a:lnTo>
                <a:lnTo>
                  <a:pt x="15564" y="10794"/>
                </a:lnTo>
                <a:cubicBezTo>
                  <a:pt x="15233" y="10548"/>
                  <a:pt x="14882" y="10303"/>
                  <a:pt x="14506" y="10070"/>
                </a:cubicBezTo>
                <a:close/>
                <a:moveTo>
                  <a:pt x="6046" y="10062"/>
                </a:moveTo>
                <a:lnTo>
                  <a:pt x="4976" y="10806"/>
                </a:lnTo>
                <a:cubicBezTo>
                  <a:pt x="5307" y="11052"/>
                  <a:pt x="5658" y="11296"/>
                  <a:pt x="6033" y="11530"/>
                </a:cubicBezTo>
                <a:cubicBezTo>
                  <a:pt x="6020" y="11289"/>
                  <a:pt x="6017" y="11045"/>
                  <a:pt x="6017" y="10800"/>
                </a:cubicBezTo>
                <a:close/>
                <a:moveTo>
                  <a:pt x="10270" y="9075"/>
                </a:moveTo>
                <a:cubicBezTo>
                  <a:pt x="11266" y="9075"/>
                  <a:pt x="12074" y="9827"/>
                  <a:pt x="12074" y="10755"/>
                </a:cubicBezTo>
                <a:cubicBezTo>
                  <a:pt x="12074" y="11683"/>
                  <a:pt x="11266" y="12435"/>
                  <a:pt x="10270" y="12435"/>
                </a:cubicBezTo>
                <a:cubicBezTo>
                  <a:pt x="9273" y="12435"/>
                  <a:pt x="8465" y="11683"/>
                  <a:pt x="8465" y="10755"/>
                </a:cubicBezTo>
                <a:cubicBezTo>
                  <a:pt x="8465" y="9827"/>
                  <a:pt x="9273" y="9075"/>
                  <a:pt x="10270" y="9075"/>
                </a:cubicBezTo>
                <a:close/>
                <a:moveTo>
                  <a:pt x="10266" y="7663"/>
                </a:moveTo>
                <a:cubicBezTo>
                  <a:pt x="9777" y="7893"/>
                  <a:pt x="9284" y="8143"/>
                  <a:pt x="8788" y="8410"/>
                </a:cubicBezTo>
                <a:lnTo>
                  <a:pt x="7354" y="9233"/>
                </a:lnTo>
                <a:cubicBezTo>
                  <a:pt x="7319" y="9742"/>
                  <a:pt x="7306" y="10266"/>
                  <a:pt x="7306" y="10800"/>
                </a:cubicBezTo>
                <a:lnTo>
                  <a:pt x="7363" y="12372"/>
                </a:lnTo>
                <a:cubicBezTo>
                  <a:pt x="7817" y="12654"/>
                  <a:pt x="8294" y="12925"/>
                  <a:pt x="8788" y="13190"/>
                </a:cubicBezTo>
                <a:lnTo>
                  <a:pt x="10274" y="13937"/>
                </a:lnTo>
                <a:cubicBezTo>
                  <a:pt x="10763" y="13707"/>
                  <a:pt x="11256" y="13457"/>
                  <a:pt x="11752" y="13190"/>
                </a:cubicBezTo>
                <a:lnTo>
                  <a:pt x="13185" y="12367"/>
                </a:lnTo>
                <a:cubicBezTo>
                  <a:pt x="13221" y="11858"/>
                  <a:pt x="13234" y="11334"/>
                  <a:pt x="13234" y="10800"/>
                </a:cubicBezTo>
                <a:lnTo>
                  <a:pt x="13177" y="9228"/>
                </a:lnTo>
                <a:cubicBezTo>
                  <a:pt x="12723" y="8946"/>
                  <a:pt x="12246" y="8675"/>
                  <a:pt x="11752" y="8410"/>
                </a:cubicBezTo>
                <a:close/>
                <a:moveTo>
                  <a:pt x="7628" y="6538"/>
                </a:moveTo>
                <a:cubicBezTo>
                  <a:pt x="7565" y="6926"/>
                  <a:pt x="7515" y="7330"/>
                  <a:pt x="7473" y="7746"/>
                </a:cubicBezTo>
                <a:cubicBezTo>
                  <a:pt x="7691" y="7617"/>
                  <a:pt x="7916" y="7493"/>
                  <a:pt x="8144" y="7370"/>
                </a:cubicBezTo>
                <a:lnTo>
                  <a:pt x="8830" y="7019"/>
                </a:lnTo>
                <a:cubicBezTo>
                  <a:pt x="8427" y="6833"/>
                  <a:pt x="8025" y="6673"/>
                  <a:pt x="7628" y="6538"/>
                </a:cubicBezTo>
                <a:close/>
                <a:moveTo>
                  <a:pt x="12922" y="6534"/>
                </a:moveTo>
                <a:cubicBezTo>
                  <a:pt x="12525" y="6678"/>
                  <a:pt x="12118" y="6837"/>
                  <a:pt x="11705" y="7015"/>
                </a:cubicBezTo>
                <a:cubicBezTo>
                  <a:pt x="11937" y="7127"/>
                  <a:pt x="12166" y="7247"/>
                  <a:pt x="12396" y="7370"/>
                </a:cubicBezTo>
                <a:lnTo>
                  <a:pt x="13077" y="7752"/>
                </a:lnTo>
                <a:cubicBezTo>
                  <a:pt x="13036" y="7332"/>
                  <a:pt x="12984" y="6925"/>
                  <a:pt x="12922" y="6534"/>
                </a:cubicBezTo>
                <a:close/>
                <a:moveTo>
                  <a:pt x="17415" y="5440"/>
                </a:moveTo>
                <a:cubicBezTo>
                  <a:pt x="16532" y="5470"/>
                  <a:pt x="15391" y="5703"/>
                  <a:pt x="14098" y="6116"/>
                </a:cubicBezTo>
                <a:cubicBezTo>
                  <a:pt x="14247" y="6885"/>
                  <a:pt x="14359" y="7704"/>
                  <a:pt x="14427" y="8561"/>
                </a:cubicBezTo>
                <a:cubicBezTo>
                  <a:pt x="15188" y="9045"/>
                  <a:pt x="15894" y="9544"/>
                  <a:pt x="16532" y="10049"/>
                </a:cubicBezTo>
                <a:cubicBezTo>
                  <a:pt x="18617" y="8368"/>
                  <a:pt x="19706" y="6819"/>
                  <a:pt x="19199" y="6000"/>
                </a:cubicBezTo>
                <a:cubicBezTo>
                  <a:pt x="18943" y="5587"/>
                  <a:pt x="18312" y="5409"/>
                  <a:pt x="17415" y="5440"/>
                </a:cubicBezTo>
                <a:close/>
                <a:moveTo>
                  <a:pt x="3125" y="5440"/>
                </a:moveTo>
                <a:cubicBezTo>
                  <a:pt x="2228" y="5409"/>
                  <a:pt x="1597" y="5587"/>
                  <a:pt x="1341" y="6000"/>
                </a:cubicBezTo>
                <a:cubicBezTo>
                  <a:pt x="1135" y="6333"/>
                  <a:pt x="1193" y="6787"/>
                  <a:pt x="1482" y="7320"/>
                </a:cubicBezTo>
                <a:cubicBezTo>
                  <a:pt x="1531" y="7308"/>
                  <a:pt x="1583" y="7305"/>
                  <a:pt x="1635" y="7305"/>
                </a:cubicBezTo>
                <a:cubicBezTo>
                  <a:pt x="2394" y="7305"/>
                  <a:pt x="3010" y="7879"/>
                  <a:pt x="3010" y="8586"/>
                </a:cubicBezTo>
                <a:cubicBezTo>
                  <a:pt x="3010" y="8761"/>
                  <a:pt x="2972" y="8929"/>
                  <a:pt x="2903" y="9081"/>
                </a:cubicBezTo>
                <a:cubicBezTo>
                  <a:pt x="3226" y="9403"/>
                  <a:pt x="3598" y="9730"/>
                  <a:pt x="4007" y="10063"/>
                </a:cubicBezTo>
                <a:cubicBezTo>
                  <a:pt x="4640" y="9549"/>
                  <a:pt x="5348" y="9049"/>
                  <a:pt x="6111" y="8562"/>
                </a:cubicBezTo>
                <a:cubicBezTo>
                  <a:pt x="6182" y="7705"/>
                  <a:pt x="6292" y="6886"/>
                  <a:pt x="6454" y="6119"/>
                </a:cubicBezTo>
                <a:cubicBezTo>
                  <a:pt x="5155" y="5704"/>
                  <a:pt x="4011" y="5470"/>
                  <a:pt x="3125" y="5440"/>
                </a:cubicBezTo>
                <a:close/>
                <a:moveTo>
                  <a:pt x="10270" y="1200"/>
                </a:moveTo>
                <a:cubicBezTo>
                  <a:pt x="9255" y="1200"/>
                  <a:pt x="8359" y="2853"/>
                  <a:pt x="7838" y="5375"/>
                </a:cubicBezTo>
                <a:cubicBezTo>
                  <a:pt x="8627" y="5637"/>
                  <a:pt x="9443" y="5957"/>
                  <a:pt x="10274" y="6328"/>
                </a:cubicBezTo>
                <a:cubicBezTo>
                  <a:pt x="11105" y="5954"/>
                  <a:pt x="11924" y="5635"/>
                  <a:pt x="12714" y="5371"/>
                </a:cubicBezTo>
                <a:cubicBezTo>
                  <a:pt x="12543" y="4566"/>
                  <a:pt x="12336" y="3849"/>
                  <a:pt x="12092" y="3249"/>
                </a:cubicBezTo>
                <a:cubicBezTo>
                  <a:pt x="12086" y="3251"/>
                  <a:pt x="12080" y="3251"/>
                  <a:pt x="12074" y="3251"/>
                </a:cubicBezTo>
                <a:cubicBezTo>
                  <a:pt x="11315" y="3251"/>
                  <a:pt x="10699" y="2678"/>
                  <a:pt x="10699" y="1970"/>
                </a:cubicBezTo>
                <a:cubicBezTo>
                  <a:pt x="10699" y="1765"/>
                  <a:pt x="10751" y="1572"/>
                  <a:pt x="10855" y="1405"/>
                </a:cubicBezTo>
                <a:cubicBezTo>
                  <a:pt x="10673" y="1266"/>
                  <a:pt x="10474" y="1200"/>
                  <a:pt x="10270" y="1200"/>
                </a:cubicBezTo>
                <a:close/>
                <a:moveTo>
                  <a:pt x="10270" y="0"/>
                </a:moveTo>
                <a:cubicBezTo>
                  <a:pt x="10807" y="0"/>
                  <a:pt x="11320" y="252"/>
                  <a:pt x="11786" y="719"/>
                </a:cubicBezTo>
                <a:cubicBezTo>
                  <a:pt x="11879" y="700"/>
                  <a:pt x="11975" y="690"/>
                  <a:pt x="12074" y="690"/>
                </a:cubicBezTo>
                <a:cubicBezTo>
                  <a:pt x="12834" y="690"/>
                  <a:pt x="13450" y="1263"/>
                  <a:pt x="13450" y="1970"/>
                </a:cubicBezTo>
                <a:cubicBezTo>
                  <a:pt x="13450" y="2285"/>
                  <a:pt x="13327" y="2574"/>
                  <a:pt x="13112" y="2786"/>
                </a:cubicBezTo>
                <a:cubicBezTo>
                  <a:pt x="13402" y="3438"/>
                  <a:pt x="13651" y="4188"/>
                  <a:pt x="13857" y="5015"/>
                </a:cubicBezTo>
                <a:cubicBezTo>
                  <a:pt x="17036" y="4112"/>
                  <a:pt x="19560" y="4182"/>
                  <a:pt x="20315" y="5400"/>
                </a:cubicBezTo>
                <a:cubicBezTo>
                  <a:pt x="21070" y="6618"/>
                  <a:pt x="19873" y="8688"/>
                  <a:pt x="17445" y="10801"/>
                </a:cubicBezTo>
                <a:cubicBezTo>
                  <a:pt x="19874" y="12913"/>
                  <a:pt x="21070" y="14982"/>
                  <a:pt x="20315" y="16200"/>
                </a:cubicBezTo>
                <a:cubicBezTo>
                  <a:pt x="19843" y="16961"/>
                  <a:pt x="18682" y="17273"/>
                  <a:pt x="17103" y="17181"/>
                </a:cubicBezTo>
                <a:cubicBezTo>
                  <a:pt x="16888" y="17598"/>
                  <a:pt x="16428" y="17877"/>
                  <a:pt x="15898" y="17877"/>
                </a:cubicBezTo>
                <a:cubicBezTo>
                  <a:pt x="15197" y="17877"/>
                  <a:pt x="14619" y="17389"/>
                  <a:pt x="14540" y="16757"/>
                </a:cubicBezTo>
                <a:cubicBezTo>
                  <a:pt x="14315" y="16711"/>
                  <a:pt x="14088" y="16651"/>
                  <a:pt x="13858" y="16585"/>
                </a:cubicBezTo>
                <a:cubicBezTo>
                  <a:pt x="13107" y="19600"/>
                  <a:pt x="11780" y="21600"/>
                  <a:pt x="10270" y="21600"/>
                </a:cubicBezTo>
                <a:cubicBezTo>
                  <a:pt x="8759" y="21600"/>
                  <a:pt x="7433" y="19600"/>
                  <a:pt x="6683" y="16585"/>
                </a:cubicBezTo>
                <a:cubicBezTo>
                  <a:pt x="3504" y="17488"/>
                  <a:pt x="980" y="17418"/>
                  <a:pt x="225" y="16200"/>
                </a:cubicBezTo>
                <a:cubicBezTo>
                  <a:pt x="-530" y="14982"/>
                  <a:pt x="666" y="12912"/>
                  <a:pt x="3094" y="10799"/>
                </a:cubicBezTo>
                <a:cubicBezTo>
                  <a:pt x="2712" y="10466"/>
                  <a:pt x="2359" y="10134"/>
                  <a:pt x="2047" y="9801"/>
                </a:cubicBezTo>
                <a:cubicBezTo>
                  <a:pt x="1918" y="9846"/>
                  <a:pt x="1779" y="9866"/>
                  <a:pt x="1635" y="9866"/>
                </a:cubicBezTo>
                <a:cubicBezTo>
                  <a:pt x="875" y="9866"/>
                  <a:pt x="260" y="9293"/>
                  <a:pt x="260" y="8586"/>
                </a:cubicBezTo>
                <a:cubicBezTo>
                  <a:pt x="260" y="8312"/>
                  <a:pt x="352" y="8059"/>
                  <a:pt x="529" y="7864"/>
                </a:cubicBezTo>
                <a:cubicBezTo>
                  <a:pt x="-33" y="6891"/>
                  <a:pt x="-166" y="6031"/>
                  <a:pt x="225" y="5400"/>
                </a:cubicBezTo>
                <a:cubicBezTo>
                  <a:pt x="980" y="4182"/>
                  <a:pt x="3503" y="4112"/>
                  <a:pt x="6682" y="5014"/>
                </a:cubicBezTo>
                <a:cubicBezTo>
                  <a:pt x="7433" y="2000"/>
                  <a:pt x="8759" y="0"/>
                  <a:pt x="1027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1" name="Shape 965"/>
          <p:cNvSpPr/>
          <p:nvPr/>
        </p:nvSpPr>
        <p:spPr>
          <a:xfrm>
            <a:off x="6027871" y="2833287"/>
            <a:ext cx="340625" cy="333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2401" h="16000" extrusionOk="0">
                <a:moveTo>
                  <a:pt x="7205" y="3934"/>
                </a:moveTo>
                <a:cubicBezTo>
                  <a:pt x="7140" y="3932"/>
                  <a:pt x="7073" y="3947"/>
                  <a:pt x="7008" y="3981"/>
                </a:cubicBezTo>
                <a:cubicBezTo>
                  <a:pt x="6811" y="4085"/>
                  <a:pt x="6690" y="4334"/>
                  <a:pt x="6692" y="4598"/>
                </a:cubicBezTo>
                <a:lnTo>
                  <a:pt x="5981" y="8094"/>
                </a:lnTo>
                <a:lnTo>
                  <a:pt x="5466" y="5569"/>
                </a:lnTo>
                <a:cubicBezTo>
                  <a:pt x="5412" y="5303"/>
                  <a:pt x="5243" y="5119"/>
                  <a:pt x="5048" y="5083"/>
                </a:cubicBezTo>
                <a:cubicBezTo>
                  <a:pt x="5016" y="5077"/>
                  <a:pt x="4983" y="5075"/>
                  <a:pt x="4951" y="5091"/>
                </a:cubicBezTo>
                <a:lnTo>
                  <a:pt x="4942" y="5089"/>
                </a:lnTo>
                <a:cubicBezTo>
                  <a:pt x="4936" y="5089"/>
                  <a:pt x="4930" y="5089"/>
                  <a:pt x="4923" y="5093"/>
                </a:cubicBezTo>
                <a:lnTo>
                  <a:pt x="4848" y="5099"/>
                </a:lnTo>
                <a:cubicBezTo>
                  <a:pt x="4839" y="5103"/>
                  <a:pt x="4830" y="5106"/>
                  <a:pt x="4822" y="5116"/>
                </a:cubicBezTo>
                <a:cubicBezTo>
                  <a:pt x="4673" y="5166"/>
                  <a:pt x="4546" y="5308"/>
                  <a:pt x="4485" y="5511"/>
                </a:cubicBezTo>
                <a:lnTo>
                  <a:pt x="3429" y="9063"/>
                </a:lnTo>
                <a:lnTo>
                  <a:pt x="2329" y="9063"/>
                </a:lnTo>
                <a:cubicBezTo>
                  <a:pt x="2050" y="9063"/>
                  <a:pt x="1824" y="9360"/>
                  <a:pt x="1824" y="9727"/>
                </a:cubicBezTo>
                <a:cubicBezTo>
                  <a:pt x="1824" y="10094"/>
                  <a:pt x="2050" y="10391"/>
                  <a:pt x="2329" y="10391"/>
                </a:cubicBezTo>
                <a:lnTo>
                  <a:pt x="3673" y="10391"/>
                </a:lnTo>
                <a:cubicBezTo>
                  <a:pt x="3833" y="10445"/>
                  <a:pt x="3997" y="10378"/>
                  <a:pt x="4111" y="10230"/>
                </a:cubicBezTo>
                <a:cubicBezTo>
                  <a:pt x="4202" y="10142"/>
                  <a:pt x="4264" y="10009"/>
                  <a:pt x="4277" y="9855"/>
                </a:cubicBezTo>
                <a:lnTo>
                  <a:pt x="4881" y="7826"/>
                </a:lnTo>
                <a:lnTo>
                  <a:pt x="5484" y="10785"/>
                </a:lnTo>
                <a:cubicBezTo>
                  <a:pt x="5532" y="11024"/>
                  <a:pt x="5674" y="11198"/>
                  <a:pt x="5846" y="11246"/>
                </a:cubicBezTo>
                <a:lnTo>
                  <a:pt x="5859" y="11255"/>
                </a:lnTo>
                <a:cubicBezTo>
                  <a:pt x="5862" y="11255"/>
                  <a:pt x="5864" y="11256"/>
                  <a:pt x="5867" y="11255"/>
                </a:cubicBezTo>
                <a:cubicBezTo>
                  <a:pt x="5903" y="11273"/>
                  <a:pt x="5942" y="11278"/>
                  <a:pt x="5981" y="11264"/>
                </a:cubicBezTo>
                <a:cubicBezTo>
                  <a:pt x="6020" y="11278"/>
                  <a:pt x="6058" y="11273"/>
                  <a:pt x="6095" y="11255"/>
                </a:cubicBezTo>
                <a:lnTo>
                  <a:pt x="6102" y="11255"/>
                </a:lnTo>
                <a:cubicBezTo>
                  <a:pt x="6106" y="11253"/>
                  <a:pt x="6111" y="11251"/>
                  <a:pt x="6115" y="11246"/>
                </a:cubicBezTo>
                <a:cubicBezTo>
                  <a:pt x="6287" y="11198"/>
                  <a:pt x="6429" y="11024"/>
                  <a:pt x="6478" y="10785"/>
                </a:cubicBezTo>
                <a:lnTo>
                  <a:pt x="7302" y="6738"/>
                </a:lnTo>
                <a:lnTo>
                  <a:pt x="8290" y="9995"/>
                </a:lnTo>
                <a:cubicBezTo>
                  <a:pt x="8380" y="10291"/>
                  <a:pt x="8613" y="10455"/>
                  <a:pt x="8841" y="10391"/>
                </a:cubicBezTo>
                <a:lnTo>
                  <a:pt x="10150" y="10391"/>
                </a:lnTo>
                <a:cubicBezTo>
                  <a:pt x="10429" y="10391"/>
                  <a:pt x="10655" y="10094"/>
                  <a:pt x="10655" y="9727"/>
                </a:cubicBezTo>
                <a:cubicBezTo>
                  <a:pt x="10655" y="9360"/>
                  <a:pt x="10429" y="9063"/>
                  <a:pt x="10150" y="9063"/>
                </a:cubicBezTo>
                <a:lnTo>
                  <a:pt x="9094" y="9063"/>
                </a:lnTo>
                <a:lnTo>
                  <a:pt x="7664" y="4351"/>
                </a:lnTo>
                <a:cubicBezTo>
                  <a:pt x="7586" y="4096"/>
                  <a:pt x="7402" y="3939"/>
                  <a:pt x="7205" y="3934"/>
                </a:cubicBezTo>
                <a:close/>
                <a:moveTo>
                  <a:pt x="2939" y="1"/>
                </a:moveTo>
                <a:cubicBezTo>
                  <a:pt x="4170" y="29"/>
                  <a:pt x="5479" y="1192"/>
                  <a:pt x="6201" y="3850"/>
                </a:cubicBezTo>
                <a:cubicBezTo>
                  <a:pt x="8765" y="-5600"/>
                  <a:pt x="18768" y="3850"/>
                  <a:pt x="6201" y="16000"/>
                </a:cubicBezTo>
                <a:cubicBezTo>
                  <a:pt x="-2832" y="7267"/>
                  <a:pt x="-205" y="-71"/>
                  <a:pt x="2939" y="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2" name="Shape 966"/>
          <p:cNvSpPr/>
          <p:nvPr/>
        </p:nvSpPr>
        <p:spPr>
          <a:xfrm>
            <a:off x="5440457" y="2858907"/>
            <a:ext cx="338160" cy="284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5" y="12197"/>
                </a:moveTo>
                <a:lnTo>
                  <a:pt x="9685" y="14491"/>
                </a:lnTo>
                <a:lnTo>
                  <a:pt x="7752" y="14491"/>
                </a:lnTo>
                <a:lnTo>
                  <a:pt x="7752" y="17136"/>
                </a:lnTo>
                <a:lnTo>
                  <a:pt x="9685" y="17136"/>
                </a:lnTo>
                <a:lnTo>
                  <a:pt x="9685" y="19430"/>
                </a:lnTo>
                <a:lnTo>
                  <a:pt x="11915" y="19430"/>
                </a:lnTo>
                <a:lnTo>
                  <a:pt x="11915" y="17136"/>
                </a:lnTo>
                <a:lnTo>
                  <a:pt x="13848" y="17136"/>
                </a:lnTo>
                <a:lnTo>
                  <a:pt x="13848" y="14491"/>
                </a:lnTo>
                <a:lnTo>
                  <a:pt x="11915" y="14491"/>
                </a:lnTo>
                <a:lnTo>
                  <a:pt x="11915" y="12197"/>
                </a:lnTo>
                <a:close/>
                <a:moveTo>
                  <a:pt x="0" y="10113"/>
                </a:moveTo>
                <a:lnTo>
                  <a:pt x="21600" y="10113"/>
                </a:lnTo>
                <a:lnTo>
                  <a:pt x="21600" y="18798"/>
                </a:lnTo>
                <a:cubicBezTo>
                  <a:pt x="21600" y="20346"/>
                  <a:pt x="20543" y="21600"/>
                  <a:pt x="19239" y="21600"/>
                </a:cubicBezTo>
                <a:lnTo>
                  <a:pt x="2361" y="21600"/>
                </a:lnTo>
                <a:cubicBezTo>
                  <a:pt x="1057" y="21600"/>
                  <a:pt x="0" y="20346"/>
                  <a:pt x="0" y="18798"/>
                </a:cubicBezTo>
                <a:close/>
                <a:moveTo>
                  <a:pt x="6674" y="1586"/>
                </a:moveTo>
                <a:cubicBezTo>
                  <a:pt x="6220" y="1586"/>
                  <a:pt x="5852" y="2023"/>
                  <a:pt x="5852" y="2561"/>
                </a:cubicBezTo>
                <a:lnTo>
                  <a:pt x="5852" y="4792"/>
                </a:lnTo>
                <a:lnTo>
                  <a:pt x="15748" y="4792"/>
                </a:lnTo>
                <a:lnTo>
                  <a:pt x="15748" y="2561"/>
                </a:lnTo>
                <a:cubicBezTo>
                  <a:pt x="15748" y="2023"/>
                  <a:pt x="15380" y="1586"/>
                  <a:pt x="14926" y="1586"/>
                </a:cubicBezTo>
                <a:close/>
                <a:moveTo>
                  <a:pt x="5622" y="0"/>
                </a:moveTo>
                <a:lnTo>
                  <a:pt x="15978" y="0"/>
                </a:lnTo>
                <a:cubicBezTo>
                  <a:pt x="16587" y="0"/>
                  <a:pt x="17081" y="586"/>
                  <a:pt x="17081" y="1309"/>
                </a:cubicBezTo>
                <a:lnTo>
                  <a:pt x="17081" y="4792"/>
                </a:lnTo>
                <a:lnTo>
                  <a:pt x="19239" y="4792"/>
                </a:lnTo>
                <a:cubicBezTo>
                  <a:pt x="20543" y="4792"/>
                  <a:pt x="21600" y="6046"/>
                  <a:pt x="21600" y="7593"/>
                </a:cubicBezTo>
                <a:lnTo>
                  <a:pt x="21600" y="8974"/>
                </a:lnTo>
                <a:lnTo>
                  <a:pt x="0" y="8974"/>
                </a:lnTo>
                <a:lnTo>
                  <a:pt x="0" y="7593"/>
                </a:lnTo>
                <a:cubicBezTo>
                  <a:pt x="0" y="6046"/>
                  <a:pt x="1057" y="4792"/>
                  <a:pt x="2361" y="4792"/>
                </a:cubicBezTo>
                <a:lnTo>
                  <a:pt x="4519" y="4792"/>
                </a:lnTo>
                <a:lnTo>
                  <a:pt x="4519" y="1309"/>
                </a:lnTo>
                <a:cubicBezTo>
                  <a:pt x="4519" y="586"/>
                  <a:pt x="5013" y="0"/>
                  <a:pt x="5622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3" name="Shape 967"/>
          <p:cNvSpPr/>
          <p:nvPr/>
        </p:nvSpPr>
        <p:spPr>
          <a:xfrm>
            <a:off x="4862900" y="2833808"/>
            <a:ext cx="338160" cy="335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613" y="19905"/>
                </a:moveTo>
                <a:lnTo>
                  <a:pt x="14622" y="19905"/>
                </a:lnTo>
                <a:cubicBezTo>
                  <a:pt x="14771" y="19905"/>
                  <a:pt x="14892" y="20027"/>
                  <a:pt x="14892" y="20178"/>
                </a:cubicBezTo>
                <a:lnTo>
                  <a:pt x="14892" y="21327"/>
                </a:lnTo>
                <a:cubicBezTo>
                  <a:pt x="14892" y="21478"/>
                  <a:pt x="14771" y="21600"/>
                  <a:pt x="14622" y="21600"/>
                </a:cubicBezTo>
                <a:lnTo>
                  <a:pt x="6613" y="21600"/>
                </a:lnTo>
                <a:cubicBezTo>
                  <a:pt x="6463" y="21600"/>
                  <a:pt x="6342" y="21478"/>
                  <a:pt x="6342" y="21327"/>
                </a:cubicBezTo>
                <a:lnTo>
                  <a:pt x="6342" y="20178"/>
                </a:lnTo>
                <a:cubicBezTo>
                  <a:pt x="6342" y="20027"/>
                  <a:pt x="6463" y="19905"/>
                  <a:pt x="6613" y="19905"/>
                </a:cubicBezTo>
                <a:close/>
                <a:moveTo>
                  <a:pt x="9593" y="11863"/>
                </a:moveTo>
                <a:lnTo>
                  <a:pt x="9593" y="13905"/>
                </a:lnTo>
                <a:lnTo>
                  <a:pt x="7569" y="13905"/>
                </a:lnTo>
                <a:lnTo>
                  <a:pt x="7569" y="15970"/>
                </a:lnTo>
                <a:lnTo>
                  <a:pt x="9593" y="15970"/>
                </a:lnTo>
                <a:lnTo>
                  <a:pt x="9593" y="18013"/>
                </a:lnTo>
                <a:lnTo>
                  <a:pt x="11641" y="18013"/>
                </a:lnTo>
                <a:lnTo>
                  <a:pt x="11641" y="15970"/>
                </a:lnTo>
                <a:lnTo>
                  <a:pt x="13665" y="15970"/>
                </a:lnTo>
                <a:lnTo>
                  <a:pt x="13665" y="13905"/>
                </a:lnTo>
                <a:lnTo>
                  <a:pt x="11641" y="13905"/>
                </a:lnTo>
                <a:lnTo>
                  <a:pt x="11641" y="11863"/>
                </a:lnTo>
                <a:close/>
                <a:moveTo>
                  <a:pt x="856" y="10364"/>
                </a:moveTo>
                <a:lnTo>
                  <a:pt x="20379" y="10431"/>
                </a:lnTo>
                <a:cubicBezTo>
                  <a:pt x="20407" y="13976"/>
                  <a:pt x="18545" y="17263"/>
                  <a:pt x="15502" y="19037"/>
                </a:cubicBezTo>
                <a:lnTo>
                  <a:pt x="14547" y="19511"/>
                </a:lnTo>
                <a:lnTo>
                  <a:pt x="6681" y="19511"/>
                </a:lnTo>
                <a:cubicBezTo>
                  <a:pt x="6336" y="19369"/>
                  <a:pt x="6001" y="19196"/>
                  <a:pt x="5676" y="19003"/>
                </a:cubicBezTo>
                <a:cubicBezTo>
                  <a:pt x="2645" y="17209"/>
                  <a:pt x="804" y="13909"/>
                  <a:pt x="856" y="10364"/>
                </a:cubicBezTo>
                <a:close/>
                <a:moveTo>
                  <a:pt x="407" y="8275"/>
                </a:moveTo>
                <a:lnTo>
                  <a:pt x="21193" y="8275"/>
                </a:lnTo>
                <a:cubicBezTo>
                  <a:pt x="21418" y="8275"/>
                  <a:pt x="21600" y="8459"/>
                  <a:pt x="21600" y="8686"/>
                </a:cubicBezTo>
                <a:lnTo>
                  <a:pt x="21600" y="9559"/>
                </a:lnTo>
                <a:cubicBezTo>
                  <a:pt x="21600" y="9786"/>
                  <a:pt x="21418" y="9970"/>
                  <a:pt x="21193" y="9970"/>
                </a:cubicBezTo>
                <a:lnTo>
                  <a:pt x="407" y="9970"/>
                </a:lnTo>
                <a:cubicBezTo>
                  <a:pt x="182" y="9970"/>
                  <a:pt x="0" y="9786"/>
                  <a:pt x="0" y="9559"/>
                </a:cubicBezTo>
                <a:lnTo>
                  <a:pt x="0" y="8686"/>
                </a:lnTo>
                <a:cubicBezTo>
                  <a:pt x="0" y="8459"/>
                  <a:pt x="182" y="8275"/>
                  <a:pt x="407" y="8275"/>
                </a:cubicBezTo>
                <a:close/>
                <a:moveTo>
                  <a:pt x="16545" y="2125"/>
                </a:moveTo>
                <a:lnTo>
                  <a:pt x="19083" y="4685"/>
                </a:lnTo>
                <a:lnTo>
                  <a:pt x="16136" y="7658"/>
                </a:lnTo>
                <a:lnTo>
                  <a:pt x="11060" y="7658"/>
                </a:lnTo>
                <a:close/>
                <a:moveTo>
                  <a:pt x="18205" y="0"/>
                </a:moveTo>
                <a:cubicBezTo>
                  <a:pt x="18438" y="0"/>
                  <a:pt x="18671" y="89"/>
                  <a:pt x="18848" y="268"/>
                </a:cubicBezTo>
                <a:lnTo>
                  <a:pt x="20957" y="2397"/>
                </a:lnTo>
                <a:cubicBezTo>
                  <a:pt x="21312" y="2755"/>
                  <a:pt x="21312" y="3335"/>
                  <a:pt x="20957" y="3693"/>
                </a:cubicBezTo>
                <a:lnTo>
                  <a:pt x="20552" y="4101"/>
                </a:lnTo>
                <a:cubicBezTo>
                  <a:pt x="20198" y="4460"/>
                  <a:pt x="19622" y="4460"/>
                  <a:pt x="19268" y="4101"/>
                </a:cubicBezTo>
                <a:lnTo>
                  <a:pt x="17158" y="1973"/>
                </a:lnTo>
                <a:cubicBezTo>
                  <a:pt x="16803" y="1615"/>
                  <a:pt x="16803" y="1035"/>
                  <a:pt x="17158" y="677"/>
                </a:cubicBezTo>
                <a:lnTo>
                  <a:pt x="17563" y="268"/>
                </a:lnTo>
                <a:cubicBezTo>
                  <a:pt x="17740" y="89"/>
                  <a:pt x="17973" y="0"/>
                  <a:pt x="18205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4" name="Shape 968"/>
          <p:cNvSpPr/>
          <p:nvPr/>
        </p:nvSpPr>
        <p:spPr>
          <a:xfrm rot="2942053">
            <a:off x="6566375" y="2834203"/>
            <a:ext cx="314332" cy="3344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94" h="21600" extrusionOk="0">
                <a:moveTo>
                  <a:pt x="16955" y="6822"/>
                </a:moveTo>
                <a:cubicBezTo>
                  <a:pt x="16895" y="6873"/>
                  <a:pt x="16844" y="6936"/>
                  <a:pt x="16806" y="7010"/>
                </a:cubicBezTo>
                <a:lnTo>
                  <a:pt x="13731" y="13116"/>
                </a:lnTo>
                <a:cubicBezTo>
                  <a:pt x="13583" y="13412"/>
                  <a:pt x="13710" y="13768"/>
                  <a:pt x="14015" y="13912"/>
                </a:cubicBezTo>
                <a:cubicBezTo>
                  <a:pt x="14321" y="14056"/>
                  <a:pt x="14689" y="13933"/>
                  <a:pt x="14838" y="13638"/>
                </a:cubicBezTo>
                <a:lnTo>
                  <a:pt x="17913" y="7531"/>
                </a:lnTo>
                <a:cubicBezTo>
                  <a:pt x="18062" y="7235"/>
                  <a:pt x="17935" y="6879"/>
                  <a:pt x="17629" y="6735"/>
                </a:cubicBezTo>
                <a:cubicBezTo>
                  <a:pt x="17400" y="6627"/>
                  <a:pt x="17135" y="6670"/>
                  <a:pt x="16955" y="6822"/>
                </a:cubicBezTo>
                <a:close/>
                <a:moveTo>
                  <a:pt x="11917" y="7044"/>
                </a:moveTo>
                <a:cubicBezTo>
                  <a:pt x="13789" y="4959"/>
                  <a:pt x="17056" y="4736"/>
                  <a:pt x="19213" y="6547"/>
                </a:cubicBezTo>
                <a:cubicBezTo>
                  <a:pt x="21370" y="8358"/>
                  <a:pt x="21600" y="11517"/>
                  <a:pt x="19727" y="13603"/>
                </a:cubicBezTo>
                <a:cubicBezTo>
                  <a:pt x="17855" y="15689"/>
                  <a:pt x="14588" y="15911"/>
                  <a:pt x="12432" y="14100"/>
                </a:cubicBezTo>
                <a:cubicBezTo>
                  <a:pt x="10275" y="12290"/>
                  <a:pt x="10044" y="9131"/>
                  <a:pt x="11917" y="7044"/>
                </a:cubicBezTo>
                <a:close/>
                <a:moveTo>
                  <a:pt x="1451" y="12622"/>
                </a:moveTo>
                <a:cubicBezTo>
                  <a:pt x="1360" y="12710"/>
                  <a:pt x="1304" y="12831"/>
                  <a:pt x="1304" y="12965"/>
                </a:cubicBezTo>
                <a:lnTo>
                  <a:pt x="1304" y="18304"/>
                </a:lnTo>
                <a:cubicBezTo>
                  <a:pt x="1304" y="18572"/>
                  <a:pt x="1529" y="18790"/>
                  <a:pt x="1806" y="18790"/>
                </a:cubicBezTo>
                <a:cubicBezTo>
                  <a:pt x="2083" y="18790"/>
                  <a:pt x="2308" y="18572"/>
                  <a:pt x="2308" y="18304"/>
                </a:cubicBezTo>
                <a:lnTo>
                  <a:pt x="2308" y="12965"/>
                </a:lnTo>
                <a:cubicBezTo>
                  <a:pt x="2308" y="12697"/>
                  <a:pt x="2083" y="12480"/>
                  <a:pt x="1806" y="12480"/>
                </a:cubicBezTo>
                <a:cubicBezTo>
                  <a:pt x="1667" y="12480"/>
                  <a:pt x="1542" y="12534"/>
                  <a:pt x="1451" y="12622"/>
                </a:cubicBezTo>
                <a:close/>
                <a:moveTo>
                  <a:pt x="0" y="10956"/>
                </a:moveTo>
                <a:cubicBezTo>
                  <a:pt x="2914" y="11712"/>
                  <a:pt x="5988" y="11713"/>
                  <a:pt x="8906" y="10957"/>
                </a:cubicBezTo>
                <a:cubicBezTo>
                  <a:pt x="8906" y="13069"/>
                  <a:pt x="8906" y="15181"/>
                  <a:pt x="8906" y="17293"/>
                </a:cubicBezTo>
                <a:cubicBezTo>
                  <a:pt x="8906" y="19672"/>
                  <a:pt x="6912" y="21600"/>
                  <a:pt x="4453" y="21600"/>
                </a:cubicBezTo>
                <a:lnTo>
                  <a:pt x="4453" y="21600"/>
                </a:lnTo>
                <a:cubicBezTo>
                  <a:pt x="1994" y="21600"/>
                  <a:pt x="0" y="19672"/>
                  <a:pt x="0" y="17293"/>
                </a:cubicBezTo>
                <a:close/>
                <a:moveTo>
                  <a:pt x="1451" y="3100"/>
                </a:moveTo>
                <a:cubicBezTo>
                  <a:pt x="1360" y="3188"/>
                  <a:pt x="1304" y="3309"/>
                  <a:pt x="1304" y="3444"/>
                </a:cubicBezTo>
                <a:lnTo>
                  <a:pt x="1304" y="8783"/>
                </a:lnTo>
                <a:cubicBezTo>
                  <a:pt x="1304" y="9051"/>
                  <a:pt x="1529" y="9268"/>
                  <a:pt x="1806" y="9268"/>
                </a:cubicBezTo>
                <a:cubicBezTo>
                  <a:pt x="2083" y="9268"/>
                  <a:pt x="2308" y="9051"/>
                  <a:pt x="2308" y="8783"/>
                </a:cubicBezTo>
                <a:lnTo>
                  <a:pt x="2308" y="3444"/>
                </a:lnTo>
                <a:cubicBezTo>
                  <a:pt x="2308" y="3176"/>
                  <a:pt x="2083" y="2958"/>
                  <a:pt x="1806" y="2958"/>
                </a:cubicBezTo>
                <a:cubicBezTo>
                  <a:pt x="1667" y="2958"/>
                  <a:pt x="1542" y="3012"/>
                  <a:pt x="1451" y="3100"/>
                </a:cubicBezTo>
                <a:close/>
                <a:moveTo>
                  <a:pt x="1304" y="1261"/>
                </a:moveTo>
                <a:cubicBezTo>
                  <a:pt x="2110" y="482"/>
                  <a:pt x="3223" y="0"/>
                  <a:pt x="4453" y="0"/>
                </a:cubicBezTo>
                <a:cubicBezTo>
                  <a:pt x="6912" y="0"/>
                  <a:pt x="8906" y="1928"/>
                  <a:pt x="8906" y="4307"/>
                </a:cubicBezTo>
                <a:lnTo>
                  <a:pt x="8906" y="10097"/>
                </a:lnTo>
                <a:cubicBezTo>
                  <a:pt x="5995" y="10897"/>
                  <a:pt x="2909" y="10896"/>
                  <a:pt x="0" y="10104"/>
                </a:cubicBezTo>
                <a:lnTo>
                  <a:pt x="0" y="4307"/>
                </a:lnTo>
                <a:cubicBezTo>
                  <a:pt x="0" y="3117"/>
                  <a:pt x="498" y="2041"/>
                  <a:pt x="1304" y="126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5" name="Shape 969"/>
          <p:cNvSpPr/>
          <p:nvPr/>
        </p:nvSpPr>
        <p:spPr>
          <a:xfrm rot="18924895" flipH="1">
            <a:off x="4976755" y="3535533"/>
            <a:ext cx="110456" cy="43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697" y="9542"/>
                </a:moveTo>
                <a:cubicBezTo>
                  <a:pt x="7095" y="9397"/>
                  <a:pt x="8812" y="9288"/>
                  <a:pt x="10871" y="9288"/>
                </a:cubicBezTo>
                <a:cubicBezTo>
                  <a:pt x="13223" y="9288"/>
                  <a:pt x="15130" y="9431"/>
                  <a:pt x="15130" y="9606"/>
                </a:cubicBezTo>
                <a:lnTo>
                  <a:pt x="15081" y="9642"/>
                </a:lnTo>
                <a:lnTo>
                  <a:pt x="15142" y="9642"/>
                </a:lnTo>
                <a:lnTo>
                  <a:pt x="15142" y="14507"/>
                </a:lnTo>
                <a:cubicBezTo>
                  <a:pt x="15142" y="15184"/>
                  <a:pt x="13232" y="15733"/>
                  <a:pt x="10876" y="15733"/>
                </a:cubicBezTo>
                <a:cubicBezTo>
                  <a:pt x="8521" y="15733"/>
                  <a:pt x="6611" y="15184"/>
                  <a:pt x="6611" y="14507"/>
                </a:cubicBezTo>
                <a:cubicBezTo>
                  <a:pt x="6611" y="12885"/>
                  <a:pt x="6611" y="11264"/>
                  <a:pt x="6611" y="9642"/>
                </a:cubicBezTo>
                <a:lnTo>
                  <a:pt x="6660" y="9642"/>
                </a:lnTo>
                <a:cubicBezTo>
                  <a:pt x="6621" y="9632"/>
                  <a:pt x="6611" y="9619"/>
                  <a:pt x="6611" y="9606"/>
                </a:cubicBezTo>
                <a:cubicBezTo>
                  <a:pt x="6611" y="9584"/>
                  <a:pt x="6641" y="9563"/>
                  <a:pt x="6697" y="9542"/>
                </a:cubicBezTo>
                <a:close/>
                <a:moveTo>
                  <a:pt x="799" y="624"/>
                </a:moveTo>
                <a:cubicBezTo>
                  <a:pt x="663" y="674"/>
                  <a:pt x="592" y="727"/>
                  <a:pt x="592" y="781"/>
                </a:cubicBezTo>
                <a:cubicBezTo>
                  <a:pt x="592" y="1029"/>
                  <a:pt x="2103" y="1250"/>
                  <a:pt x="4465" y="1389"/>
                </a:cubicBezTo>
                <a:lnTo>
                  <a:pt x="5187" y="2391"/>
                </a:lnTo>
                <a:cubicBezTo>
                  <a:pt x="2075" y="2533"/>
                  <a:pt x="0" y="2795"/>
                  <a:pt x="0" y="3094"/>
                </a:cubicBezTo>
                <a:cubicBezTo>
                  <a:pt x="0" y="3365"/>
                  <a:pt x="1705" y="3605"/>
                  <a:pt x="4343" y="3752"/>
                </a:cubicBezTo>
                <a:lnTo>
                  <a:pt x="4337" y="3765"/>
                </a:lnTo>
                <a:lnTo>
                  <a:pt x="4337" y="15035"/>
                </a:lnTo>
                <a:cubicBezTo>
                  <a:pt x="4337" y="15525"/>
                  <a:pt x="5892" y="15944"/>
                  <a:pt x="8106" y="16108"/>
                </a:cubicBezTo>
                <a:cubicBezTo>
                  <a:pt x="7998" y="16144"/>
                  <a:pt x="7945" y="16186"/>
                  <a:pt x="7945" y="16230"/>
                </a:cubicBezTo>
                <a:lnTo>
                  <a:pt x="7945" y="16318"/>
                </a:lnTo>
                <a:cubicBezTo>
                  <a:pt x="7945" y="16471"/>
                  <a:pt x="8585" y="16595"/>
                  <a:pt x="9376" y="16595"/>
                </a:cubicBezTo>
                <a:lnTo>
                  <a:pt x="9915" y="16595"/>
                </a:lnTo>
                <a:cubicBezTo>
                  <a:pt x="10066" y="18235"/>
                  <a:pt x="10362" y="19754"/>
                  <a:pt x="10284" y="21600"/>
                </a:cubicBezTo>
                <a:lnTo>
                  <a:pt x="11539" y="20903"/>
                </a:lnTo>
                <a:cubicBezTo>
                  <a:pt x="11598" y="19386"/>
                  <a:pt x="11656" y="18071"/>
                  <a:pt x="11714" y="16595"/>
                </a:cubicBezTo>
                <a:lnTo>
                  <a:pt x="12224" y="16595"/>
                </a:lnTo>
                <a:cubicBezTo>
                  <a:pt x="13014" y="16595"/>
                  <a:pt x="13655" y="16471"/>
                  <a:pt x="13655" y="16318"/>
                </a:cubicBezTo>
                <a:lnTo>
                  <a:pt x="13655" y="16230"/>
                </a:lnTo>
                <a:cubicBezTo>
                  <a:pt x="13655" y="16186"/>
                  <a:pt x="13602" y="16144"/>
                  <a:pt x="13494" y="16108"/>
                </a:cubicBezTo>
                <a:cubicBezTo>
                  <a:pt x="15707" y="15944"/>
                  <a:pt x="17263" y="15525"/>
                  <a:pt x="17263" y="15035"/>
                </a:cubicBezTo>
                <a:lnTo>
                  <a:pt x="17263" y="3765"/>
                </a:lnTo>
                <a:cubicBezTo>
                  <a:pt x="17263" y="3761"/>
                  <a:pt x="17263" y="3757"/>
                  <a:pt x="17256" y="3752"/>
                </a:cubicBezTo>
                <a:cubicBezTo>
                  <a:pt x="19895" y="3605"/>
                  <a:pt x="21600" y="3365"/>
                  <a:pt x="21600" y="3094"/>
                </a:cubicBezTo>
                <a:cubicBezTo>
                  <a:pt x="21600" y="2795"/>
                  <a:pt x="19525" y="2533"/>
                  <a:pt x="16413" y="2391"/>
                </a:cubicBezTo>
                <a:lnTo>
                  <a:pt x="17135" y="1389"/>
                </a:lnTo>
                <a:cubicBezTo>
                  <a:pt x="19497" y="1250"/>
                  <a:pt x="21008" y="1029"/>
                  <a:pt x="21008" y="781"/>
                </a:cubicBezTo>
                <a:cubicBezTo>
                  <a:pt x="21008" y="350"/>
                  <a:pt x="16438" y="0"/>
                  <a:pt x="10800" y="0"/>
                </a:cubicBezTo>
                <a:cubicBezTo>
                  <a:pt x="5867" y="0"/>
                  <a:pt x="1751" y="268"/>
                  <a:pt x="799" y="62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6" name="Shape 970"/>
          <p:cNvSpPr/>
          <p:nvPr/>
        </p:nvSpPr>
        <p:spPr>
          <a:xfrm>
            <a:off x="8276865" y="2821406"/>
            <a:ext cx="226263" cy="36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155" y="9311"/>
                </a:moveTo>
                <a:lnTo>
                  <a:pt x="9155" y="11355"/>
                </a:lnTo>
                <a:lnTo>
                  <a:pt x="5902" y="11355"/>
                </a:lnTo>
                <a:lnTo>
                  <a:pt x="5902" y="13423"/>
                </a:lnTo>
                <a:lnTo>
                  <a:pt x="9155" y="13423"/>
                </a:lnTo>
                <a:lnTo>
                  <a:pt x="9155" y="15467"/>
                </a:lnTo>
                <a:lnTo>
                  <a:pt x="12445" y="15467"/>
                </a:lnTo>
                <a:lnTo>
                  <a:pt x="12445" y="13423"/>
                </a:lnTo>
                <a:lnTo>
                  <a:pt x="15698" y="13423"/>
                </a:lnTo>
                <a:lnTo>
                  <a:pt x="15698" y="11355"/>
                </a:lnTo>
                <a:lnTo>
                  <a:pt x="12445" y="11355"/>
                </a:lnTo>
                <a:lnTo>
                  <a:pt x="12445" y="9311"/>
                </a:lnTo>
                <a:close/>
                <a:moveTo>
                  <a:pt x="4256" y="6340"/>
                </a:moveTo>
                <a:lnTo>
                  <a:pt x="17344" y="6340"/>
                </a:lnTo>
                <a:lnTo>
                  <a:pt x="17344" y="18438"/>
                </a:lnTo>
                <a:lnTo>
                  <a:pt x="4256" y="18438"/>
                </a:lnTo>
                <a:close/>
                <a:moveTo>
                  <a:pt x="3275" y="5723"/>
                </a:moveTo>
                <a:lnTo>
                  <a:pt x="3275" y="19055"/>
                </a:lnTo>
                <a:lnTo>
                  <a:pt x="18325" y="19055"/>
                </a:lnTo>
                <a:lnTo>
                  <a:pt x="18325" y="5723"/>
                </a:lnTo>
                <a:close/>
                <a:moveTo>
                  <a:pt x="2577" y="3178"/>
                </a:moveTo>
                <a:lnTo>
                  <a:pt x="19023" y="3178"/>
                </a:lnTo>
                <a:cubicBezTo>
                  <a:pt x="20446" y="3178"/>
                  <a:pt x="21600" y="3903"/>
                  <a:pt x="21600" y="4798"/>
                </a:cubicBezTo>
                <a:lnTo>
                  <a:pt x="21600" y="19981"/>
                </a:lnTo>
                <a:cubicBezTo>
                  <a:pt x="21600" y="20875"/>
                  <a:pt x="20446" y="21600"/>
                  <a:pt x="19023" y="21600"/>
                </a:cubicBezTo>
                <a:lnTo>
                  <a:pt x="2577" y="21600"/>
                </a:lnTo>
                <a:cubicBezTo>
                  <a:pt x="1153" y="21600"/>
                  <a:pt x="0" y="20875"/>
                  <a:pt x="0" y="19981"/>
                </a:cubicBezTo>
                <a:lnTo>
                  <a:pt x="0" y="4798"/>
                </a:lnTo>
                <a:cubicBezTo>
                  <a:pt x="0" y="3903"/>
                  <a:pt x="1153" y="3178"/>
                  <a:pt x="2577" y="3178"/>
                </a:cubicBezTo>
                <a:close/>
                <a:moveTo>
                  <a:pt x="5526" y="0"/>
                </a:moveTo>
                <a:lnTo>
                  <a:pt x="16074" y="0"/>
                </a:lnTo>
                <a:cubicBezTo>
                  <a:pt x="16518" y="0"/>
                  <a:pt x="16878" y="226"/>
                  <a:pt x="16878" y="505"/>
                </a:cubicBezTo>
                <a:lnTo>
                  <a:pt x="16878" y="2478"/>
                </a:lnTo>
                <a:lnTo>
                  <a:pt x="4721" y="2478"/>
                </a:lnTo>
                <a:lnTo>
                  <a:pt x="4721" y="505"/>
                </a:lnTo>
                <a:cubicBezTo>
                  <a:pt x="4721" y="226"/>
                  <a:pt x="5081" y="0"/>
                  <a:pt x="5526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7" name="Shape 971"/>
          <p:cNvSpPr/>
          <p:nvPr/>
        </p:nvSpPr>
        <p:spPr>
          <a:xfrm>
            <a:off x="7109735" y="2821406"/>
            <a:ext cx="360000" cy="36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2040"/>
                </a:moveTo>
                <a:lnTo>
                  <a:pt x="9600" y="2040"/>
                </a:lnTo>
                <a:lnTo>
                  <a:pt x="9600" y="8722"/>
                </a:lnTo>
                <a:lnTo>
                  <a:pt x="3813" y="5381"/>
                </a:lnTo>
                <a:lnTo>
                  <a:pt x="2614" y="7459"/>
                </a:lnTo>
                <a:lnTo>
                  <a:pt x="8400" y="10800"/>
                </a:lnTo>
                <a:lnTo>
                  <a:pt x="2614" y="14141"/>
                </a:lnTo>
                <a:lnTo>
                  <a:pt x="3813" y="16219"/>
                </a:lnTo>
                <a:lnTo>
                  <a:pt x="9600" y="12878"/>
                </a:lnTo>
                <a:lnTo>
                  <a:pt x="9600" y="19560"/>
                </a:lnTo>
                <a:lnTo>
                  <a:pt x="12000" y="19560"/>
                </a:lnTo>
                <a:lnTo>
                  <a:pt x="12000" y="12878"/>
                </a:lnTo>
                <a:lnTo>
                  <a:pt x="17786" y="16219"/>
                </a:lnTo>
                <a:lnTo>
                  <a:pt x="18986" y="14141"/>
                </a:lnTo>
                <a:lnTo>
                  <a:pt x="13200" y="10800"/>
                </a:lnTo>
                <a:lnTo>
                  <a:pt x="18986" y="7459"/>
                </a:lnTo>
                <a:lnTo>
                  <a:pt x="17786" y="5381"/>
                </a:lnTo>
                <a:lnTo>
                  <a:pt x="12000" y="8722"/>
                </a:lnTo>
                <a:close/>
                <a:moveTo>
                  <a:pt x="10800" y="0"/>
                </a:move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8" name="Shape 972"/>
          <p:cNvSpPr/>
          <p:nvPr/>
        </p:nvSpPr>
        <p:spPr>
          <a:xfrm>
            <a:off x="7679870" y="2821406"/>
            <a:ext cx="359510" cy="36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80" y="0"/>
                </a:moveTo>
                <a:cubicBezTo>
                  <a:pt x="10478" y="0"/>
                  <a:pt x="11611" y="1132"/>
                  <a:pt x="11611" y="2528"/>
                </a:cubicBezTo>
                <a:cubicBezTo>
                  <a:pt x="11611" y="3550"/>
                  <a:pt x="11004" y="4431"/>
                  <a:pt x="10128" y="4823"/>
                </a:cubicBezTo>
                <a:lnTo>
                  <a:pt x="10762" y="7818"/>
                </a:lnTo>
                <a:cubicBezTo>
                  <a:pt x="10791" y="7810"/>
                  <a:pt x="10820" y="7809"/>
                  <a:pt x="10849" y="7809"/>
                </a:cubicBezTo>
                <a:cubicBezTo>
                  <a:pt x="12247" y="7809"/>
                  <a:pt x="13380" y="8941"/>
                  <a:pt x="13380" y="10337"/>
                </a:cubicBezTo>
                <a:lnTo>
                  <a:pt x="13369" y="10484"/>
                </a:lnTo>
                <a:lnTo>
                  <a:pt x="16915" y="11448"/>
                </a:lnTo>
                <a:cubicBezTo>
                  <a:pt x="17353" y="10717"/>
                  <a:pt x="18154" y="10233"/>
                  <a:pt x="19068" y="10233"/>
                </a:cubicBezTo>
                <a:cubicBezTo>
                  <a:pt x="20467" y="10233"/>
                  <a:pt x="21600" y="11365"/>
                  <a:pt x="21600" y="12761"/>
                </a:cubicBezTo>
                <a:cubicBezTo>
                  <a:pt x="21600" y="14157"/>
                  <a:pt x="20467" y="15289"/>
                  <a:pt x="19068" y="15289"/>
                </a:cubicBezTo>
                <a:cubicBezTo>
                  <a:pt x="17670" y="15289"/>
                  <a:pt x="16537" y="14157"/>
                  <a:pt x="16537" y="12761"/>
                </a:cubicBezTo>
                <a:lnTo>
                  <a:pt x="16578" y="12354"/>
                </a:lnTo>
                <a:lnTo>
                  <a:pt x="13112" y="11412"/>
                </a:lnTo>
                <a:cubicBezTo>
                  <a:pt x="12876" y="11966"/>
                  <a:pt x="12428" y="12401"/>
                  <a:pt x="11876" y="12644"/>
                </a:cubicBezTo>
                <a:lnTo>
                  <a:pt x="12779" y="16577"/>
                </a:lnTo>
                <a:cubicBezTo>
                  <a:pt x="14025" y="16724"/>
                  <a:pt x="14987" y="17786"/>
                  <a:pt x="14987" y="19072"/>
                </a:cubicBezTo>
                <a:cubicBezTo>
                  <a:pt x="14987" y="20468"/>
                  <a:pt x="13854" y="21600"/>
                  <a:pt x="12456" y="21600"/>
                </a:cubicBezTo>
                <a:cubicBezTo>
                  <a:pt x="11058" y="21600"/>
                  <a:pt x="9924" y="20468"/>
                  <a:pt x="9924" y="19072"/>
                </a:cubicBezTo>
                <a:cubicBezTo>
                  <a:pt x="9924" y="17902"/>
                  <a:pt x="10721" y="16917"/>
                  <a:pt x="11805" y="16639"/>
                </a:cubicBezTo>
                <a:lnTo>
                  <a:pt x="10936" y="12856"/>
                </a:lnTo>
                <a:cubicBezTo>
                  <a:pt x="10907" y="12865"/>
                  <a:pt x="10878" y="12865"/>
                  <a:pt x="10849" y="12865"/>
                </a:cubicBezTo>
                <a:cubicBezTo>
                  <a:pt x="9875" y="12865"/>
                  <a:pt x="9030" y="12316"/>
                  <a:pt x="8617" y="11506"/>
                </a:cubicBezTo>
                <a:lnTo>
                  <a:pt x="4865" y="13044"/>
                </a:lnTo>
                <a:cubicBezTo>
                  <a:pt x="4992" y="13346"/>
                  <a:pt x="5063" y="13677"/>
                  <a:pt x="5063" y="14025"/>
                </a:cubicBezTo>
                <a:cubicBezTo>
                  <a:pt x="5063" y="15421"/>
                  <a:pt x="3929" y="16553"/>
                  <a:pt x="2531" y="16553"/>
                </a:cubicBezTo>
                <a:cubicBezTo>
                  <a:pt x="1133" y="16553"/>
                  <a:pt x="0" y="15421"/>
                  <a:pt x="0" y="14025"/>
                </a:cubicBezTo>
                <a:cubicBezTo>
                  <a:pt x="0" y="12629"/>
                  <a:pt x="1133" y="11497"/>
                  <a:pt x="2531" y="11497"/>
                </a:cubicBezTo>
                <a:cubicBezTo>
                  <a:pt x="3226" y="11497"/>
                  <a:pt x="3856" y="11776"/>
                  <a:pt x="4312" y="12230"/>
                </a:cubicBezTo>
                <a:lnTo>
                  <a:pt x="8342" y="10578"/>
                </a:lnTo>
                <a:cubicBezTo>
                  <a:pt x="8321" y="10500"/>
                  <a:pt x="8317" y="10419"/>
                  <a:pt x="8317" y="10337"/>
                </a:cubicBezTo>
                <a:cubicBezTo>
                  <a:pt x="8317" y="9307"/>
                  <a:pt x="8935" y="8421"/>
                  <a:pt x="9822" y="8031"/>
                </a:cubicBezTo>
                <a:lnTo>
                  <a:pt x="9189" y="5045"/>
                </a:lnTo>
                <a:cubicBezTo>
                  <a:pt x="9153" y="5055"/>
                  <a:pt x="9117" y="5056"/>
                  <a:pt x="9080" y="5056"/>
                </a:cubicBezTo>
                <a:cubicBezTo>
                  <a:pt x="7682" y="5056"/>
                  <a:pt x="6549" y="3924"/>
                  <a:pt x="6549" y="2528"/>
                </a:cubicBezTo>
                <a:cubicBezTo>
                  <a:pt x="6549" y="1132"/>
                  <a:pt x="7682" y="0"/>
                  <a:pt x="908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29" name="Shape 973"/>
          <p:cNvSpPr/>
          <p:nvPr/>
        </p:nvSpPr>
        <p:spPr>
          <a:xfrm rot="10800000">
            <a:off x="4296576" y="3571535"/>
            <a:ext cx="332011" cy="359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69" extrusionOk="0">
                <a:moveTo>
                  <a:pt x="2752" y="19723"/>
                </a:moveTo>
                <a:cubicBezTo>
                  <a:pt x="1946" y="19723"/>
                  <a:pt x="1293" y="19128"/>
                  <a:pt x="1293" y="18393"/>
                </a:cubicBezTo>
                <a:cubicBezTo>
                  <a:pt x="1293" y="17658"/>
                  <a:pt x="1946" y="17062"/>
                  <a:pt x="2752" y="17062"/>
                </a:cubicBezTo>
                <a:cubicBezTo>
                  <a:pt x="3557" y="17062"/>
                  <a:pt x="4210" y="17658"/>
                  <a:pt x="4210" y="18393"/>
                </a:cubicBezTo>
                <a:cubicBezTo>
                  <a:pt x="4210" y="19128"/>
                  <a:pt x="3557" y="19723"/>
                  <a:pt x="2752" y="19723"/>
                </a:cubicBezTo>
                <a:close/>
                <a:moveTo>
                  <a:pt x="2752" y="20465"/>
                </a:moveTo>
                <a:cubicBezTo>
                  <a:pt x="3938" y="20465"/>
                  <a:pt x="4900" y="19588"/>
                  <a:pt x="4900" y="18505"/>
                </a:cubicBezTo>
                <a:cubicBezTo>
                  <a:pt x="4900" y="17423"/>
                  <a:pt x="3938" y="16545"/>
                  <a:pt x="2752" y="16545"/>
                </a:cubicBezTo>
                <a:cubicBezTo>
                  <a:pt x="1565" y="16545"/>
                  <a:pt x="603" y="17423"/>
                  <a:pt x="603" y="18505"/>
                </a:cubicBezTo>
                <a:cubicBezTo>
                  <a:pt x="603" y="19588"/>
                  <a:pt x="1565" y="20465"/>
                  <a:pt x="2752" y="20465"/>
                </a:cubicBezTo>
                <a:close/>
                <a:moveTo>
                  <a:pt x="17376" y="21366"/>
                </a:moveTo>
                <a:cubicBezTo>
                  <a:pt x="17100" y="21385"/>
                  <a:pt x="16816" y="21308"/>
                  <a:pt x="16590" y="21130"/>
                </a:cubicBezTo>
                <a:cubicBezTo>
                  <a:pt x="16138" y="20774"/>
                  <a:pt x="16087" y="20152"/>
                  <a:pt x="16477" y="19739"/>
                </a:cubicBezTo>
                <a:cubicBezTo>
                  <a:pt x="16734" y="19466"/>
                  <a:pt x="17120" y="19354"/>
                  <a:pt x="17480" y="19428"/>
                </a:cubicBezTo>
                <a:lnTo>
                  <a:pt x="18123" y="18936"/>
                </a:lnTo>
                <a:lnTo>
                  <a:pt x="18154" y="18970"/>
                </a:lnTo>
                <a:cubicBezTo>
                  <a:pt x="19266" y="18432"/>
                  <a:pt x="19190" y="18284"/>
                  <a:pt x="19638" y="17920"/>
                </a:cubicBezTo>
                <a:cubicBezTo>
                  <a:pt x="19879" y="17687"/>
                  <a:pt x="19948" y="17701"/>
                  <a:pt x="19905" y="17110"/>
                </a:cubicBezTo>
                <a:lnTo>
                  <a:pt x="19934" y="17107"/>
                </a:lnTo>
                <a:lnTo>
                  <a:pt x="19903" y="17107"/>
                </a:lnTo>
                <a:lnTo>
                  <a:pt x="19903" y="14255"/>
                </a:lnTo>
                <a:lnTo>
                  <a:pt x="19610" y="14256"/>
                </a:lnTo>
                <a:cubicBezTo>
                  <a:pt x="19608" y="12872"/>
                  <a:pt x="18796" y="11594"/>
                  <a:pt x="17482" y="10904"/>
                </a:cubicBezTo>
                <a:cubicBezTo>
                  <a:pt x="16166" y="10214"/>
                  <a:pt x="14547" y="10217"/>
                  <a:pt x="13235" y="10914"/>
                </a:cubicBezTo>
                <a:cubicBezTo>
                  <a:pt x="11925" y="11610"/>
                  <a:pt x="11121" y="12891"/>
                  <a:pt x="11125" y="14275"/>
                </a:cubicBezTo>
                <a:lnTo>
                  <a:pt x="10832" y="14276"/>
                </a:lnTo>
                <a:lnTo>
                  <a:pt x="10832" y="17107"/>
                </a:lnTo>
                <a:lnTo>
                  <a:pt x="10801" y="17107"/>
                </a:lnTo>
                <a:lnTo>
                  <a:pt x="10830" y="17110"/>
                </a:lnTo>
                <a:cubicBezTo>
                  <a:pt x="10786" y="17701"/>
                  <a:pt x="10856" y="17687"/>
                  <a:pt x="11096" y="17920"/>
                </a:cubicBezTo>
                <a:cubicBezTo>
                  <a:pt x="11544" y="18284"/>
                  <a:pt x="11468" y="18432"/>
                  <a:pt x="12581" y="18970"/>
                </a:cubicBezTo>
                <a:lnTo>
                  <a:pt x="12611" y="18936"/>
                </a:lnTo>
                <a:lnTo>
                  <a:pt x="13255" y="19428"/>
                </a:lnTo>
                <a:cubicBezTo>
                  <a:pt x="13614" y="19354"/>
                  <a:pt x="14000" y="19466"/>
                  <a:pt x="14258" y="19739"/>
                </a:cubicBezTo>
                <a:cubicBezTo>
                  <a:pt x="14647" y="20152"/>
                  <a:pt x="14597" y="20774"/>
                  <a:pt x="14144" y="21130"/>
                </a:cubicBezTo>
                <a:cubicBezTo>
                  <a:pt x="13918" y="21308"/>
                  <a:pt x="13635" y="21385"/>
                  <a:pt x="13359" y="21366"/>
                </a:cubicBezTo>
                <a:cubicBezTo>
                  <a:pt x="13083" y="21348"/>
                  <a:pt x="12815" y="21233"/>
                  <a:pt x="12620" y="21027"/>
                </a:cubicBezTo>
                <a:cubicBezTo>
                  <a:pt x="12442" y="20838"/>
                  <a:pt x="12356" y="20605"/>
                  <a:pt x="12369" y="20374"/>
                </a:cubicBezTo>
                <a:lnTo>
                  <a:pt x="11736" y="19889"/>
                </a:lnTo>
                <a:lnTo>
                  <a:pt x="11753" y="19871"/>
                </a:lnTo>
                <a:cubicBezTo>
                  <a:pt x="10990" y="19415"/>
                  <a:pt x="10622" y="19147"/>
                  <a:pt x="10024" y="18709"/>
                </a:cubicBezTo>
                <a:cubicBezTo>
                  <a:pt x="9501" y="18439"/>
                  <a:pt x="9462" y="17668"/>
                  <a:pt x="9493" y="17107"/>
                </a:cubicBezTo>
                <a:lnTo>
                  <a:pt x="9469" y="17107"/>
                </a:lnTo>
                <a:lnTo>
                  <a:pt x="9469" y="14280"/>
                </a:lnTo>
                <a:lnTo>
                  <a:pt x="9136" y="14281"/>
                </a:lnTo>
                <a:cubicBezTo>
                  <a:pt x="9129" y="12248"/>
                  <a:pt x="10311" y="10366"/>
                  <a:pt x="12236" y="9345"/>
                </a:cubicBezTo>
                <a:cubicBezTo>
                  <a:pt x="12982" y="8949"/>
                  <a:pt x="13795" y="8705"/>
                  <a:pt x="14625" y="8619"/>
                </a:cubicBezTo>
                <a:lnTo>
                  <a:pt x="14625" y="5854"/>
                </a:lnTo>
                <a:lnTo>
                  <a:pt x="14588" y="5853"/>
                </a:lnTo>
                <a:cubicBezTo>
                  <a:pt x="14671" y="4197"/>
                  <a:pt x="13490" y="2658"/>
                  <a:pt x="11566" y="1916"/>
                </a:cubicBezTo>
                <a:cubicBezTo>
                  <a:pt x="10026" y="1322"/>
                  <a:pt x="8213" y="1320"/>
                  <a:pt x="6671" y="1910"/>
                </a:cubicBezTo>
                <a:cubicBezTo>
                  <a:pt x="4747" y="2648"/>
                  <a:pt x="3560" y="4183"/>
                  <a:pt x="3635" y="5838"/>
                </a:cubicBezTo>
                <a:lnTo>
                  <a:pt x="3599" y="5838"/>
                </a:lnTo>
                <a:lnTo>
                  <a:pt x="3599" y="16153"/>
                </a:lnTo>
                <a:cubicBezTo>
                  <a:pt x="4720" y="16466"/>
                  <a:pt x="5529" y="17419"/>
                  <a:pt x="5529" y="18546"/>
                </a:cubicBezTo>
                <a:cubicBezTo>
                  <a:pt x="5529" y="19939"/>
                  <a:pt x="4292" y="21069"/>
                  <a:pt x="2765" y="21069"/>
                </a:cubicBezTo>
                <a:cubicBezTo>
                  <a:pt x="1238" y="21069"/>
                  <a:pt x="0" y="19939"/>
                  <a:pt x="0" y="18546"/>
                </a:cubicBezTo>
                <a:cubicBezTo>
                  <a:pt x="0" y="17389"/>
                  <a:pt x="854" y="16414"/>
                  <a:pt x="2022" y="16127"/>
                </a:cubicBezTo>
                <a:lnTo>
                  <a:pt x="2022" y="5221"/>
                </a:lnTo>
                <a:lnTo>
                  <a:pt x="2057" y="5221"/>
                </a:lnTo>
                <a:cubicBezTo>
                  <a:pt x="2245" y="3285"/>
                  <a:pt x="3668" y="1545"/>
                  <a:pt x="5850" y="638"/>
                </a:cubicBezTo>
                <a:cubicBezTo>
                  <a:pt x="7902" y="-215"/>
                  <a:pt x="10343" y="-212"/>
                  <a:pt x="12392" y="646"/>
                </a:cubicBezTo>
                <a:cubicBezTo>
                  <a:pt x="14565" y="1556"/>
                  <a:pt x="15979" y="3291"/>
                  <a:pt x="16168" y="5221"/>
                </a:cubicBezTo>
                <a:lnTo>
                  <a:pt x="16202" y="5221"/>
                </a:lnTo>
                <a:lnTo>
                  <a:pt x="16202" y="8627"/>
                </a:lnTo>
                <a:cubicBezTo>
                  <a:pt x="16990" y="8722"/>
                  <a:pt x="17761" y="8957"/>
                  <a:pt x="18473" y="9330"/>
                </a:cubicBezTo>
                <a:cubicBezTo>
                  <a:pt x="20403" y="10343"/>
                  <a:pt x="21595" y="12219"/>
                  <a:pt x="21600" y="14252"/>
                </a:cubicBezTo>
                <a:lnTo>
                  <a:pt x="21266" y="14253"/>
                </a:lnTo>
                <a:lnTo>
                  <a:pt x="21266" y="17107"/>
                </a:lnTo>
                <a:lnTo>
                  <a:pt x="21242" y="17107"/>
                </a:lnTo>
                <a:cubicBezTo>
                  <a:pt x="21273" y="17668"/>
                  <a:pt x="21233" y="18439"/>
                  <a:pt x="20711" y="18709"/>
                </a:cubicBezTo>
                <a:cubicBezTo>
                  <a:pt x="20112" y="19147"/>
                  <a:pt x="19744" y="19415"/>
                  <a:pt x="18982" y="19871"/>
                </a:cubicBezTo>
                <a:lnTo>
                  <a:pt x="18999" y="19889"/>
                </a:lnTo>
                <a:lnTo>
                  <a:pt x="18365" y="20374"/>
                </a:lnTo>
                <a:cubicBezTo>
                  <a:pt x="18379" y="20605"/>
                  <a:pt x="18293" y="20838"/>
                  <a:pt x="18114" y="21027"/>
                </a:cubicBezTo>
                <a:cubicBezTo>
                  <a:pt x="17919" y="21233"/>
                  <a:pt x="17651" y="21348"/>
                  <a:pt x="17376" y="2136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0" name="Shape 974"/>
          <p:cNvSpPr/>
          <p:nvPr/>
        </p:nvSpPr>
        <p:spPr>
          <a:xfrm rot="10800000">
            <a:off x="6614790" y="3560895"/>
            <a:ext cx="217506" cy="353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47" h="21600" extrusionOk="0">
                <a:moveTo>
                  <a:pt x="8920" y="9166"/>
                </a:moveTo>
                <a:lnTo>
                  <a:pt x="8920" y="3546"/>
                </a:lnTo>
                <a:cubicBezTo>
                  <a:pt x="8241" y="3634"/>
                  <a:pt x="7593" y="3795"/>
                  <a:pt x="7007" y="4020"/>
                </a:cubicBezTo>
                <a:cubicBezTo>
                  <a:pt x="5290" y="4680"/>
                  <a:pt x="4401" y="5790"/>
                  <a:pt x="4697" y="6904"/>
                </a:cubicBezTo>
                <a:cubicBezTo>
                  <a:pt x="5055" y="8358"/>
                  <a:pt x="6743" y="8848"/>
                  <a:pt x="8920" y="9166"/>
                </a:cubicBezTo>
                <a:close/>
                <a:moveTo>
                  <a:pt x="11731" y="18068"/>
                </a:moveTo>
                <a:cubicBezTo>
                  <a:pt x="12442" y="17980"/>
                  <a:pt x="13122" y="17815"/>
                  <a:pt x="13734" y="17580"/>
                </a:cubicBezTo>
                <a:cubicBezTo>
                  <a:pt x="15451" y="16920"/>
                  <a:pt x="16340" y="15810"/>
                  <a:pt x="16044" y="14696"/>
                </a:cubicBezTo>
                <a:cubicBezTo>
                  <a:pt x="15475" y="13210"/>
                  <a:pt x="13803" y="12552"/>
                  <a:pt x="11731" y="12125"/>
                </a:cubicBezTo>
                <a:close/>
                <a:moveTo>
                  <a:pt x="11731" y="21600"/>
                </a:moveTo>
                <a:lnTo>
                  <a:pt x="8920" y="21600"/>
                </a:lnTo>
                <a:lnTo>
                  <a:pt x="8920" y="20566"/>
                </a:lnTo>
                <a:cubicBezTo>
                  <a:pt x="7852" y="20489"/>
                  <a:pt x="6799" y="20320"/>
                  <a:pt x="5801" y="20061"/>
                </a:cubicBezTo>
                <a:cubicBezTo>
                  <a:pt x="2352" y="19163"/>
                  <a:pt x="120" y="17329"/>
                  <a:pt x="0" y="15292"/>
                </a:cubicBezTo>
                <a:lnTo>
                  <a:pt x="4644" y="15215"/>
                </a:lnTo>
                <a:cubicBezTo>
                  <a:pt x="4710" y="16340"/>
                  <a:pt x="5943" y="17353"/>
                  <a:pt x="7847" y="17848"/>
                </a:cubicBezTo>
                <a:cubicBezTo>
                  <a:pt x="8194" y="17938"/>
                  <a:pt x="8552" y="18009"/>
                  <a:pt x="8920" y="18053"/>
                </a:cubicBezTo>
                <a:lnTo>
                  <a:pt x="8920" y="11643"/>
                </a:lnTo>
                <a:cubicBezTo>
                  <a:pt x="5250" y="11082"/>
                  <a:pt x="1329" y="10441"/>
                  <a:pt x="96" y="7208"/>
                </a:cubicBezTo>
                <a:cubicBezTo>
                  <a:pt x="-419" y="5204"/>
                  <a:pt x="1190" y="3213"/>
                  <a:pt x="4280" y="2025"/>
                </a:cubicBezTo>
                <a:cubicBezTo>
                  <a:pt x="5676" y="1488"/>
                  <a:pt x="7273" y="1154"/>
                  <a:pt x="8920" y="1033"/>
                </a:cubicBezTo>
                <a:lnTo>
                  <a:pt x="8920" y="0"/>
                </a:lnTo>
                <a:lnTo>
                  <a:pt x="11731" y="0"/>
                </a:lnTo>
                <a:lnTo>
                  <a:pt x="11731" y="1027"/>
                </a:lnTo>
                <a:cubicBezTo>
                  <a:pt x="12830" y="1101"/>
                  <a:pt x="13914" y="1272"/>
                  <a:pt x="14940" y="1539"/>
                </a:cubicBezTo>
                <a:cubicBezTo>
                  <a:pt x="18389" y="2436"/>
                  <a:pt x="20621" y="4271"/>
                  <a:pt x="20742" y="6307"/>
                </a:cubicBezTo>
                <a:lnTo>
                  <a:pt x="16097" y="6385"/>
                </a:lnTo>
                <a:cubicBezTo>
                  <a:pt x="16031" y="5260"/>
                  <a:pt x="14798" y="4247"/>
                  <a:pt x="12894" y="3752"/>
                </a:cubicBezTo>
                <a:cubicBezTo>
                  <a:pt x="12519" y="3654"/>
                  <a:pt x="12130" y="3580"/>
                  <a:pt x="11731" y="3535"/>
                </a:cubicBezTo>
                <a:lnTo>
                  <a:pt x="11731" y="9534"/>
                </a:lnTo>
                <a:cubicBezTo>
                  <a:pt x="15263" y="9996"/>
                  <a:pt x="19101" y="10786"/>
                  <a:pt x="20645" y="14352"/>
                </a:cubicBezTo>
                <a:cubicBezTo>
                  <a:pt x="21181" y="16370"/>
                  <a:pt x="19571" y="18379"/>
                  <a:pt x="16461" y="19575"/>
                </a:cubicBezTo>
                <a:cubicBezTo>
                  <a:pt x="15040" y="20122"/>
                  <a:pt x="13411" y="20458"/>
                  <a:pt x="11731" y="2057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1" name="Shape 975"/>
          <p:cNvSpPr/>
          <p:nvPr/>
        </p:nvSpPr>
        <p:spPr>
          <a:xfrm>
            <a:off x="5437663" y="3655250"/>
            <a:ext cx="343751" cy="1925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66" y="11430"/>
                </a:moveTo>
                <a:lnTo>
                  <a:pt x="10966" y="13595"/>
                </a:lnTo>
                <a:cubicBezTo>
                  <a:pt x="11044" y="13561"/>
                  <a:pt x="11118" y="13499"/>
                  <a:pt x="11185" y="13412"/>
                </a:cubicBezTo>
                <a:cubicBezTo>
                  <a:pt x="11382" y="13158"/>
                  <a:pt x="11484" y="12730"/>
                  <a:pt x="11450" y="12301"/>
                </a:cubicBezTo>
                <a:cubicBezTo>
                  <a:pt x="11409" y="11741"/>
                  <a:pt x="11215" y="11552"/>
                  <a:pt x="10966" y="11430"/>
                </a:cubicBezTo>
                <a:close/>
                <a:moveTo>
                  <a:pt x="17106" y="8365"/>
                </a:moveTo>
                <a:cubicBezTo>
                  <a:pt x="16353" y="8365"/>
                  <a:pt x="15742" y="9455"/>
                  <a:pt x="15742" y="10800"/>
                </a:cubicBezTo>
                <a:cubicBezTo>
                  <a:pt x="15742" y="12145"/>
                  <a:pt x="16353" y="13235"/>
                  <a:pt x="17106" y="13235"/>
                </a:cubicBezTo>
                <a:cubicBezTo>
                  <a:pt x="17860" y="13235"/>
                  <a:pt x="18470" y="12145"/>
                  <a:pt x="18470" y="10800"/>
                </a:cubicBezTo>
                <a:cubicBezTo>
                  <a:pt x="18470" y="9455"/>
                  <a:pt x="17860" y="8365"/>
                  <a:pt x="17106" y="8365"/>
                </a:cubicBezTo>
                <a:close/>
                <a:moveTo>
                  <a:pt x="4494" y="8365"/>
                </a:moveTo>
                <a:cubicBezTo>
                  <a:pt x="3740" y="8365"/>
                  <a:pt x="3129" y="9455"/>
                  <a:pt x="3129" y="10800"/>
                </a:cubicBezTo>
                <a:cubicBezTo>
                  <a:pt x="3129" y="12145"/>
                  <a:pt x="3740" y="13235"/>
                  <a:pt x="4494" y="13235"/>
                </a:cubicBezTo>
                <a:cubicBezTo>
                  <a:pt x="5247" y="13235"/>
                  <a:pt x="5858" y="12145"/>
                  <a:pt x="5858" y="10800"/>
                </a:cubicBezTo>
                <a:cubicBezTo>
                  <a:pt x="5858" y="9455"/>
                  <a:pt x="5247" y="8365"/>
                  <a:pt x="4494" y="8365"/>
                </a:cubicBezTo>
                <a:close/>
                <a:moveTo>
                  <a:pt x="10644" y="7999"/>
                </a:moveTo>
                <a:cubicBezTo>
                  <a:pt x="10563" y="8033"/>
                  <a:pt x="10485" y="8097"/>
                  <a:pt x="10415" y="8187"/>
                </a:cubicBezTo>
                <a:cubicBezTo>
                  <a:pt x="10219" y="8442"/>
                  <a:pt x="10117" y="8869"/>
                  <a:pt x="10151" y="9299"/>
                </a:cubicBezTo>
                <a:cubicBezTo>
                  <a:pt x="10216" y="9871"/>
                  <a:pt x="10407" y="10125"/>
                  <a:pt x="10644" y="10289"/>
                </a:cubicBezTo>
                <a:close/>
                <a:moveTo>
                  <a:pt x="10644" y="6639"/>
                </a:moveTo>
                <a:lnTo>
                  <a:pt x="10966" y="6639"/>
                </a:lnTo>
                <a:lnTo>
                  <a:pt x="10966" y="7037"/>
                </a:lnTo>
                <a:cubicBezTo>
                  <a:pt x="11089" y="7067"/>
                  <a:pt x="11209" y="7132"/>
                  <a:pt x="11323" y="7232"/>
                </a:cubicBezTo>
                <a:cubicBezTo>
                  <a:pt x="11718" y="7577"/>
                  <a:pt x="11974" y="8284"/>
                  <a:pt x="11987" y="9069"/>
                </a:cubicBezTo>
                <a:lnTo>
                  <a:pt x="11456" y="9099"/>
                </a:lnTo>
                <a:cubicBezTo>
                  <a:pt x="11448" y="8665"/>
                  <a:pt x="11307" y="8275"/>
                  <a:pt x="11089" y="8084"/>
                </a:cubicBezTo>
                <a:cubicBezTo>
                  <a:pt x="11049" y="8049"/>
                  <a:pt x="11008" y="8022"/>
                  <a:pt x="10966" y="8005"/>
                </a:cubicBezTo>
                <a:lnTo>
                  <a:pt x="10966" y="10475"/>
                </a:lnTo>
                <a:cubicBezTo>
                  <a:pt x="11386" y="10691"/>
                  <a:pt x="11835" y="10938"/>
                  <a:pt x="11976" y="12184"/>
                </a:cubicBezTo>
                <a:cubicBezTo>
                  <a:pt x="12035" y="12956"/>
                  <a:pt x="11851" y="13723"/>
                  <a:pt x="11497" y="14181"/>
                </a:cubicBezTo>
                <a:cubicBezTo>
                  <a:pt x="11338" y="14388"/>
                  <a:pt x="11155" y="14516"/>
                  <a:pt x="10966" y="14563"/>
                </a:cubicBezTo>
                <a:lnTo>
                  <a:pt x="10966" y="14961"/>
                </a:lnTo>
                <a:lnTo>
                  <a:pt x="10644" y="14961"/>
                </a:lnTo>
                <a:lnTo>
                  <a:pt x="10644" y="14566"/>
                </a:lnTo>
                <a:cubicBezTo>
                  <a:pt x="10519" y="14537"/>
                  <a:pt x="10395" y="14471"/>
                  <a:pt x="10277" y="14368"/>
                </a:cubicBezTo>
                <a:cubicBezTo>
                  <a:pt x="9882" y="14022"/>
                  <a:pt x="9627" y="13315"/>
                  <a:pt x="9613" y="12531"/>
                </a:cubicBezTo>
                <a:lnTo>
                  <a:pt x="10145" y="12501"/>
                </a:lnTo>
                <a:cubicBezTo>
                  <a:pt x="10152" y="12934"/>
                  <a:pt x="10293" y="13325"/>
                  <a:pt x="10511" y="13516"/>
                </a:cubicBezTo>
                <a:cubicBezTo>
                  <a:pt x="10554" y="13553"/>
                  <a:pt x="10599" y="13582"/>
                  <a:pt x="10644" y="13599"/>
                </a:cubicBezTo>
                <a:lnTo>
                  <a:pt x="10644" y="11287"/>
                </a:lnTo>
                <a:cubicBezTo>
                  <a:pt x="10240" y="11110"/>
                  <a:pt x="9801" y="10805"/>
                  <a:pt x="9624" y="9431"/>
                </a:cubicBezTo>
                <a:cubicBezTo>
                  <a:pt x="9563" y="8654"/>
                  <a:pt x="9747" y="7879"/>
                  <a:pt x="10103" y="7419"/>
                </a:cubicBezTo>
                <a:cubicBezTo>
                  <a:pt x="10266" y="7208"/>
                  <a:pt x="10452" y="7079"/>
                  <a:pt x="10644" y="7034"/>
                </a:cubicBezTo>
                <a:close/>
                <a:moveTo>
                  <a:pt x="10800" y="5221"/>
                </a:moveTo>
                <a:cubicBezTo>
                  <a:pt x="9074" y="5221"/>
                  <a:pt x="7674" y="7719"/>
                  <a:pt x="7674" y="10800"/>
                </a:cubicBezTo>
                <a:cubicBezTo>
                  <a:pt x="7674" y="13881"/>
                  <a:pt x="9074" y="16379"/>
                  <a:pt x="10800" y="16379"/>
                </a:cubicBezTo>
                <a:cubicBezTo>
                  <a:pt x="12526" y="16379"/>
                  <a:pt x="13925" y="13881"/>
                  <a:pt x="13925" y="10800"/>
                </a:cubicBezTo>
                <a:cubicBezTo>
                  <a:pt x="13925" y="7719"/>
                  <a:pt x="12526" y="5221"/>
                  <a:pt x="10800" y="5221"/>
                </a:cubicBezTo>
                <a:close/>
                <a:moveTo>
                  <a:pt x="1347" y="2243"/>
                </a:moveTo>
                <a:lnTo>
                  <a:pt x="20253" y="2243"/>
                </a:lnTo>
                <a:lnTo>
                  <a:pt x="20253" y="19357"/>
                </a:lnTo>
                <a:lnTo>
                  <a:pt x="1347" y="19357"/>
                </a:lnTo>
                <a:close/>
                <a:moveTo>
                  <a:pt x="854" y="1252"/>
                </a:moveTo>
                <a:lnTo>
                  <a:pt x="854" y="20347"/>
                </a:lnTo>
                <a:lnTo>
                  <a:pt x="20746" y="20347"/>
                </a:lnTo>
                <a:lnTo>
                  <a:pt x="20746" y="1252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2" name="Shape 976"/>
          <p:cNvSpPr/>
          <p:nvPr/>
        </p:nvSpPr>
        <p:spPr>
          <a:xfrm>
            <a:off x="8212500" y="3588603"/>
            <a:ext cx="354992" cy="355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63" y="10868"/>
                </a:moveTo>
                <a:lnTo>
                  <a:pt x="17537" y="10868"/>
                </a:lnTo>
                <a:cubicBezTo>
                  <a:pt x="19781" y="10868"/>
                  <a:pt x="21600" y="12684"/>
                  <a:pt x="21600" y="14925"/>
                </a:cubicBezTo>
                <a:lnTo>
                  <a:pt x="21600" y="18726"/>
                </a:lnTo>
                <a:lnTo>
                  <a:pt x="21600" y="18726"/>
                </a:lnTo>
                <a:lnTo>
                  <a:pt x="21600" y="19660"/>
                </a:lnTo>
                <a:lnTo>
                  <a:pt x="21597" y="19660"/>
                </a:lnTo>
                <a:lnTo>
                  <a:pt x="21597" y="21600"/>
                </a:lnTo>
                <a:lnTo>
                  <a:pt x="3" y="21600"/>
                </a:lnTo>
                <a:lnTo>
                  <a:pt x="3" y="19660"/>
                </a:lnTo>
                <a:lnTo>
                  <a:pt x="0" y="19660"/>
                </a:lnTo>
                <a:lnTo>
                  <a:pt x="0" y="14925"/>
                </a:lnTo>
                <a:cubicBezTo>
                  <a:pt x="0" y="12684"/>
                  <a:pt x="1819" y="10868"/>
                  <a:pt x="4063" y="10868"/>
                </a:cubicBezTo>
                <a:close/>
                <a:moveTo>
                  <a:pt x="10800" y="0"/>
                </a:moveTo>
                <a:cubicBezTo>
                  <a:pt x="13501" y="0"/>
                  <a:pt x="15691" y="2186"/>
                  <a:pt x="15691" y="4883"/>
                </a:cubicBezTo>
                <a:cubicBezTo>
                  <a:pt x="15691" y="7580"/>
                  <a:pt x="13501" y="9766"/>
                  <a:pt x="10800" y="9766"/>
                </a:cubicBezTo>
                <a:cubicBezTo>
                  <a:pt x="8099" y="9766"/>
                  <a:pt x="5909" y="7580"/>
                  <a:pt x="5909" y="4883"/>
                </a:cubicBezTo>
                <a:cubicBezTo>
                  <a:pt x="5909" y="2186"/>
                  <a:pt x="8099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3" name="Shape 977"/>
          <p:cNvSpPr/>
          <p:nvPr/>
        </p:nvSpPr>
        <p:spPr>
          <a:xfrm rot="16200000" flipH="1">
            <a:off x="7112464" y="4219257"/>
            <a:ext cx="367988" cy="346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30" y="9397"/>
                </a:moveTo>
                <a:lnTo>
                  <a:pt x="20630" y="12076"/>
                </a:lnTo>
                <a:cubicBezTo>
                  <a:pt x="20630" y="12361"/>
                  <a:pt x="20847" y="12591"/>
                  <a:pt x="21115" y="12591"/>
                </a:cubicBezTo>
                <a:cubicBezTo>
                  <a:pt x="21383" y="12591"/>
                  <a:pt x="21600" y="12361"/>
                  <a:pt x="21600" y="12076"/>
                </a:cubicBezTo>
                <a:lnTo>
                  <a:pt x="21600" y="9397"/>
                </a:lnTo>
                <a:cubicBezTo>
                  <a:pt x="21600" y="9113"/>
                  <a:pt x="21383" y="8882"/>
                  <a:pt x="21115" y="8882"/>
                </a:cubicBezTo>
                <a:cubicBezTo>
                  <a:pt x="20847" y="8882"/>
                  <a:pt x="20630" y="9113"/>
                  <a:pt x="20630" y="9397"/>
                </a:cubicBezTo>
                <a:close/>
                <a:moveTo>
                  <a:pt x="19126" y="8985"/>
                </a:moveTo>
                <a:lnTo>
                  <a:pt x="19126" y="12488"/>
                </a:lnTo>
                <a:cubicBezTo>
                  <a:pt x="19126" y="12773"/>
                  <a:pt x="19343" y="13003"/>
                  <a:pt x="19611" y="13003"/>
                </a:cubicBezTo>
                <a:cubicBezTo>
                  <a:pt x="19879" y="13003"/>
                  <a:pt x="20096" y="12773"/>
                  <a:pt x="20096" y="12488"/>
                </a:cubicBezTo>
                <a:lnTo>
                  <a:pt x="20096" y="8985"/>
                </a:lnTo>
                <a:cubicBezTo>
                  <a:pt x="20096" y="8701"/>
                  <a:pt x="19879" y="8470"/>
                  <a:pt x="19611" y="8470"/>
                </a:cubicBezTo>
                <a:cubicBezTo>
                  <a:pt x="19343" y="8470"/>
                  <a:pt x="19126" y="8701"/>
                  <a:pt x="19126" y="8985"/>
                </a:cubicBezTo>
                <a:close/>
                <a:moveTo>
                  <a:pt x="17623" y="8779"/>
                </a:moveTo>
                <a:lnTo>
                  <a:pt x="17623" y="12694"/>
                </a:lnTo>
                <a:cubicBezTo>
                  <a:pt x="17623" y="12979"/>
                  <a:pt x="17840" y="13209"/>
                  <a:pt x="18108" y="13209"/>
                </a:cubicBezTo>
                <a:cubicBezTo>
                  <a:pt x="18375" y="13209"/>
                  <a:pt x="18593" y="12979"/>
                  <a:pt x="18593" y="12694"/>
                </a:cubicBezTo>
                <a:lnTo>
                  <a:pt x="18593" y="8779"/>
                </a:lnTo>
                <a:cubicBezTo>
                  <a:pt x="18593" y="8495"/>
                  <a:pt x="18375" y="8264"/>
                  <a:pt x="18108" y="8264"/>
                </a:cubicBezTo>
                <a:cubicBezTo>
                  <a:pt x="17840" y="8264"/>
                  <a:pt x="17623" y="8495"/>
                  <a:pt x="17623" y="8779"/>
                </a:cubicBezTo>
                <a:close/>
                <a:moveTo>
                  <a:pt x="9694" y="9766"/>
                </a:moveTo>
                <a:cubicBezTo>
                  <a:pt x="9694" y="9601"/>
                  <a:pt x="9820" y="9467"/>
                  <a:pt x="9976" y="9467"/>
                </a:cubicBezTo>
                <a:lnTo>
                  <a:pt x="10402" y="9467"/>
                </a:lnTo>
                <a:lnTo>
                  <a:pt x="10402" y="8981"/>
                </a:lnTo>
                <a:cubicBezTo>
                  <a:pt x="10402" y="8972"/>
                  <a:pt x="10402" y="8963"/>
                  <a:pt x="10412" y="8955"/>
                </a:cubicBezTo>
                <a:lnTo>
                  <a:pt x="10389" y="8877"/>
                </a:lnTo>
                <a:cubicBezTo>
                  <a:pt x="10402" y="8712"/>
                  <a:pt x="10539" y="8590"/>
                  <a:pt x="10694" y="8605"/>
                </a:cubicBezTo>
                <a:lnTo>
                  <a:pt x="16498" y="9144"/>
                </a:lnTo>
                <a:cubicBezTo>
                  <a:pt x="16653" y="9158"/>
                  <a:pt x="16767" y="9303"/>
                  <a:pt x="16754" y="9468"/>
                </a:cubicBezTo>
                <a:cubicBezTo>
                  <a:pt x="16740" y="9633"/>
                  <a:pt x="16604" y="9754"/>
                  <a:pt x="16448" y="9740"/>
                </a:cubicBezTo>
                <a:cubicBezTo>
                  <a:pt x="14558" y="9564"/>
                  <a:pt x="12668" y="9389"/>
                  <a:pt x="10777" y="9213"/>
                </a:cubicBezTo>
                <a:lnTo>
                  <a:pt x="10777" y="9467"/>
                </a:lnTo>
                <a:lnTo>
                  <a:pt x="11203" y="9467"/>
                </a:lnTo>
                <a:cubicBezTo>
                  <a:pt x="11359" y="9467"/>
                  <a:pt x="11485" y="9601"/>
                  <a:pt x="11485" y="9766"/>
                </a:cubicBezTo>
                <a:cubicBezTo>
                  <a:pt x="11485" y="9931"/>
                  <a:pt x="11359" y="10065"/>
                  <a:pt x="11203" y="10065"/>
                </a:cubicBezTo>
                <a:cubicBezTo>
                  <a:pt x="11061" y="10065"/>
                  <a:pt x="10920" y="10065"/>
                  <a:pt x="10777" y="10065"/>
                </a:cubicBezTo>
                <a:lnTo>
                  <a:pt x="10777" y="10475"/>
                </a:lnTo>
                <a:lnTo>
                  <a:pt x="11203" y="10475"/>
                </a:lnTo>
                <a:cubicBezTo>
                  <a:pt x="11359" y="10475"/>
                  <a:pt x="11485" y="10610"/>
                  <a:pt x="11485" y="10775"/>
                </a:cubicBezTo>
                <a:cubicBezTo>
                  <a:pt x="11485" y="10940"/>
                  <a:pt x="11359" y="11074"/>
                  <a:pt x="11203" y="11074"/>
                </a:cubicBezTo>
                <a:cubicBezTo>
                  <a:pt x="11061" y="11074"/>
                  <a:pt x="10920" y="11074"/>
                  <a:pt x="10777" y="11074"/>
                </a:cubicBezTo>
                <a:lnTo>
                  <a:pt x="10777" y="11484"/>
                </a:lnTo>
                <a:lnTo>
                  <a:pt x="11203" y="11484"/>
                </a:lnTo>
                <a:cubicBezTo>
                  <a:pt x="11359" y="11484"/>
                  <a:pt x="11485" y="11618"/>
                  <a:pt x="11485" y="11784"/>
                </a:cubicBezTo>
                <a:cubicBezTo>
                  <a:pt x="11485" y="11949"/>
                  <a:pt x="11359" y="12083"/>
                  <a:pt x="11203" y="12083"/>
                </a:cubicBezTo>
                <a:cubicBezTo>
                  <a:pt x="11061" y="12083"/>
                  <a:pt x="10920" y="12083"/>
                  <a:pt x="10777" y="12083"/>
                </a:cubicBezTo>
                <a:lnTo>
                  <a:pt x="10777" y="12338"/>
                </a:lnTo>
                <a:lnTo>
                  <a:pt x="16422" y="11708"/>
                </a:lnTo>
                <a:cubicBezTo>
                  <a:pt x="16577" y="11691"/>
                  <a:pt x="16715" y="11810"/>
                  <a:pt x="16732" y="11974"/>
                </a:cubicBezTo>
                <a:cubicBezTo>
                  <a:pt x="16748" y="12139"/>
                  <a:pt x="16636" y="12286"/>
                  <a:pt x="16481" y="12303"/>
                </a:cubicBezTo>
                <a:cubicBezTo>
                  <a:pt x="14550" y="12519"/>
                  <a:pt x="12618" y="12734"/>
                  <a:pt x="10687" y="12950"/>
                </a:cubicBezTo>
                <a:cubicBezTo>
                  <a:pt x="10532" y="12967"/>
                  <a:pt x="10393" y="12848"/>
                  <a:pt x="10377" y="12684"/>
                </a:cubicBezTo>
                <a:cubicBezTo>
                  <a:pt x="10373" y="12647"/>
                  <a:pt x="10376" y="12610"/>
                  <a:pt x="10405" y="12582"/>
                </a:cubicBezTo>
                <a:lnTo>
                  <a:pt x="10402" y="12573"/>
                </a:lnTo>
                <a:lnTo>
                  <a:pt x="10402" y="12083"/>
                </a:lnTo>
                <a:lnTo>
                  <a:pt x="9976" y="12083"/>
                </a:lnTo>
                <a:cubicBezTo>
                  <a:pt x="9820" y="12083"/>
                  <a:pt x="9694" y="11949"/>
                  <a:pt x="9694" y="11784"/>
                </a:cubicBezTo>
                <a:cubicBezTo>
                  <a:pt x="9694" y="11618"/>
                  <a:pt x="9820" y="11484"/>
                  <a:pt x="9976" y="11484"/>
                </a:cubicBezTo>
                <a:lnTo>
                  <a:pt x="10402" y="11484"/>
                </a:lnTo>
                <a:lnTo>
                  <a:pt x="10402" y="11074"/>
                </a:lnTo>
                <a:lnTo>
                  <a:pt x="9976" y="11074"/>
                </a:lnTo>
                <a:cubicBezTo>
                  <a:pt x="9820" y="11074"/>
                  <a:pt x="9694" y="10940"/>
                  <a:pt x="9694" y="10775"/>
                </a:cubicBezTo>
                <a:cubicBezTo>
                  <a:pt x="9694" y="10610"/>
                  <a:pt x="9820" y="10475"/>
                  <a:pt x="9976" y="10475"/>
                </a:cubicBezTo>
                <a:lnTo>
                  <a:pt x="10402" y="10475"/>
                </a:lnTo>
                <a:lnTo>
                  <a:pt x="10402" y="10065"/>
                </a:lnTo>
                <a:lnTo>
                  <a:pt x="9976" y="10065"/>
                </a:lnTo>
                <a:cubicBezTo>
                  <a:pt x="9820" y="10065"/>
                  <a:pt x="9694" y="9931"/>
                  <a:pt x="9694" y="9766"/>
                </a:cubicBezTo>
                <a:close/>
                <a:moveTo>
                  <a:pt x="8644" y="564"/>
                </a:moveTo>
                <a:lnTo>
                  <a:pt x="8644" y="2255"/>
                </a:lnTo>
                <a:cubicBezTo>
                  <a:pt x="8644" y="2567"/>
                  <a:pt x="8882" y="2819"/>
                  <a:pt x="9175" y="2819"/>
                </a:cubicBezTo>
                <a:cubicBezTo>
                  <a:pt x="9468" y="2819"/>
                  <a:pt x="9706" y="2567"/>
                  <a:pt x="9706" y="2255"/>
                </a:cubicBezTo>
                <a:lnTo>
                  <a:pt x="9706" y="564"/>
                </a:lnTo>
                <a:cubicBezTo>
                  <a:pt x="9706" y="252"/>
                  <a:pt x="9468" y="0"/>
                  <a:pt x="9175" y="0"/>
                </a:cubicBezTo>
                <a:cubicBezTo>
                  <a:pt x="8882" y="0"/>
                  <a:pt x="8644" y="252"/>
                  <a:pt x="8644" y="564"/>
                </a:cubicBezTo>
                <a:close/>
                <a:moveTo>
                  <a:pt x="8644" y="19344"/>
                </a:moveTo>
                <a:lnTo>
                  <a:pt x="8644" y="21036"/>
                </a:lnTo>
                <a:cubicBezTo>
                  <a:pt x="8644" y="21347"/>
                  <a:pt x="8882" y="21600"/>
                  <a:pt x="9175" y="21600"/>
                </a:cubicBezTo>
                <a:cubicBezTo>
                  <a:pt x="9468" y="21600"/>
                  <a:pt x="9706" y="21347"/>
                  <a:pt x="9706" y="21036"/>
                </a:cubicBezTo>
                <a:lnTo>
                  <a:pt x="9706" y="19344"/>
                </a:lnTo>
                <a:cubicBezTo>
                  <a:pt x="9706" y="19033"/>
                  <a:pt x="9468" y="18780"/>
                  <a:pt x="9175" y="18780"/>
                </a:cubicBezTo>
                <a:cubicBezTo>
                  <a:pt x="8882" y="18780"/>
                  <a:pt x="8644" y="19033"/>
                  <a:pt x="8644" y="19344"/>
                </a:cubicBezTo>
                <a:close/>
                <a:moveTo>
                  <a:pt x="3801" y="10737"/>
                </a:moveTo>
                <a:cubicBezTo>
                  <a:pt x="3801" y="12204"/>
                  <a:pt x="4328" y="13671"/>
                  <a:pt x="5382" y="14791"/>
                </a:cubicBezTo>
                <a:cubicBezTo>
                  <a:pt x="7491" y="17029"/>
                  <a:pt x="10909" y="17029"/>
                  <a:pt x="13018" y="14791"/>
                </a:cubicBezTo>
                <a:lnTo>
                  <a:pt x="14313" y="13415"/>
                </a:lnTo>
                <a:lnTo>
                  <a:pt x="15757" y="13416"/>
                </a:lnTo>
                <a:cubicBezTo>
                  <a:pt x="16338" y="13415"/>
                  <a:pt x="16808" y="12916"/>
                  <a:pt x="16808" y="12299"/>
                </a:cubicBezTo>
                <a:lnTo>
                  <a:pt x="16808" y="10766"/>
                </a:lnTo>
                <a:lnTo>
                  <a:pt x="16835" y="10737"/>
                </a:lnTo>
                <a:lnTo>
                  <a:pt x="16808" y="10708"/>
                </a:lnTo>
                <a:lnTo>
                  <a:pt x="16808" y="9174"/>
                </a:lnTo>
                <a:cubicBezTo>
                  <a:pt x="16808" y="8558"/>
                  <a:pt x="16338" y="8058"/>
                  <a:pt x="15757" y="8058"/>
                </a:cubicBezTo>
                <a:lnTo>
                  <a:pt x="14313" y="8058"/>
                </a:lnTo>
                <a:cubicBezTo>
                  <a:pt x="13881" y="7600"/>
                  <a:pt x="13449" y="7141"/>
                  <a:pt x="13018" y="6683"/>
                </a:cubicBezTo>
                <a:cubicBezTo>
                  <a:pt x="10909" y="4444"/>
                  <a:pt x="7491" y="4444"/>
                  <a:pt x="5382" y="6683"/>
                </a:cubicBezTo>
                <a:cubicBezTo>
                  <a:pt x="4328" y="7802"/>
                  <a:pt x="3801" y="9269"/>
                  <a:pt x="3801" y="10737"/>
                </a:cubicBezTo>
                <a:close/>
                <a:moveTo>
                  <a:pt x="2867" y="18692"/>
                </a:moveTo>
                <a:cubicBezTo>
                  <a:pt x="2867" y="18836"/>
                  <a:pt x="2919" y="18981"/>
                  <a:pt x="3023" y="19091"/>
                </a:cubicBezTo>
                <a:cubicBezTo>
                  <a:pt x="3230" y="19311"/>
                  <a:pt x="3567" y="19311"/>
                  <a:pt x="3774" y="19091"/>
                </a:cubicBezTo>
                <a:lnTo>
                  <a:pt x="4900" y="17895"/>
                </a:lnTo>
                <a:cubicBezTo>
                  <a:pt x="5108" y="17675"/>
                  <a:pt x="5108" y="17317"/>
                  <a:pt x="4900" y="17097"/>
                </a:cubicBezTo>
                <a:cubicBezTo>
                  <a:pt x="4693" y="16877"/>
                  <a:pt x="4357" y="16877"/>
                  <a:pt x="4149" y="17097"/>
                </a:cubicBezTo>
                <a:lnTo>
                  <a:pt x="3023" y="18293"/>
                </a:lnTo>
                <a:cubicBezTo>
                  <a:pt x="2919" y="18404"/>
                  <a:pt x="2867" y="18548"/>
                  <a:pt x="2867" y="18692"/>
                </a:cubicBezTo>
                <a:close/>
                <a:moveTo>
                  <a:pt x="2867" y="2864"/>
                </a:moveTo>
                <a:cubicBezTo>
                  <a:pt x="2867" y="3008"/>
                  <a:pt x="2919" y="3153"/>
                  <a:pt x="3023" y="3263"/>
                </a:cubicBezTo>
                <a:lnTo>
                  <a:pt x="4149" y="4459"/>
                </a:lnTo>
                <a:cubicBezTo>
                  <a:pt x="4357" y="4679"/>
                  <a:pt x="4693" y="4679"/>
                  <a:pt x="4900" y="4459"/>
                </a:cubicBezTo>
                <a:cubicBezTo>
                  <a:pt x="5108" y="4238"/>
                  <a:pt x="5108" y="3882"/>
                  <a:pt x="4900" y="3661"/>
                </a:cubicBezTo>
                <a:lnTo>
                  <a:pt x="3774" y="2465"/>
                </a:lnTo>
                <a:cubicBezTo>
                  <a:pt x="3567" y="2245"/>
                  <a:pt x="3230" y="2245"/>
                  <a:pt x="3023" y="2465"/>
                </a:cubicBezTo>
                <a:cubicBezTo>
                  <a:pt x="2919" y="2575"/>
                  <a:pt x="2867" y="2720"/>
                  <a:pt x="2867" y="2864"/>
                </a:cubicBezTo>
                <a:close/>
                <a:moveTo>
                  <a:pt x="0" y="10800"/>
                </a:moveTo>
                <a:cubicBezTo>
                  <a:pt x="0" y="11111"/>
                  <a:pt x="238" y="11364"/>
                  <a:pt x="531" y="11364"/>
                </a:cubicBezTo>
                <a:lnTo>
                  <a:pt x="2124" y="11364"/>
                </a:lnTo>
                <a:cubicBezTo>
                  <a:pt x="2417" y="11364"/>
                  <a:pt x="2655" y="11111"/>
                  <a:pt x="2655" y="10800"/>
                </a:cubicBezTo>
                <a:cubicBezTo>
                  <a:pt x="2655" y="10488"/>
                  <a:pt x="2417" y="10236"/>
                  <a:pt x="2124" y="10236"/>
                </a:cubicBezTo>
                <a:lnTo>
                  <a:pt x="531" y="10236"/>
                </a:lnTo>
                <a:cubicBezTo>
                  <a:pt x="238" y="10236"/>
                  <a:pt x="0" y="10488"/>
                  <a:pt x="0" y="1080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4" name="Shape 978"/>
          <p:cNvSpPr/>
          <p:nvPr/>
        </p:nvSpPr>
        <p:spPr>
          <a:xfrm>
            <a:off x="6060852" y="3614351"/>
            <a:ext cx="274663" cy="274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459" y="6078"/>
                </a:moveTo>
                <a:lnTo>
                  <a:pt x="21600" y="6078"/>
                </a:lnTo>
                <a:lnTo>
                  <a:pt x="11839" y="20742"/>
                </a:lnTo>
                <a:close/>
                <a:moveTo>
                  <a:pt x="5" y="6078"/>
                </a:moveTo>
                <a:lnTo>
                  <a:pt x="6146" y="6078"/>
                </a:lnTo>
                <a:lnTo>
                  <a:pt x="10021" y="20997"/>
                </a:lnTo>
                <a:close/>
                <a:moveTo>
                  <a:pt x="6936" y="6078"/>
                </a:moveTo>
                <a:lnTo>
                  <a:pt x="14663" y="6078"/>
                </a:lnTo>
                <a:lnTo>
                  <a:pt x="10800" y="21600"/>
                </a:lnTo>
                <a:close/>
                <a:moveTo>
                  <a:pt x="18527" y="0"/>
                </a:moveTo>
                <a:lnTo>
                  <a:pt x="21600" y="5304"/>
                </a:lnTo>
                <a:lnTo>
                  <a:pt x="15454" y="5304"/>
                </a:lnTo>
                <a:close/>
                <a:moveTo>
                  <a:pt x="11590" y="0"/>
                </a:moveTo>
                <a:lnTo>
                  <a:pt x="17736" y="0"/>
                </a:lnTo>
                <a:lnTo>
                  <a:pt x="14663" y="5304"/>
                </a:lnTo>
                <a:close/>
                <a:moveTo>
                  <a:pt x="10800" y="0"/>
                </a:moveTo>
                <a:lnTo>
                  <a:pt x="13873" y="5304"/>
                </a:lnTo>
                <a:lnTo>
                  <a:pt x="7727" y="5304"/>
                </a:lnTo>
                <a:close/>
                <a:moveTo>
                  <a:pt x="3863" y="0"/>
                </a:moveTo>
                <a:lnTo>
                  <a:pt x="10009" y="0"/>
                </a:lnTo>
                <a:lnTo>
                  <a:pt x="6936" y="5304"/>
                </a:lnTo>
                <a:close/>
                <a:moveTo>
                  <a:pt x="3073" y="0"/>
                </a:moveTo>
                <a:lnTo>
                  <a:pt x="6146" y="5304"/>
                </a:lnTo>
                <a:lnTo>
                  <a:pt x="0" y="5304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5" name="Shape 979"/>
          <p:cNvSpPr/>
          <p:nvPr/>
        </p:nvSpPr>
        <p:spPr>
          <a:xfrm>
            <a:off x="7109735" y="3659963"/>
            <a:ext cx="360000" cy="183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6" h="21600" extrusionOk="0">
                <a:moveTo>
                  <a:pt x="799" y="18706"/>
                </a:moveTo>
                <a:lnTo>
                  <a:pt x="20100" y="18706"/>
                </a:lnTo>
                <a:cubicBezTo>
                  <a:pt x="19809" y="19635"/>
                  <a:pt x="19515" y="20582"/>
                  <a:pt x="19264" y="21600"/>
                </a:cubicBezTo>
                <a:lnTo>
                  <a:pt x="1338" y="21600"/>
                </a:lnTo>
                <a:cubicBezTo>
                  <a:pt x="1242" y="20634"/>
                  <a:pt x="1030" y="19669"/>
                  <a:pt x="799" y="18706"/>
                </a:cubicBezTo>
                <a:close/>
                <a:moveTo>
                  <a:pt x="18579" y="14573"/>
                </a:moveTo>
                <a:lnTo>
                  <a:pt x="18579" y="15979"/>
                </a:lnTo>
                <a:lnTo>
                  <a:pt x="19292" y="15979"/>
                </a:lnTo>
                <a:lnTo>
                  <a:pt x="19292" y="14573"/>
                </a:lnTo>
                <a:close/>
                <a:moveTo>
                  <a:pt x="17161" y="14573"/>
                </a:moveTo>
                <a:lnTo>
                  <a:pt x="17161" y="15979"/>
                </a:lnTo>
                <a:lnTo>
                  <a:pt x="17873" y="15979"/>
                </a:lnTo>
                <a:lnTo>
                  <a:pt x="17873" y="14573"/>
                </a:lnTo>
                <a:close/>
                <a:moveTo>
                  <a:pt x="15742" y="14573"/>
                </a:moveTo>
                <a:lnTo>
                  <a:pt x="15742" y="15979"/>
                </a:lnTo>
                <a:lnTo>
                  <a:pt x="16455" y="15979"/>
                </a:lnTo>
                <a:lnTo>
                  <a:pt x="16455" y="14573"/>
                </a:lnTo>
                <a:close/>
                <a:moveTo>
                  <a:pt x="11329" y="14573"/>
                </a:moveTo>
                <a:lnTo>
                  <a:pt x="11329" y="15979"/>
                </a:lnTo>
                <a:lnTo>
                  <a:pt x="12042" y="15979"/>
                </a:lnTo>
                <a:lnTo>
                  <a:pt x="12042" y="14573"/>
                </a:lnTo>
                <a:close/>
                <a:moveTo>
                  <a:pt x="9911" y="14573"/>
                </a:moveTo>
                <a:lnTo>
                  <a:pt x="9911" y="15979"/>
                </a:lnTo>
                <a:lnTo>
                  <a:pt x="10624" y="15979"/>
                </a:lnTo>
                <a:lnTo>
                  <a:pt x="10624" y="14573"/>
                </a:lnTo>
                <a:close/>
                <a:moveTo>
                  <a:pt x="8493" y="14573"/>
                </a:moveTo>
                <a:lnTo>
                  <a:pt x="8493" y="15979"/>
                </a:lnTo>
                <a:lnTo>
                  <a:pt x="9206" y="15979"/>
                </a:lnTo>
                <a:lnTo>
                  <a:pt x="9206" y="14573"/>
                </a:lnTo>
                <a:close/>
                <a:moveTo>
                  <a:pt x="7075" y="14573"/>
                </a:moveTo>
                <a:lnTo>
                  <a:pt x="7075" y="15979"/>
                </a:lnTo>
                <a:lnTo>
                  <a:pt x="7787" y="15979"/>
                </a:lnTo>
                <a:lnTo>
                  <a:pt x="7787" y="14573"/>
                </a:lnTo>
                <a:close/>
                <a:moveTo>
                  <a:pt x="5656" y="14573"/>
                </a:moveTo>
                <a:lnTo>
                  <a:pt x="5656" y="15979"/>
                </a:lnTo>
                <a:lnTo>
                  <a:pt x="6369" y="15979"/>
                </a:lnTo>
                <a:lnTo>
                  <a:pt x="6369" y="14573"/>
                </a:lnTo>
                <a:close/>
                <a:moveTo>
                  <a:pt x="4238" y="14573"/>
                </a:moveTo>
                <a:lnTo>
                  <a:pt x="4238" y="15979"/>
                </a:lnTo>
                <a:lnTo>
                  <a:pt x="4951" y="15979"/>
                </a:lnTo>
                <a:lnTo>
                  <a:pt x="4951" y="14573"/>
                </a:lnTo>
                <a:close/>
                <a:moveTo>
                  <a:pt x="2820" y="14573"/>
                </a:moveTo>
                <a:lnTo>
                  <a:pt x="2820" y="15979"/>
                </a:lnTo>
                <a:lnTo>
                  <a:pt x="3532" y="15979"/>
                </a:lnTo>
                <a:lnTo>
                  <a:pt x="3532" y="14573"/>
                </a:lnTo>
                <a:close/>
                <a:moveTo>
                  <a:pt x="2352" y="10337"/>
                </a:moveTo>
                <a:lnTo>
                  <a:pt x="2050" y="11677"/>
                </a:lnTo>
                <a:lnTo>
                  <a:pt x="17298" y="11825"/>
                </a:lnTo>
                <a:lnTo>
                  <a:pt x="16765" y="10436"/>
                </a:lnTo>
                <a:close/>
                <a:moveTo>
                  <a:pt x="2526" y="8218"/>
                </a:moveTo>
                <a:lnTo>
                  <a:pt x="2400" y="9507"/>
                </a:lnTo>
                <a:lnTo>
                  <a:pt x="16451" y="9607"/>
                </a:lnTo>
                <a:lnTo>
                  <a:pt x="15964" y="8218"/>
                </a:lnTo>
                <a:close/>
                <a:moveTo>
                  <a:pt x="11594" y="4152"/>
                </a:moveTo>
                <a:lnTo>
                  <a:pt x="11594" y="6218"/>
                </a:lnTo>
                <a:lnTo>
                  <a:pt x="12544" y="6218"/>
                </a:lnTo>
                <a:lnTo>
                  <a:pt x="12544" y="4152"/>
                </a:lnTo>
                <a:close/>
                <a:moveTo>
                  <a:pt x="9702" y="4152"/>
                </a:moveTo>
                <a:lnTo>
                  <a:pt x="9702" y="6218"/>
                </a:lnTo>
                <a:lnTo>
                  <a:pt x="10653" y="6218"/>
                </a:lnTo>
                <a:lnTo>
                  <a:pt x="10653" y="4152"/>
                </a:lnTo>
                <a:close/>
                <a:moveTo>
                  <a:pt x="7811" y="4152"/>
                </a:moveTo>
                <a:lnTo>
                  <a:pt x="7811" y="6218"/>
                </a:lnTo>
                <a:lnTo>
                  <a:pt x="8761" y="6218"/>
                </a:lnTo>
                <a:lnTo>
                  <a:pt x="8761" y="4152"/>
                </a:lnTo>
                <a:close/>
                <a:moveTo>
                  <a:pt x="5919" y="4152"/>
                </a:moveTo>
                <a:lnTo>
                  <a:pt x="5919" y="6218"/>
                </a:lnTo>
                <a:lnTo>
                  <a:pt x="6869" y="6218"/>
                </a:lnTo>
                <a:lnTo>
                  <a:pt x="6869" y="4152"/>
                </a:lnTo>
                <a:close/>
                <a:moveTo>
                  <a:pt x="7858" y="0"/>
                </a:moveTo>
                <a:lnTo>
                  <a:pt x="8394" y="0"/>
                </a:lnTo>
                <a:lnTo>
                  <a:pt x="8634" y="2523"/>
                </a:lnTo>
                <a:lnTo>
                  <a:pt x="13053" y="2523"/>
                </a:lnTo>
                <a:lnTo>
                  <a:pt x="14112" y="6843"/>
                </a:lnTo>
                <a:lnTo>
                  <a:pt x="15981" y="6843"/>
                </a:lnTo>
                <a:lnTo>
                  <a:pt x="18151" y="12379"/>
                </a:lnTo>
                <a:lnTo>
                  <a:pt x="21526" y="12201"/>
                </a:lnTo>
                <a:cubicBezTo>
                  <a:pt x="21416" y="14283"/>
                  <a:pt x="20937" y="16024"/>
                  <a:pt x="20390" y="17769"/>
                </a:cubicBezTo>
                <a:lnTo>
                  <a:pt x="581" y="17769"/>
                </a:lnTo>
                <a:cubicBezTo>
                  <a:pt x="234" y="16291"/>
                  <a:pt x="-74" y="14814"/>
                  <a:pt x="16" y="13337"/>
                </a:cubicBezTo>
                <a:lnTo>
                  <a:pt x="1305" y="13269"/>
                </a:lnTo>
                <a:lnTo>
                  <a:pt x="2120" y="6843"/>
                </a:lnTo>
                <a:lnTo>
                  <a:pt x="4501" y="6843"/>
                </a:lnTo>
                <a:lnTo>
                  <a:pt x="5048" y="2523"/>
                </a:lnTo>
                <a:lnTo>
                  <a:pt x="6138" y="2523"/>
                </a:lnTo>
                <a:lnTo>
                  <a:pt x="6378" y="8"/>
                </a:lnTo>
                <a:lnTo>
                  <a:pt x="6914" y="8"/>
                </a:lnTo>
                <a:lnTo>
                  <a:pt x="7154" y="2523"/>
                </a:lnTo>
                <a:lnTo>
                  <a:pt x="7618" y="2523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6" name="Shape 980"/>
          <p:cNvSpPr/>
          <p:nvPr/>
        </p:nvSpPr>
        <p:spPr>
          <a:xfrm rot="2160000">
            <a:off x="7692803" y="3571534"/>
            <a:ext cx="333647" cy="359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40" h="20065" extrusionOk="0">
                <a:moveTo>
                  <a:pt x="7029" y="6412"/>
                </a:moveTo>
                <a:cubicBezTo>
                  <a:pt x="3753" y="8588"/>
                  <a:pt x="3026" y="12781"/>
                  <a:pt x="5407" y="15776"/>
                </a:cubicBezTo>
                <a:cubicBezTo>
                  <a:pt x="7787" y="18772"/>
                  <a:pt x="12373" y="19436"/>
                  <a:pt x="15649" y="17259"/>
                </a:cubicBezTo>
                <a:cubicBezTo>
                  <a:pt x="18925" y="15083"/>
                  <a:pt x="19652" y="10891"/>
                  <a:pt x="17271" y="7895"/>
                </a:cubicBezTo>
                <a:cubicBezTo>
                  <a:pt x="14901" y="4913"/>
                  <a:pt x="10344" y="4242"/>
                  <a:pt x="7072" y="6387"/>
                </a:cubicBezTo>
                <a:lnTo>
                  <a:pt x="11583" y="11002"/>
                </a:lnTo>
                <a:cubicBezTo>
                  <a:pt x="11874" y="11023"/>
                  <a:pt x="12150" y="11159"/>
                  <a:pt x="12335" y="11392"/>
                </a:cubicBezTo>
                <a:cubicBezTo>
                  <a:pt x="12682" y="11829"/>
                  <a:pt x="12576" y="12442"/>
                  <a:pt x="12098" y="12760"/>
                </a:cubicBezTo>
                <a:cubicBezTo>
                  <a:pt x="11619" y="13077"/>
                  <a:pt x="10949" y="12980"/>
                  <a:pt x="10602" y="12543"/>
                </a:cubicBezTo>
                <a:cubicBezTo>
                  <a:pt x="10401" y="12291"/>
                  <a:pt x="10352" y="11981"/>
                  <a:pt x="10453" y="11707"/>
                </a:cubicBezTo>
                <a:lnTo>
                  <a:pt x="7066" y="6390"/>
                </a:lnTo>
                <a:cubicBezTo>
                  <a:pt x="7053" y="6396"/>
                  <a:pt x="7041" y="6404"/>
                  <a:pt x="7029" y="6412"/>
                </a:cubicBezTo>
                <a:close/>
                <a:moveTo>
                  <a:pt x="2900" y="1217"/>
                </a:moveTo>
                <a:cubicBezTo>
                  <a:pt x="1661" y="2039"/>
                  <a:pt x="1386" y="3625"/>
                  <a:pt x="2287" y="4757"/>
                </a:cubicBezTo>
                <a:cubicBezTo>
                  <a:pt x="2921" y="5555"/>
                  <a:pt x="3969" y="5916"/>
                  <a:pt x="4965" y="5760"/>
                </a:cubicBezTo>
                <a:lnTo>
                  <a:pt x="4138" y="4719"/>
                </a:lnTo>
                <a:lnTo>
                  <a:pt x="3930" y="4858"/>
                </a:lnTo>
                <a:cubicBezTo>
                  <a:pt x="3709" y="5004"/>
                  <a:pt x="3400" y="4959"/>
                  <a:pt x="3240" y="4758"/>
                </a:cubicBezTo>
                <a:lnTo>
                  <a:pt x="2541" y="3878"/>
                </a:lnTo>
                <a:cubicBezTo>
                  <a:pt x="2381" y="3677"/>
                  <a:pt x="2430" y="3394"/>
                  <a:pt x="2650" y="3248"/>
                </a:cubicBezTo>
                <a:lnTo>
                  <a:pt x="5090" y="1627"/>
                </a:lnTo>
                <a:cubicBezTo>
                  <a:pt x="5311" y="1481"/>
                  <a:pt x="5619" y="1525"/>
                  <a:pt x="5780" y="1727"/>
                </a:cubicBezTo>
                <a:lnTo>
                  <a:pt x="6478" y="2607"/>
                </a:lnTo>
                <a:cubicBezTo>
                  <a:pt x="6639" y="2808"/>
                  <a:pt x="6590" y="3091"/>
                  <a:pt x="6369" y="3237"/>
                </a:cubicBezTo>
                <a:lnTo>
                  <a:pt x="6161" y="3375"/>
                </a:lnTo>
                <a:lnTo>
                  <a:pt x="6988" y="4416"/>
                </a:lnTo>
                <a:cubicBezTo>
                  <a:pt x="7458" y="3599"/>
                  <a:pt x="7407" y="2576"/>
                  <a:pt x="6773" y="1777"/>
                </a:cubicBezTo>
                <a:cubicBezTo>
                  <a:pt x="5873" y="645"/>
                  <a:pt x="4139" y="394"/>
                  <a:pt x="2900" y="1217"/>
                </a:cubicBezTo>
                <a:close/>
                <a:moveTo>
                  <a:pt x="2429" y="624"/>
                </a:moveTo>
                <a:cubicBezTo>
                  <a:pt x="4026" y="-436"/>
                  <a:pt x="6261" y="-112"/>
                  <a:pt x="7421" y="1347"/>
                </a:cubicBezTo>
                <a:cubicBezTo>
                  <a:pt x="8108" y="2212"/>
                  <a:pt x="8264" y="3281"/>
                  <a:pt x="7937" y="4226"/>
                </a:cubicBezTo>
                <a:cubicBezTo>
                  <a:pt x="8366" y="4055"/>
                  <a:pt x="8809" y="3925"/>
                  <a:pt x="9257" y="3830"/>
                </a:cubicBezTo>
                <a:lnTo>
                  <a:pt x="9257" y="2895"/>
                </a:lnTo>
                <a:lnTo>
                  <a:pt x="9209" y="2895"/>
                </a:lnTo>
                <a:cubicBezTo>
                  <a:pt x="8948" y="2895"/>
                  <a:pt x="8736" y="2702"/>
                  <a:pt x="8736" y="2463"/>
                </a:cubicBezTo>
                <a:lnTo>
                  <a:pt x="8736" y="1423"/>
                </a:lnTo>
                <a:cubicBezTo>
                  <a:pt x="8736" y="1303"/>
                  <a:pt x="8789" y="1195"/>
                  <a:pt x="8875" y="1117"/>
                </a:cubicBezTo>
                <a:cubicBezTo>
                  <a:pt x="8960" y="1039"/>
                  <a:pt x="9078" y="991"/>
                  <a:pt x="9209" y="991"/>
                </a:cubicBezTo>
                <a:lnTo>
                  <a:pt x="11041" y="991"/>
                </a:lnTo>
                <a:cubicBezTo>
                  <a:pt x="11302" y="991"/>
                  <a:pt x="11514" y="1184"/>
                  <a:pt x="11514" y="1423"/>
                </a:cubicBezTo>
                <a:lnTo>
                  <a:pt x="11514" y="2463"/>
                </a:lnTo>
                <a:cubicBezTo>
                  <a:pt x="11514" y="2702"/>
                  <a:pt x="11302" y="2895"/>
                  <a:pt x="11041" y="2895"/>
                </a:cubicBezTo>
                <a:lnTo>
                  <a:pt x="10993" y="2895"/>
                </a:lnTo>
                <a:lnTo>
                  <a:pt x="10993" y="3614"/>
                </a:lnTo>
                <a:cubicBezTo>
                  <a:pt x="13891" y="3513"/>
                  <a:pt x="16788" y="4693"/>
                  <a:pt x="18620" y="6999"/>
                </a:cubicBezTo>
                <a:cubicBezTo>
                  <a:pt x="21542" y="10676"/>
                  <a:pt x="20651" y="15822"/>
                  <a:pt x="16629" y="18493"/>
                </a:cubicBezTo>
                <a:cubicBezTo>
                  <a:pt x="12608" y="21164"/>
                  <a:pt x="6979" y="20349"/>
                  <a:pt x="4057" y="16672"/>
                </a:cubicBezTo>
                <a:cubicBezTo>
                  <a:pt x="2252" y="14400"/>
                  <a:pt x="1903" y="11567"/>
                  <a:pt x="2852" y="9104"/>
                </a:cubicBezTo>
                <a:lnTo>
                  <a:pt x="2018" y="8852"/>
                </a:lnTo>
                <a:lnTo>
                  <a:pt x="2002" y="8896"/>
                </a:lnTo>
                <a:cubicBezTo>
                  <a:pt x="1920" y="9122"/>
                  <a:pt x="1652" y="9245"/>
                  <a:pt x="1405" y="9170"/>
                </a:cubicBezTo>
                <a:lnTo>
                  <a:pt x="324" y="8844"/>
                </a:lnTo>
                <a:cubicBezTo>
                  <a:pt x="76" y="8769"/>
                  <a:pt x="-58" y="8525"/>
                  <a:pt x="24" y="8298"/>
                </a:cubicBezTo>
                <a:lnTo>
                  <a:pt x="599" y="6708"/>
                </a:lnTo>
                <a:cubicBezTo>
                  <a:pt x="640" y="6594"/>
                  <a:pt x="727" y="6507"/>
                  <a:pt x="835" y="6457"/>
                </a:cubicBezTo>
                <a:cubicBezTo>
                  <a:pt x="943" y="6407"/>
                  <a:pt x="1072" y="6395"/>
                  <a:pt x="1196" y="6433"/>
                </a:cubicBezTo>
                <a:lnTo>
                  <a:pt x="2276" y="6759"/>
                </a:lnTo>
                <a:cubicBezTo>
                  <a:pt x="2524" y="6834"/>
                  <a:pt x="2659" y="7079"/>
                  <a:pt x="2577" y="7305"/>
                </a:cubicBezTo>
                <a:lnTo>
                  <a:pt x="2562" y="7345"/>
                </a:lnTo>
                <a:lnTo>
                  <a:pt x="3588" y="7655"/>
                </a:lnTo>
                <a:cubicBezTo>
                  <a:pt x="3841" y="7257"/>
                  <a:pt x="4135" y="6878"/>
                  <a:pt x="4474" y="6526"/>
                </a:cubicBezTo>
                <a:cubicBezTo>
                  <a:pt x="3390" y="6518"/>
                  <a:pt x="2326" y="6052"/>
                  <a:pt x="1639" y="5188"/>
                </a:cubicBezTo>
                <a:cubicBezTo>
                  <a:pt x="479" y="3728"/>
                  <a:pt x="833" y="1685"/>
                  <a:pt x="2429" y="62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7" name="Shape 981"/>
          <p:cNvSpPr/>
          <p:nvPr/>
        </p:nvSpPr>
        <p:spPr>
          <a:xfrm>
            <a:off x="3738541" y="3571533"/>
            <a:ext cx="297056" cy="3599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843" h="20887" extrusionOk="0">
                <a:moveTo>
                  <a:pt x="12682" y="12356"/>
                </a:moveTo>
                <a:cubicBezTo>
                  <a:pt x="13878" y="14687"/>
                  <a:pt x="15149" y="16771"/>
                  <a:pt x="14023" y="17423"/>
                </a:cubicBezTo>
                <a:cubicBezTo>
                  <a:pt x="11129" y="19146"/>
                  <a:pt x="5532" y="19484"/>
                  <a:pt x="2613" y="17423"/>
                </a:cubicBezTo>
                <a:cubicBezTo>
                  <a:pt x="1757" y="16681"/>
                  <a:pt x="2834" y="14686"/>
                  <a:pt x="3934" y="12412"/>
                </a:cubicBezTo>
                <a:close/>
                <a:moveTo>
                  <a:pt x="6311" y="2058"/>
                </a:moveTo>
                <a:lnTo>
                  <a:pt x="6666" y="6070"/>
                </a:lnTo>
                <a:cubicBezTo>
                  <a:pt x="6785" y="7776"/>
                  <a:pt x="-598" y="16463"/>
                  <a:pt x="1663" y="18138"/>
                </a:cubicBezTo>
                <a:cubicBezTo>
                  <a:pt x="5055" y="20185"/>
                  <a:pt x="11560" y="19849"/>
                  <a:pt x="14923" y="18138"/>
                </a:cubicBezTo>
                <a:cubicBezTo>
                  <a:pt x="17813" y="16708"/>
                  <a:pt x="9909" y="8081"/>
                  <a:pt x="9858" y="6070"/>
                </a:cubicBezTo>
                <a:lnTo>
                  <a:pt x="10340" y="2075"/>
                </a:lnTo>
                <a:lnTo>
                  <a:pt x="10218" y="2095"/>
                </a:lnTo>
                <a:cubicBezTo>
                  <a:pt x="9741" y="2345"/>
                  <a:pt x="9057" y="2499"/>
                  <a:pt x="8296" y="2499"/>
                </a:cubicBezTo>
                <a:cubicBezTo>
                  <a:pt x="7501" y="2499"/>
                  <a:pt x="6789" y="2331"/>
                  <a:pt x="6311" y="2058"/>
                </a:cubicBezTo>
                <a:close/>
                <a:moveTo>
                  <a:pt x="8296" y="393"/>
                </a:moveTo>
                <a:cubicBezTo>
                  <a:pt x="7303" y="393"/>
                  <a:pt x="6497" y="776"/>
                  <a:pt x="6497" y="1250"/>
                </a:cubicBezTo>
                <a:cubicBezTo>
                  <a:pt x="6497" y="1723"/>
                  <a:pt x="7303" y="2106"/>
                  <a:pt x="8296" y="2106"/>
                </a:cubicBezTo>
                <a:cubicBezTo>
                  <a:pt x="9290" y="2106"/>
                  <a:pt x="10095" y="1723"/>
                  <a:pt x="10095" y="1250"/>
                </a:cubicBezTo>
                <a:cubicBezTo>
                  <a:pt x="10095" y="776"/>
                  <a:pt x="9290" y="393"/>
                  <a:pt x="8296" y="393"/>
                </a:cubicBezTo>
                <a:close/>
                <a:moveTo>
                  <a:pt x="8296" y="0"/>
                </a:moveTo>
                <a:cubicBezTo>
                  <a:pt x="9717" y="0"/>
                  <a:pt x="10873" y="537"/>
                  <a:pt x="10912" y="1209"/>
                </a:cubicBezTo>
                <a:cubicBezTo>
                  <a:pt x="10915" y="1207"/>
                  <a:pt x="10918" y="1204"/>
                  <a:pt x="10921" y="1201"/>
                </a:cubicBezTo>
                <a:lnTo>
                  <a:pt x="10918" y="1234"/>
                </a:lnTo>
                <a:cubicBezTo>
                  <a:pt x="10921" y="1240"/>
                  <a:pt x="10921" y="1245"/>
                  <a:pt x="10921" y="1250"/>
                </a:cubicBezTo>
                <a:lnTo>
                  <a:pt x="10912" y="1289"/>
                </a:lnTo>
                <a:lnTo>
                  <a:pt x="10466" y="5950"/>
                </a:lnTo>
                <a:cubicBezTo>
                  <a:pt x="10526" y="8207"/>
                  <a:pt x="19465" y="17698"/>
                  <a:pt x="16075" y="19303"/>
                </a:cubicBezTo>
                <a:cubicBezTo>
                  <a:pt x="12129" y="21223"/>
                  <a:pt x="4497" y="21600"/>
                  <a:pt x="518" y="19303"/>
                </a:cubicBezTo>
                <a:cubicBezTo>
                  <a:pt x="-2135" y="17423"/>
                  <a:pt x="6267" y="7864"/>
                  <a:pt x="6127" y="5950"/>
                </a:cubicBezTo>
                <a:lnTo>
                  <a:pt x="5680" y="1289"/>
                </a:lnTo>
                <a:cubicBezTo>
                  <a:pt x="5672" y="1277"/>
                  <a:pt x="5672" y="1263"/>
                  <a:pt x="5672" y="1250"/>
                </a:cubicBezTo>
                <a:lnTo>
                  <a:pt x="5675" y="1234"/>
                </a:lnTo>
                <a:lnTo>
                  <a:pt x="5672" y="1201"/>
                </a:lnTo>
                <a:lnTo>
                  <a:pt x="5681" y="1208"/>
                </a:lnTo>
                <a:cubicBezTo>
                  <a:pt x="5720" y="537"/>
                  <a:pt x="6876" y="0"/>
                  <a:pt x="8296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8" name="Shape 982"/>
          <p:cNvSpPr/>
          <p:nvPr/>
        </p:nvSpPr>
        <p:spPr>
          <a:xfrm>
            <a:off x="4286163" y="4223696"/>
            <a:ext cx="352835" cy="352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2576"/>
                </a:moveTo>
                <a:cubicBezTo>
                  <a:pt x="6699" y="2650"/>
                  <a:pt x="4636" y="5881"/>
                  <a:pt x="4438" y="7822"/>
                </a:cubicBezTo>
                <a:cubicBezTo>
                  <a:pt x="4295" y="9719"/>
                  <a:pt x="4852" y="10938"/>
                  <a:pt x="6103" y="12123"/>
                </a:cubicBezTo>
                <a:cubicBezTo>
                  <a:pt x="6430" y="11580"/>
                  <a:pt x="6873" y="10410"/>
                  <a:pt x="7243" y="9888"/>
                </a:cubicBezTo>
                <a:cubicBezTo>
                  <a:pt x="6665" y="8987"/>
                  <a:pt x="6847" y="9580"/>
                  <a:pt x="6736" y="7810"/>
                </a:cubicBezTo>
                <a:cubicBezTo>
                  <a:pt x="7262" y="5032"/>
                  <a:pt x="9376" y="4432"/>
                  <a:pt x="12093" y="4862"/>
                </a:cubicBezTo>
                <a:cubicBezTo>
                  <a:pt x="14690" y="5547"/>
                  <a:pt x="15204" y="7334"/>
                  <a:pt x="15181" y="8764"/>
                </a:cubicBezTo>
                <a:cubicBezTo>
                  <a:pt x="15113" y="9510"/>
                  <a:pt x="14614" y="11261"/>
                  <a:pt x="13395" y="12142"/>
                </a:cubicBezTo>
                <a:cubicBezTo>
                  <a:pt x="11957" y="13090"/>
                  <a:pt x="10934" y="12051"/>
                  <a:pt x="11055" y="11012"/>
                </a:cubicBezTo>
                <a:cubicBezTo>
                  <a:pt x="11303" y="9876"/>
                  <a:pt x="11377" y="9573"/>
                  <a:pt x="11648" y="8481"/>
                </a:cubicBezTo>
                <a:cubicBezTo>
                  <a:pt x="11972" y="7540"/>
                  <a:pt x="11367" y="6872"/>
                  <a:pt x="10449" y="6654"/>
                </a:cubicBezTo>
                <a:cubicBezTo>
                  <a:pt x="9546" y="6473"/>
                  <a:pt x="8871" y="7262"/>
                  <a:pt x="8667" y="7826"/>
                </a:cubicBezTo>
                <a:cubicBezTo>
                  <a:pt x="8178" y="9452"/>
                  <a:pt x="8805" y="9949"/>
                  <a:pt x="8587" y="10581"/>
                </a:cubicBezTo>
                <a:cubicBezTo>
                  <a:pt x="7270" y="14571"/>
                  <a:pt x="6659" y="18918"/>
                  <a:pt x="7306" y="19023"/>
                </a:cubicBezTo>
                <a:cubicBezTo>
                  <a:pt x="7825" y="19076"/>
                  <a:pt x="9437" y="17067"/>
                  <a:pt x="10295" y="13213"/>
                </a:cubicBezTo>
                <a:cubicBezTo>
                  <a:pt x="10830" y="13808"/>
                  <a:pt x="11417" y="14988"/>
                  <a:pt x="12742" y="14837"/>
                </a:cubicBezTo>
                <a:cubicBezTo>
                  <a:pt x="14692" y="14544"/>
                  <a:pt x="16865" y="13098"/>
                  <a:pt x="17324" y="8875"/>
                </a:cubicBezTo>
                <a:cubicBezTo>
                  <a:pt x="17747" y="5451"/>
                  <a:pt x="15358" y="2349"/>
                  <a:pt x="10795" y="2576"/>
                </a:cubicBezTo>
                <a:close/>
                <a:moveTo>
                  <a:pt x="2383" y="0"/>
                </a:moveTo>
                <a:lnTo>
                  <a:pt x="19217" y="0"/>
                </a:lnTo>
                <a:cubicBezTo>
                  <a:pt x="20533" y="0"/>
                  <a:pt x="21600" y="1067"/>
                  <a:pt x="21600" y="2383"/>
                </a:cubicBezTo>
                <a:lnTo>
                  <a:pt x="21600" y="19217"/>
                </a:lnTo>
                <a:cubicBezTo>
                  <a:pt x="21600" y="20533"/>
                  <a:pt x="20533" y="21600"/>
                  <a:pt x="19217" y="21600"/>
                </a:cubicBezTo>
                <a:lnTo>
                  <a:pt x="2383" y="21600"/>
                </a:lnTo>
                <a:cubicBezTo>
                  <a:pt x="1067" y="21600"/>
                  <a:pt x="0" y="20533"/>
                  <a:pt x="0" y="19217"/>
                </a:cubicBezTo>
                <a:lnTo>
                  <a:pt x="0" y="2383"/>
                </a:lnTo>
                <a:cubicBezTo>
                  <a:pt x="0" y="1067"/>
                  <a:pt x="1067" y="0"/>
                  <a:pt x="2383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39" name="Shape 983"/>
          <p:cNvSpPr/>
          <p:nvPr/>
        </p:nvSpPr>
        <p:spPr>
          <a:xfrm>
            <a:off x="3710632" y="4223696"/>
            <a:ext cx="352874" cy="352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80" y="8247"/>
                </a:moveTo>
                <a:lnTo>
                  <a:pt x="3080" y="18065"/>
                </a:lnTo>
                <a:lnTo>
                  <a:pt x="6675" y="18065"/>
                </a:lnTo>
                <a:lnTo>
                  <a:pt x="6675" y="8247"/>
                </a:lnTo>
                <a:lnTo>
                  <a:pt x="3080" y="8247"/>
                </a:lnTo>
                <a:close/>
                <a:moveTo>
                  <a:pt x="15778" y="8071"/>
                </a:moveTo>
                <a:cubicBezTo>
                  <a:pt x="12739" y="8098"/>
                  <a:pt x="12521" y="9710"/>
                  <a:pt x="11870" y="9738"/>
                </a:cubicBezTo>
                <a:lnTo>
                  <a:pt x="11870" y="8236"/>
                </a:lnTo>
                <a:lnTo>
                  <a:pt x="8275" y="8236"/>
                </a:lnTo>
                <a:lnTo>
                  <a:pt x="8275" y="18055"/>
                </a:lnTo>
                <a:lnTo>
                  <a:pt x="11870" y="18055"/>
                </a:lnTo>
                <a:cubicBezTo>
                  <a:pt x="11889" y="15955"/>
                  <a:pt x="11851" y="13967"/>
                  <a:pt x="11927" y="11756"/>
                </a:cubicBezTo>
                <a:cubicBezTo>
                  <a:pt x="12150" y="10046"/>
                  <a:pt x="14826" y="10575"/>
                  <a:pt x="14853" y="11665"/>
                </a:cubicBezTo>
                <a:lnTo>
                  <a:pt x="14885" y="18065"/>
                </a:lnTo>
                <a:lnTo>
                  <a:pt x="18480" y="18065"/>
                </a:lnTo>
                <a:cubicBezTo>
                  <a:pt x="18493" y="15913"/>
                  <a:pt x="18506" y="13761"/>
                  <a:pt x="18519" y="11609"/>
                </a:cubicBezTo>
                <a:cubicBezTo>
                  <a:pt x="18548" y="10597"/>
                  <a:pt x="17691" y="8049"/>
                  <a:pt x="15778" y="8071"/>
                </a:cubicBezTo>
                <a:close/>
                <a:moveTo>
                  <a:pt x="4877" y="3534"/>
                </a:moveTo>
                <a:cubicBezTo>
                  <a:pt x="3885" y="3534"/>
                  <a:pt x="3080" y="4324"/>
                  <a:pt x="3080" y="5299"/>
                </a:cubicBezTo>
                <a:cubicBezTo>
                  <a:pt x="3080" y="6274"/>
                  <a:pt x="3885" y="7064"/>
                  <a:pt x="4877" y="7064"/>
                </a:cubicBezTo>
                <a:cubicBezTo>
                  <a:pt x="5870" y="7064"/>
                  <a:pt x="6675" y="6274"/>
                  <a:pt x="6675" y="5299"/>
                </a:cubicBezTo>
                <a:cubicBezTo>
                  <a:pt x="6675" y="4324"/>
                  <a:pt x="5870" y="3534"/>
                  <a:pt x="4877" y="3534"/>
                </a:cubicBezTo>
                <a:close/>
                <a:moveTo>
                  <a:pt x="1853" y="0"/>
                </a:moveTo>
                <a:lnTo>
                  <a:pt x="19747" y="0"/>
                </a:lnTo>
                <a:cubicBezTo>
                  <a:pt x="20770" y="0"/>
                  <a:pt x="21600" y="814"/>
                  <a:pt x="21600" y="1819"/>
                </a:cubicBezTo>
                <a:lnTo>
                  <a:pt x="21600" y="19781"/>
                </a:lnTo>
                <a:cubicBezTo>
                  <a:pt x="21600" y="20785"/>
                  <a:pt x="20770" y="21600"/>
                  <a:pt x="19747" y="21600"/>
                </a:cubicBezTo>
                <a:lnTo>
                  <a:pt x="1853" y="21600"/>
                </a:lnTo>
                <a:cubicBezTo>
                  <a:pt x="829" y="21600"/>
                  <a:pt x="0" y="20785"/>
                  <a:pt x="0" y="19781"/>
                </a:cubicBezTo>
                <a:lnTo>
                  <a:pt x="0" y="1819"/>
                </a:lnTo>
                <a:cubicBezTo>
                  <a:pt x="0" y="814"/>
                  <a:pt x="829" y="0"/>
                  <a:pt x="1853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0" name="Shape 984"/>
          <p:cNvSpPr/>
          <p:nvPr/>
        </p:nvSpPr>
        <p:spPr>
          <a:xfrm>
            <a:off x="5433121" y="4223696"/>
            <a:ext cx="352835" cy="352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242" y="7496"/>
                </a:moveTo>
                <a:lnTo>
                  <a:pt x="17210" y="7742"/>
                </a:lnTo>
                <a:lnTo>
                  <a:pt x="17242" y="7496"/>
                </a:lnTo>
                <a:close/>
                <a:moveTo>
                  <a:pt x="13616" y="4205"/>
                </a:moveTo>
                <a:cubicBezTo>
                  <a:pt x="11528" y="4205"/>
                  <a:pt x="10525" y="6038"/>
                  <a:pt x="10482" y="7052"/>
                </a:cubicBezTo>
                <a:cubicBezTo>
                  <a:pt x="10444" y="7935"/>
                  <a:pt x="10517" y="8304"/>
                  <a:pt x="10595" y="8565"/>
                </a:cubicBezTo>
                <a:cubicBezTo>
                  <a:pt x="8439" y="8240"/>
                  <a:pt x="6748" y="7258"/>
                  <a:pt x="4447" y="4561"/>
                </a:cubicBezTo>
                <a:cubicBezTo>
                  <a:pt x="3375" y="6704"/>
                  <a:pt x="3999" y="8503"/>
                  <a:pt x="5267" y="9465"/>
                </a:cubicBezTo>
                <a:cubicBezTo>
                  <a:pt x="4716" y="9362"/>
                  <a:pt x="3616" y="9249"/>
                  <a:pt x="3111" y="8887"/>
                </a:cubicBezTo>
                <a:cubicBezTo>
                  <a:pt x="3261" y="10999"/>
                  <a:pt x="5405" y="11878"/>
                  <a:pt x="6524" y="12311"/>
                </a:cubicBezTo>
                <a:cubicBezTo>
                  <a:pt x="6075" y="12414"/>
                  <a:pt x="5148" y="12662"/>
                  <a:pt x="4439" y="12528"/>
                </a:cubicBezTo>
                <a:cubicBezTo>
                  <a:pt x="5054" y="14372"/>
                  <a:pt x="7233" y="14246"/>
                  <a:pt x="8108" y="14222"/>
                </a:cubicBezTo>
                <a:cubicBezTo>
                  <a:pt x="7075" y="14998"/>
                  <a:pt x="5455" y="15250"/>
                  <a:pt x="2669" y="15431"/>
                </a:cubicBezTo>
                <a:cubicBezTo>
                  <a:pt x="4990" y="17125"/>
                  <a:pt x="9463" y="17685"/>
                  <a:pt x="11251" y="17161"/>
                </a:cubicBezTo>
                <a:cubicBezTo>
                  <a:pt x="15073" y="15837"/>
                  <a:pt x="15902" y="14298"/>
                  <a:pt x="16769" y="11485"/>
                </a:cubicBezTo>
                <a:cubicBezTo>
                  <a:pt x="17311" y="9455"/>
                  <a:pt x="17156" y="8994"/>
                  <a:pt x="17497" y="8144"/>
                </a:cubicBezTo>
                <a:cubicBezTo>
                  <a:pt x="17838" y="7295"/>
                  <a:pt x="18623" y="6962"/>
                  <a:pt x="18815" y="6385"/>
                </a:cubicBezTo>
                <a:cubicBezTo>
                  <a:pt x="18272" y="6507"/>
                  <a:pt x="17742" y="6761"/>
                  <a:pt x="17128" y="6694"/>
                </a:cubicBezTo>
                <a:cubicBezTo>
                  <a:pt x="17563" y="6455"/>
                  <a:pt x="17860" y="5435"/>
                  <a:pt x="18131" y="4645"/>
                </a:cubicBezTo>
                <a:cubicBezTo>
                  <a:pt x="17536" y="5025"/>
                  <a:pt x="17193" y="5447"/>
                  <a:pt x="16340" y="5503"/>
                </a:cubicBezTo>
                <a:cubicBezTo>
                  <a:pt x="15733" y="4809"/>
                  <a:pt x="14610" y="4205"/>
                  <a:pt x="13616" y="4205"/>
                </a:cubicBezTo>
                <a:close/>
                <a:moveTo>
                  <a:pt x="1680" y="0"/>
                </a:moveTo>
                <a:lnTo>
                  <a:pt x="19920" y="0"/>
                </a:lnTo>
                <a:cubicBezTo>
                  <a:pt x="20848" y="0"/>
                  <a:pt x="21600" y="752"/>
                  <a:pt x="21600" y="1680"/>
                </a:cubicBezTo>
                <a:lnTo>
                  <a:pt x="21600" y="19920"/>
                </a:lnTo>
                <a:cubicBezTo>
                  <a:pt x="21600" y="20848"/>
                  <a:pt x="20848" y="21600"/>
                  <a:pt x="19920" y="21600"/>
                </a:cubicBezTo>
                <a:lnTo>
                  <a:pt x="1680" y="21600"/>
                </a:lnTo>
                <a:cubicBezTo>
                  <a:pt x="752" y="21600"/>
                  <a:pt x="0" y="20848"/>
                  <a:pt x="0" y="19920"/>
                </a:cubicBezTo>
                <a:lnTo>
                  <a:pt x="0" y="1680"/>
                </a:lnTo>
                <a:cubicBezTo>
                  <a:pt x="0" y="752"/>
                  <a:pt x="752" y="0"/>
                  <a:pt x="1680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1" name="Shape 985"/>
          <p:cNvSpPr/>
          <p:nvPr/>
        </p:nvSpPr>
        <p:spPr>
          <a:xfrm>
            <a:off x="4855564" y="4223696"/>
            <a:ext cx="352835" cy="352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01" y="987"/>
                </a:moveTo>
                <a:cubicBezTo>
                  <a:pt x="13558" y="1038"/>
                  <a:pt x="11491" y="1850"/>
                  <a:pt x="11486" y="4688"/>
                </a:cubicBezTo>
                <a:lnTo>
                  <a:pt x="11492" y="4709"/>
                </a:lnTo>
                <a:lnTo>
                  <a:pt x="11492" y="6808"/>
                </a:lnTo>
                <a:lnTo>
                  <a:pt x="9229" y="6808"/>
                </a:lnTo>
                <a:lnTo>
                  <a:pt x="9229" y="9950"/>
                </a:lnTo>
                <a:lnTo>
                  <a:pt x="11492" y="9950"/>
                </a:lnTo>
                <a:lnTo>
                  <a:pt x="11492" y="20615"/>
                </a:lnTo>
                <a:lnTo>
                  <a:pt x="15027" y="20615"/>
                </a:lnTo>
                <a:lnTo>
                  <a:pt x="15027" y="9950"/>
                </a:lnTo>
                <a:lnTo>
                  <a:pt x="18032" y="9893"/>
                </a:lnTo>
                <a:lnTo>
                  <a:pt x="18263" y="6808"/>
                </a:lnTo>
                <a:lnTo>
                  <a:pt x="15027" y="6808"/>
                </a:lnTo>
                <a:lnTo>
                  <a:pt x="15027" y="4948"/>
                </a:lnTo>
                <a:cubicBezTo>
                  <a:pt x="14980" y="3725"/>
                  <a:pt x="17055" y="3739"/>
                  <a:pt x="18377" y="3842"/>
                </a:cubicBezTo>
                <a:cubicBezTo>
                  <a:pt x="18501" y="3035"/>
                  <a:pt x="18600" y="2082"/>
                  <a:pt x="18601" y="1065"/>
                </a:cubicBezTo>
                <a:cubicBezTo>
                  <a:pt x="17672" y="894"/>
                  <a:pt x="17012" y="949"/>
                  <a:pt x="15501" y="987"/>
                </a:cubicBezTo>
                <a:close/>
                <a:moveTo>
                  <a:pt x="1680" y="0"/>
                </a:moveTo>
                <a:lnTo>
                  <a:pt x="19920" y="0"/>
                </a:lnTo>
                <a:cubicBezTo>
                  <a:pt x="20848" y="0"/>
                  <a:pt x="21600" y="752"/>
                  <a:pt x="21600" y="1680"/>
                </a:cubicBezTo>
                <a:lnTo>
                  <a:pt x="21600" y="19920"/>
                </a:lnTo>
                <a:cubicBezTo>
                  <a:pt x="21600" y="20848"/>
                  <a:pt x="20848" y="21600"/>
                  <a:pt x="19920" y="21600"/>
                </a:cubicBezTo>
                <a:lnTo>
                  <a:pt x="1680" y="21600"/>
                </a:lnTo>
                <a:cubicBezTo>
                  <a:pt x="752" y="21600"/>
                  <a:pt x="0" y="20848"/>
                  <a:pt x="0" y="19920"/>
                </a:cubicBezTo>
                <a:lnTo>
                  <a:pt x="0" y="1680"/>
                </a:lnTo>
                <a:cubicBezTo>
                  <a:pt x="0" y="752"/>
                  <a:pt x="752" y="0"/>
                  <a:pt x="1680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2" name="Shape 986"/>
          <p:cNvSpPr/>
          <p:nvPr/>
        </p:nvSpPr>
        <p:spPr>
          <a:xfrm>
            <a:off x="6021139" y="4216529"/>
            <a:ext cx="354091" cy="36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13" y="9233"/>
                </a:moveTo>
                <a:lnTo>
                  <a:pt x="14513" y="10192"/>
                </a:lnTo>
                <a:lnTo>
                  <a:pt x="13537" y="10192"/>
                </a:lnTo>
                <a:lnTo>
                  <a:pt x="13537" y="11633"/>
                </a:lnTo>
                <a:lnTo>
                  <a:pt x="14513" y="11633"/>
                </a:lnTo>
                <a:lnTo>
                  <a:pt x="14513" y="12593"/>
                </a:lnTo>
                <a:lnTo>
                  <a:pt x="15977" y="12593"/>
                </a:lnTo>
                <a:lnTo>
                  <a:pt x="15977" y="11633"/>
                </a:lnTo>
                <a:lnTo>
                  <a:pt x="16953" y="11633"/>
                </a:lnTo>
                <a:lnTo>
                  <a:pt x="16953" y="10192"/>
                </a:lnTo>
                <a:lnTo>
                  <a:pt x="15977" y="10192"/>
                </a:lnTo>
                <a:lnTo>
                  <a:pt x="15977" y="9233"/>
                </a:lnTo>
                <a:close/>
                <a:moveTo>
                  <a:pt x="8720" y="6721"/>
                </a:moveTo>
                <a:cubicBezTo>
                  <a:pt x="7782" y="6710"/>
                  <a:pt x="6841" y="7010"/>
                  <a:pt x="6066" y="7625"/>
                </a:cubicBezTo>
                <a:cubicBezTo>
                  <a:pt x="4517" y="8853"/>
                  <a:pt x="4073" y="10991"/>
                  <a:pt x="5008" y="12718"/>
                </a:cubicBezTo>
                <a:cubicBezTo>
                  <a:pt x="5943" y="14446"/>
                  <a:pt x="7994" y="15277"/>
                  <a:pt x="9895" y="14700"/>
                </a:cubicBezTo>
                <a:cubicBezTo>
                  <a:pt x="11363" y="14254"/>
                  <a:pt x="12423" y="13064"/>
                  <a:pt x="12720" y="11648"/>
                </a:cubicBezTo>
                <a:lnTo>
                  <a:pt x="12740" y="11648"/>
                </a:lnTo>
                <a:lnTo>
                  <a:pt x="12740" y="11522"/>
                </a:lnTo>
                <a:cubicBezTo>
                  <a:pt x="12823" y="11145"/>
                  <a:pt x="12838" y="10751"/>
                  <a:pt x="12794" y="10352"/>
                </a:cubicBezTo>
                <a:lnTo>
                  <a:pt x="12740" y="10358"/>
                </a:lnTo>
                <a:lnTo>
                  <a:pt x="12740" y="10208"/>
                </a:lnTo>
                <a:lnTo>
                  <a:pt x="8347" y="10208"/>
                </a:lnTo>
                <a:lnTo>
                  <a:pt x="8347" y="11648"/>
                </a:lnTo>
                <a:lnTo>
                  <a:pt x="10613" y="11648"/>
                </a:lnTo>
                <a:cubicBezTo>
                  <a:pt x="10371" y="12186"/>
                  <a:pt x="9902" y="12615"/>
                  <a:pt x="9298" y="12799"/>
                </a:cubicBezTo>
                <a:cubicBezTo>
                  <a:pt x="8323" y="13095"/>
                  <a:pt x="7272" y="12669"/>
                  <a:pt x="6793" y="11784"/>
                </a:cubicBezTo>
                <a:cubicBezTo>
                  <a:pt x="6314" y="10898"/>
                  <a:pt x="6542" y="9803"/>
                  <a:pt x="7336" y="9173"/>
                </a:cubicBezTo>
                <a:cubicBezTo>
                  <a:pt x="8130" y="8544"/>
                  <a:pt x="9266" y="8557"/>
                  <a:pt x="10044" y="9205"/>
                </a:cubicBezTo>
                <a:lnTo>
                  <a:pt x="11351" y="7687"/>
                </a:lnTo>
                <a:cubicBezTo>
                  <a:pt x="10592" y="7055"/>
                  <a:pt x="9658" y="6732"/>
                  <a:pt x="8720" y="6721"/>
                </a:cubicBezTo>
                <a:close/>
                <a:moveTo>
                  <a:pt x="1986" y="0"/>
                </a:moveTo>
                <a:lnTo>
                  <a:pt x="19614" y="0"/>
                </a:lnTo>
                <a:cubicBezTo>
                  <a:pt x="20711" y="0"/>
                  <a:pt x="21600" y="875"/>
                  <a:pt x="21600" y="1953"/>
                </a:cubicBezTo>
                <a:lnTo>
                  <a:pt x="21600" y="19646"/>
                </a:lnTo>
                <a:cubicBezTo>
                  <a:pt x="21600" y="20725"/>
                  <a:pt x="20711" y="21600"/>
                  <a:pt x="19614" y="21600"/>
                </a:cubicBezTo>
                <a:lnTo>
                  <a:pt x="1986" y="21600"/>
                </a:lnTo>
                <a:cubicBezTo>
                  <a:pt x="889" y="21600"/>
                  <a:pt x="0" y="20725"/>
                  <a:pt x="0" y="19646"/>
                </a:cubicBezTo>
                <a:lnTo>
                  <a:pt x="0" y="1953"/>
                </a:lnTo>
                <a:cubicBezTo>
                  <a:pt x="0" y="875"/>
                  <a:pt x="889" y="0"/>
                  <a:pt x="1986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3" name="Shape 987"/>
          <p:cNvSpPr/>
          <p:nvPr/>
        </p:nvSpPr>
        <p:spPr>
          <a:xfrm>
            <a:off x="6557571" y="4241321"/>
            <a:ext cx="331938" cy="3352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73" h="20369" extrusionOk="0">
                <a:moveTo>
                  <a:pt x="16016" y="13758"/>
                </a:moveTo>
                <a:lnTo>
                  <a:pt x="15978" y="13776"/>
                </a:lnTo>
                <a:cubicBezTo>
                  <a:pt x="16002" y="13760"/>
                  <a:pt x="16014" y="13754"/>
                  <a:pt x="16016" y="13758"/>
                </a:cubicBezTo>
                <a:close/>
                <a:moveTo>
                  <a:pt x="8878" y="7236"/>
                </a:moveTo>
                <a:lnTo>
                  <a:pt x="8469" y="7331"/>
                </a:lnTo>
                <a:cubicBezTo>
                  <a:pt x="7020" y="7691"/>
                  <a:pt x="6821" y="9727"/>
                  <a:pt x="6926" y="10773"/>
                </a:cubicBezTo>
                <a:cubicBezTo>
                  <a:pt x="7031" y="11820"/>
                  <a:pt x="7650" y="13640"/>
                  <a:pt x="9100" y="13610"/>
                </a:cubicBezTo>
                <a:cubicBezTo>
                  <a:pt x="10102" y="13590"/>
                  <a:pt x="11215" y="12273"/>
                  <a:pt x="11125" y="10461"/>
                </a:cubicBezTo>
                <a:cubicBezTo>
                  <a:pt x="11084" y="10169"/>
                  <a:pt x="11042" y="9877"/>
                  <a:pt x="11002" y="9586"/>
                </a:cubicBezTo>
                <a:cubicBezTo>
                  <a:pt x="10695" y="8173"/>
                  <a:pt x="9831" y="7173"/>
                  <a:pt x="8878" y="7236"/>
                </a:cubicBezTo>
                <a:close/>
                <a:moveTo>
                  <a:pt x="9924" y="3"/>
                </a:moveTo>
                <a:cubicBezTo>
                  <a:pt x="11887" y="54"/>
                  <a:pt x="13436" y="329"/>
                  <a:pt x="15510" y="2054"/>
                </a:cubicBezTo>
                <a:cubicBezTo>
                  <a:pt x="18032" y="4151"/>
                  <a:pt x="20621" y="9801"/>
                  <a:pt x="18215" y="14225"/>
                </a:cubicBezTo>
                <a:cubicBezTo>
                  <a:pt x="17324" y="15504"/>
                  <a:pt x="16745" y="15856"/>
                  <a:pt x="15543" y="16371"/>
                </a:cubicBezTo>
                <a:cubicBezTo>
                  <a:pt x="13192" y="16541"/>
                  <a:pt x="11930" y="15675"/>
                  <a:pt x="11861" y="13881"/>
                </a:cubicBezTo>
                <a:cubicBezTo>
                  <a:pt x="11072" y="15787"/>
                  <a:pt x="9683" y="16160"/>
                  <a:pt x="8360" y="15984"/>
                </a:cubicBezTo>
                <a:cubicBezTo>
                  <a:pt x="6798" y="15775"/>
                  <a:pt x="5132" y="13509"/>
                  <a:pt x="4711" y="10529"/>
                </a:cubicBezTo>
                <a:cubicBezTo>
                  <a:pt x="4299" y="7603"/>
                  <a:pt x="5962" y="5694"/>
                  <a:pt x="7624" y="5185"/>
                </a:cubicBezTo>
                <a:cubicBezTo>
                  <a:pt x="7743" y="5149"/>
                  <a:pt x="7864" y="5125"/>
                  <a:pt x="7987" y="5109"/>
                </a:cubicBezTo>
                <a:cubicBezTo>
                  <a:pt x="8109" y="5092"/>
                  <a:pt x="8234" y="5083"/>
                  <a:pt x="8360" y="5074"/>
                </a:cubicBezTo>
                <a:cubicBezTo>
                  <a:pt x="8516" y="5063"/>
                  <a:pt x="8149" y="4987"/>
                  <a:pt x="8789" y="5069"/>
                </a:cubicBezTo>
                <a:cubicBezTo>
                  <a:pt x="9614" y="5175"/>
                  <a:pt x="10675" y="5633"/>
                  <a:pt x="11757" y="7019"/>
                </a:cubicBezTo>
                <a:lnTo>
                  <a:pt x="11861" y="5535"/>
                </a:lnTo>
                <a:lnTo>
                  <a:pt x="14025" y="5535"/>
                </a:lnTo>
                <a:cubicBezTo>
                  <a:pt x="14008" y="8383"/>
                  <a:pt x="13991" y="10141"/>
                  <a:pt x="13974" y="12989"/>
                </a:cubicBezTo>
                <a:cubicBezTo>
                  <a:pt x="13770" y="15681"/>
                  <a:pt x="15795" y="14023"/>
                  <a:pt x="15999" y="13783"/>
                </a:cubicBezTo>
                <a:lnTo>
                  <a:pt x="16175" y="13840"/>
                </a:lnTo>
                <a:lnTo>
                  <a:pt x="16031" y="13759"/>
                </a:lnTo>
                <a:cubicBezTo>
                  <a:pt x="17705" y="10467"/>
                  <a:pt x="16851" y="6383"/>
                  <a:pt x="14018" y="4135"/>
                </a:cubicBezTo>
                <a:cubicBezTo>
                  <a:pt x="11185" y="1886"/>
                  <a:pt x="7217" y="2144"/>
                  <a:pt x="4669" y="4741"/>
                </a:cubicBezTo>
                <a:cubicBezTo>
                  <a:pt x="2120" y="7339"/>
                  <a:pt x="1749" y="11503"/>
                  <a:pt x="3795" y="14553"/>
                </a:cubicBezTo>
                <a:cubicBezTo>
                  <a:pt x="5841" y="17603"/>
                  <a:pt x="9694" y="18631"/>
                  <a:pt x="12875" y="16975"/>
                </a:cubicBezTo>
                <a:lnTo>
                  <a:pt x="13974" y="19311"/>
                </a:lnTo>
                <a:cubicBezTo>
                  <a:pt x="9699" y="21537"/>
                  <a:pt x="4521" y="20156"/>
                  <a:pt x="1771" y="16056"/>
                </a:cubicBezTo>
                <a:cubicBezTo>
                  <a:pt x="-979" y="11956"/>
                  <a:pt x="-481" y="6360"/>
                  <a:pt x="2945" y="2869"/>
                </a:cubicBezTo>
                <a:cubicBezTo>
                  <a:pt x="4871" y="905"/>
                  <a:pt x="7402" y="-63"/>
                  <a:pt x="9924" y="3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4" name="Shape 988"/>
          <p:cNvSpPr/>
          <p:nvPr/>
        </p:nvSpPr>
        <p:spPr>
          <a:xfrm>
            <a:off x="8231064" y="4216529"/>
            <a:ext cx="369870" cy="359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28" h="21590" extrusionOk="0">
                <a:moveTo>
                  <a:pt x="0" y="13991"/>
                </a:moveTo>
                <a:cubicBezTo>
                  <a:pt x="1615" y="15715"/>
                  <a:pt x="5606" y="15410"/>
                  <a:pt x="8828" y="15239"/>
                </a:cubicBezTo>
                <a:lnTo>
                  <a:pt x="9017" y="20050"/>
                </a:lnTo>
                <a:lnTo>
                  <a:pt x="4564" y="19792"/>
                </a:lnTo>
                <a:cubicBezTo>
                  <a:pt x="2974" y="19643"/>
                  <a:pt x="1383" y="17146"/>
                  <a:pt x="0" y="13991"/>
                </a:cubicBezTo>
                <a:close/>
                <a:moveTo>
                  <a:pt x="12527" y="13550"/>
                </a:moveTo>
                <a:lnTo>
                  <a:pt x="12527" y="15261"/>
                </a:lnTo>
                <a:lnTo>
                  <a:pt x="16902" y="15261"/>
                </a:lnTo>
                <a:cubicBezTo>
                  <a:pt x="17725" y="17437"/>
                  <a:pt x="18877" y="19613"/>
                  <a:pt x="17011" y="19821"/>
                </a:cubicBezTo>
                <a:lnTo>
                  <a:pt x="12527" y="19879"/>
                </a:lnTo>
                <a:lnTo>
                  <a:pt x="12527" y="21590"/>
                </a:lnTo>
                <a:lnTo>
                  <a:pt x="9091" y="17570"/>
                </a:lnTo>
                <a:close/>
                <a:moveTo>
                  <a:pt x="18830" y="8556"/>
                </a:moveTo>
                <a:lnTo>
                  <a:pt x="20844" y="12754"/>
                </a:lnTo>
                <a:cubicBezTo>
                  <a:pt x="21517" y="14281"/>
                  <a:pt x="20263" y="16983"/>
                  <a:pt x="18364" y="19823"/>
                </a:cubicBezTo>
                <a:cubicBezTo>
                  <a:pt x="18972" y="17487"/>
                  <a:pt x="16726" y="13992"/>
                  <a:pt x="14975" y="11135"/>
                </a:cubicBezTo>
                <a:close/>
                <a:moveTo>
                  <a:pt x="6487" y="6646"/>
                </a:moveTo>
                <a:lnTo>
                  <a:pt x="8069" y="11795"/>
                </a:lnTo>
                <a:lnTo>
                  <a:pt x="6665" y="10939"/>
                </a:lnTo>
                <a:lnTo>
                  <a:pt x="4477" y="14936"/>
                </a:lnTo>
                <a:cubicBezTo>
                  <a:pt x="2279" y="14600"/>
                  <a:pt x="-83" y="14565"/>
                  <a:pt x="678" y="12757"/>
                </a:cubicBezTo>
                <a:lnTo>
                  <a:pt x="2873" y="8630"/>
                </a:lnTo>
                <a:lnTo>
                  <a:pt x="1469" y="7775"/>
                </a:lnTo>
                <a:close/>
                <a:moveTo>
                  <a:pt x="13830" y="803"/>
                </a:moveTo>
                <a:cubicBezTo>
                  <a:pt x="14121" y="799"/>
                  <a:pt x="14403" y="965"/>
                  <a:pt x="14679" y="1365"/>
                </a:cubicBezTo>
                <a:lnTo>
                  <a:pt x="16969" y="5433"/>
                </a:lnTo>
                <a:lnTo>
                  <a:pt x="18374" y="4578"/>
                </a:lnTo>
                <a:lnTo>
                  <a:pt x="16791" y="9726"/>
                </a:lnTo>
                <a:lnTo>
                  <a:pt x="11773" y="8598"/>
                </a:lnTo>
                <a:lnTo>
                  <a:pt x="13178" y="7742"/>
                </a:lnTo>
                <a:lnTo>
                  <a:pt x="10990" y="3745"/>
                </a:lnTo>
                <a:cubicBezTo>
                  <a:pt x="12021" y="2365"/>
                  <a:pt x="12960" y="817"/>
                  <a:pt x="13830" y="803"/>
                </a:cubicBezTo>
                <a:close/>
                <a:moveTo>
                  <a:pt x="11649" y="0"/>
                </a:moveTo>
                <a:cubicBezTo>
                  <a:pt x="12391" y="3"/>
                  <a:pt x="13184" y="50"/>
                  <a:pt x="14005" y="128"/>
                </a:cubicBezTo>
                <a:cubicBezTo>
                  <a:pt x="11783" y="742"/>
                  <a:pt x="10037" y="4540"/>
                  <a:pt x="8566" y="7569"/>
                </a:cubicBezTo>
                <a:lnTo>
                  <a:pt x="4522" y="5336"/>
                </a:lnTo>
                <a:lnTo>
                  <a:pt x="6961" y="1397"/>
                </a:lnTo>
                <a:cubicBezTo>
                  <a:pt x="7649" y="364"/>
                  <a:pt x="9421" y="-10"/>
                  <a:pt x="11649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045" name="Shape 989"/>
          <p:cNvSpPr/>
          <p:nvPr/>
        </p:nvSpPr>
        <p:spPr>
          <a:xfrm>
            <a:off x="7735185" y="4217254"/>
            <a:ext cx="289606" cy="3651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713" y="16798"/>
                </a:moveTo>
                <a:lnTo>
                  <a:pt x="6713" y="17757"/>
                </a:lnTo>
                <a:cubicBezTo>
                  <a:pt x="3927" y="17892"/>
                  <a:pt x="1831" y="18478"/>
                  <a:pt x="1831" y="19180"/>
                </a:cubicBezTo>
                <a:cubicBezTo>
                  <a:pt x="1831" y="19982"/>
                  <a:pt x="4563" y="20632"/>
                  <a:pt x="7933" y="20632"/>
                </a:cubicBezTo>
                <a:cubicBezTo>
                  <a:pt x="11303" y="20632"/>
                  <a:pt x="14035" y="19982"/>
                  <a:pt x="14035" y="19180"/>
                </a:cubicBezTo>
                <a:cubicBezTo>
                  <a:pt x="14035" y="18478"/>
                  <a:pt x="11939" y="17892"/>
                  <a:pt x="9153" y="17757"/>
                </a:cubicBezTo>
                <a:lnTo>
                  <a:pt x="9153" y="16798"/>
                </a:lnTo>
                <a:cubicBezTo>
                  <a:pt x="12956" y="16968"/>
                  <a:pt x="15866" y="17970"/>
                  <a:pt x="15866" y="19180"/>
                </a:cubicBezTo>
                <a:cubicBezTo>
                  <a:pt x="15866" y="20517"/>
                  <a:pt x="12314" y="21600"/>
                  <a:pt x="7933" y="21600"/>
                </a:cubicBezTo>
                <a:cubicBezTo>
                  <a:pt x="3552" y="21600"/>
                  <a:pt x="0" y="20517"/>
                  <a:pt x="0" y="19180"/>
                </a:cubicBezTo>
                <a:cubicBezTo>
                  <a:pt x="0" y="17970"/>
                  <a:pt x="2910" y="16968"/>
                  <a:pt x="6713" y="16798"/>
                </a:cubicBezTo>
                <a:close/>
                <a:moveTo>
                  <a:pt x="18565" y="1210"/>
                </a:moveTo>
                <a:cubicBezTo>
                  <a:pt x="20241" y="1210"/>
                  <a:pt x="21600" y="1590"/>
                  <a:pt x="21600" y="2057"/>
                </a:cubicBezTo>
                <a:lnTo>
                  <a:pt x="21600" y="8836"/>
                </a:lnTo>
                <a:cubicBezTo>
                  <a:pt x="21600" y="8369"/>
                  <a:pt x="20241" y="7989"/>
                  <a:pt x="18565" y="7989"/>
                </a:cubicBezTo>
                <a:cubicBezTo>
                  <a:pt x="16888" y="7989"/>
                  <a:pt x="15529" y="8369"/>
                  <a:pt x="15529" y="8836"/>
                </a:cubicBezTo>
                <a:cubicBezTo>
                  <a:pt x="15529" y="9304"/>
                  <a:pt x="14171" y="9684"/>
                  <a:pt x="12494" y="9684"/>
                </a:cubicBezTo>
                <a:cubicBezTo>
                  <a:pt x="10817" y="9684"/>
                  <a:pt x="9459" y="9304"/>
                  <a:pt x="9459" y="8836"/>
                </a:cubicBezTo>
                <a:lnTo>
                  <a:pt x="9459" y="2057"/>
                </a:lnTo>
                <a:cubicBezTo>
                  <a:pt x="9459" y="2525"/>
                  <a:pt x="10817" y="2905"/>
                  <a:pt x="12494" y="2905"/>
                </a:cubicBezTo>
                <a:cubicBezTo>
                  <a:pt x="14171" y="2905"/>
                  <a:pt x="15529" y="2525"/>
                  <a:pt x="15529" y="2057"/>
                </a:cubicBezTo>
                <a:cubicBezTo>
                  <a:pt x="15529" y="1590"/>
                  <a:pt x="16888" y="1210"/>
                  <a:pt x="18565" y="1210"/>
                </a:cubicBezTo>
                <a:close/>
                <a:moveTo>
                  <a:pt x="7933" y="0"/>
                </a:moveTo>
                <a:cubicBezTo>
                  <a:pt x="8776" y="0"/>
                  <a:pt x="9459" y="542"/>
                  <a:pt x="9459" y="1210"/>
                </a:cubicBezTo>
                <a:cubicBezTo>
                  <a:pt x="9459" y="1654"/>
                  <a:pt x="9158" y="2042"/>
                  <a:pt x="8696" y="2235"/>
                </a:cubicBezTo>
                <a:lnTo>
                  <a:pt x="8696" y="19412"/>
                </a:lnTo>
                <a:lnTo>
                  <a:pt x="7170" y="19412"/>
                </a:lnTo>
                <a:lnTo>
                  <a:pt x="7170" y="2235"/>
                </a:lnTo>
                <a:cubicBezTo>
                  <a:pt x="6708" y="2042"/>
                  <a:pt x="6407" y="1654"/>
                  <a:pt x="6407" y="1210"/>
                </a:cubicBezTo>
                <a:cubicBezTo>
                  <a:pt x="6407" y="542"/>
                  <a:pt x="7090" y="0"/>
                  <a:pt x="7933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1" name="Shape 994"/>
          <p:cNvGrpSpPr/>
          <p:nvPr/>
        </p:nvGrpSpPr>
        <p:grpSpPr>
          <a:xfrm>
            <a:off x="3984676" y="1923676"/>
            <a:ext cx="1174644" cy="2045064"/>
            <a:chOff x="0" y="0"/>
            <a:chExt cx="1174643" cy="2045062"/>
          </a:xfrm>
        </p:grpSpPr>
        <p:sp>
          <p:nvSpPr>
            <p:cNvPr id="1047" name="Shape 995"/>
            <p:cNvSpPr/>
            <p:nvPr/>
          </p:nvSpPr>
          <p:spPr>
            <a:xfrm>
              <a:off x="0" y="0"/>
              <a:ext cx="1174644" cy="1031440"/>
            </a:xfrm>
            <a:prstGeom prst="roundRect">
              <a:avLst>
                <a:gd name="adj" fmla="val 16667"/>
              </a:avLst>
            </a:prstGeom>
            <a:solidFill>
              <a:srgbClr val="0DD2D9"/>
            </a:solidFill>
            <a:ln w="12700" cap="flat">
              <a:solidFill>
                <a:srgbClr val="3F3F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grpSp>
          <p:nvGrpSpPr>
            <p:cNvPr id="1050" name="Shape 996"/>
            <p:cNvGrpSpPr/>
            <p:nvPr/>
          </p:nvGrpSpPr>
          <p:grpSpPr>
            <a:xfrm>
              <a:off x="119679" y="1090062"/>
              <a:ext cx="941283" cy="955001"/>
              <a:chOff x="0" y="0"/>
              <a:chExt cx="941281" cy="955000"/>
            </a:xfrm>
          </p:grpSpPr>
          <p:sp>
            <p:nvSpPr>
              <p:cNvPr id="1048" name="직사각형"/>
              <p:cNvSpPr/>
              <p:nvPr/>
            </p:nvSpPr>
            <p:spPr>
              <a:xfrm>
                <a:off x="0" y="-1"/>
                <a:ext cx="941282" cy="923331"/>
              </a:xfrm>
              <a:prstGeom prst="rect">
                <a:avLst/>
              </a:prstGeom>
              <a:noFill/>
              <a:ln w="9525" cap="flat">
                <a:solidFill>
                  <a:srgbClr val="3F3F3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>
                  <a:lnSpc>
                    <a:spcPct val="100000"/>
                  </a:lnSpc>
                  <a:defRPr sz="3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1049" name="R : 13…"/>
              <p:cNvSpPr txBox="1"/>
              <p:nvPr/>
            </p:nvSpPr>
            <p:spPr>
              <a:xfrm>
                <a:off x="0" y="-1"/>
                <a:ext cx="941282" cy="9550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/>
              <a:p>
                <a:pPr>
                  <a:defRPr sz="1800"/>
                </a:pPr>
                <a:r>
                  <a:t>R : 13</a:t>
                </a:r>
              </a:p>
              <a:p>
                <a:pPr>
                  <a:defRPr sz="1800"/>
                </a:pPr>
                <a:r>
                  <a:t>G : 210</a:t>
                </a:r>
              </a:p>
              <a:p>
                <a:pPr>
                  <a:defRPr sz="1800"/>
                </a:pPr>
                <a:r>
                  <a:t>B : 217</a:t>
                </a:r>
              </a:p>
            </p:txBody>
          </p:sp>
        </p:grpSp>
      </p:grpSp>
      <p:sp>
        <p:nvSpPr>
          <p:cNvPr id="1052" name="Shape 997"/>
          <p:cNvSpPr txBox="1">
            <a:spLocks noGrp="1"/>
          </p:cNvSpPr>
          <p:nvPr>
            <p:ph type="title"/>
          </p:nvPr>
        </p:nvSpPr>
        <p:spPr>
          <a:xfrm>
            <a:off x="0" y="25733"/>
            <a:ext cx="9144000" cy="7764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 b="0">
                <a:solidFill>
                  <a:srgbClr val="000000"/>
                </a:solidFill>
              </a:defRPr>
            </a:lvl1pPr>
          </a:lstStyle>
          <a:p>
            <a:r>
              <a:t>Color Codes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ontents Slide Master">
  <a:themeElements>
    <a:clrScheme name="Contents Slide Master">
      <a:dk1>
        <a:srgbClr val="3F3F3F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ontents Slide Master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ontents Slide 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나눔바른고딕"/>
            <a:ea typeface="나눔바른고딕"/>
            <a:cs typeface="나눔바른고딕"/>
            <a:sym typeface="나눔바른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ontents Slide Master">
  <a:themeElements>
    <a:clrScheme name="Contents Slide Mast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ontents Slide Master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ontents Slide 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나눔바른고딕"/>
            <a:ea typeface="나눔바른고딕"/>
            <a:cs typeface="나눔바른고딕"/>
            <a:sym typeface="나눔바른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2448</Words>
  <Application>Microsoft Office PowerPoint</Application>
  <PresentationFormat>화면 슬라이드 쇼(16:9)</PresentationFormat>
  <Paragraphs>469</Paragraphs>
  <Slides>49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0" baseType="lpstr">
      <vt:lpstr>Contents Slide Master</vt:lpstr>
      <vt:lpstr>Great Code Understanding the Machine</vt:lpstr>
      <vt:lpstr>Presenter Introduction</vt:lpstr>
      <vt:lpstr>  Great Code</vt:lpstr>
      <vt:lpstr>책 소개</vt:lpstr>
      <vt:lpstr>저자 및 책 소개</vt:lpstr>
      <vt:lpstr>PowerPoint 프레젠테이션</vt:lpstr>
      <vt:lpstr>수와 수치 표기법 </vt:lpstr>
      <vt:lpstr> 수와 수치 표기법</vt:lpstr>
      <vt:lpstr>PowerPoint 프레젠테이션</vt:lpstr>
      <vt:lpstr> 수와 수치 표기법</vt:lpstr>
      <vt:lpstr> 수와 수치 표기법</vt:lpstr>
      <vt:lpstr> 수와 수치 표기법</vt:lpstr>
      <vt:lpstr> 수와 수치 표기법</vt:lpstr>
      <vt:lpstr>컴퓨터의 수치 표기법</vt:lpstr>
      <vt:lpstr> 컴퓨터의 수치 표기법</vt:lpstr>
      <vt:lpstr> 컴퓨터의 수치 표기법</vt:lpstr>
      <vt:lpstr> 컴퓨터의 수치 표기법</vt:lpstr>
      <vt:lpstr> 컴퓨터의 수치 표기법</vt:lpstr>
      <vt:lpstr> 컴퓨터의 수치 표기법</vt:lpstr>
      <vt:lpstr> 컴퓨터의 수치 표기법</vt:lpstr>
      <vt:lpstr> TimeLine Layout</vt:lpstr>
      <vt:lpstr>PowerPoint 프레젠테이션</vt:lpstr>
      <vt:lpstr>  Chart Layout</vt:lpstr>
      <vt:lpstr>PowerPoint 프레젠테이션</vt:lpstr>
      <vt:lpstr> Image &amp; Content</vt:lpstr>
      <vt:lpstr> Table &amp; Chart</vt:lpstr>
      <vt:lpstr> Chart Layout</vt:lpstr>
      <vt:lpstr> Infographic Layout</vt:lpstr>
      <vt:lpstr> Image &amp; Content</vt:lpstr>
      <vt:lpstr> Infographic Layout</vt:lpstr>
      <vt:lpstr> Table Layout</vt:lpstr>
      <vt:lpstr>PowerPoint 프레젠테이션</vt:lpstr>
      <vt:lpstr> Table &amp; Chart</vt:lpstr>
      <vt:lpstr> Infographic Layout</vt:lpstr>
      <vt:lpstr>  Image &amp; Content</vt:lpstr>
      <vt:lpstr> Infographic Layout</vt:lpstr>
      <vt:lpstr> Table Layout</vt:lpstr>
      <vt:lpstr> Image &amp; Content </vt:lpstr>
      <vt:lpstr> Infographic Layout</vt:lpstr>
      <vt:lpstr> Worldmap Infographic</vt:lpstr>
      <vt:lpstr> Worldmap Infographic</vt:lpstr>
      <vt:lpstr>Columns Layout</vt:lpstr>
      <vt:lpstr>Columns Layout</vt:lpstr>
      <vt:lpstr>Thank you</vt:lpstr>
      <vt:lpstr>PowerPoint 프레젠테이션</vt:lpstr>
      <vt:lpstr>PowerPoint 프레젠테이션</vt:lpstr>
      <vt:lpstr>PowerPoint 프레젠테이션</vt:lpstr>
      <vt:lpstr>PowerPoint 프레젠테이션</vt:lpstr>
      <vt:lpstr>Color Codes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Code Understanding the Machine</dc:title>
  <cp:lastModifiedBy>Windows 사용자</cp:lastModifiedBy>
  <cp:revision>13</cp:revision>
  <dcterms:modified xsi:type="dcterms:W3CDTF">2017-10-12T09:21:45Z</dcterms:modified>
</cp:coreProperties>
</file>