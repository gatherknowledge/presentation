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0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-1622" y="-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9E481FA-A863-4B98-A514-F5DE1CF02AB0}" type="datetimeFigureOut">
              <a:rPr lang="ko-KR" altLang="en-US" smtClean="0"/>
              <a:t>2017. 9. 22.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2132E9C-064D-4D28-8993-E2472BB999E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59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3017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27</TotalTime>
  <Words>0</Words>
  <Application>Microsoft Office PowerPoint</Application>
  <PresentationFormat>화면 슬라이드 쇼(4:3)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광장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Xnote</dc:creator>
  <cp:lastModifiedBy>Mac_Moonko</cp:lastModifiedBy>
  <cp:revision>4</cp:revision>
  <dcterms:created xsi:type="dcterms:W3CDTF">2011-10-17T13:34:57Z</dcterms:created>
  <dcterms:modified xsi:type="dcterms:W3CDTF">2017-09-21T15:53:09Z</dcterms:modified>
</cp:coreProperties>
</file>